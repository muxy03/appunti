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920" r:id="rId2"/>
  </p:sldIdLst>
  <p:sldSz cx="12192000" cy="6858000"/>
  <p:notesSz cx="6797675" cy="9926638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CC00"/>
    <a:srgbClr val="FF0000"/>
    <a:srgbClr val="3333CC"/>
    <a:srgbClr val="FF7C80"/>
    <a:srgbClr val="6699FF"/>
    <a:srgbClr val="FF9933"/>
    <a:srgbClr val="3399FF"/>
    <a:srgbClr val="D5CC14"/>
    <a:srgbClr val="E4E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013" autoAdjust="0"/>
    <p:restoredTop sz="96190" autoAdjust="0"/>
  </p:normalViewPr>
  <p:slideViewPr>
    <p:cSldViewPr>
      <p:cViewPr varScale="1">
        <p:scale>
          <a:sx n="119" d="100"/>
          <a:sy n="119" d="100"/>
        </p:scale>
        <p:origin x="1752" y="176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-5418"/>
    </p:cViewPr>
  </p:sorterViewPr>
  <p:notesViewPr>
    <p:cSldViewPr>
      <p:cViewPr>
        <p:scale>
          <a:sx n="66" d="100"/>
          <a:sy n="66" d="100"/>
        </p:scale>
        <p:origin x="1452" y="336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Brogi" userId="5b438531-52eb-4e61-9e6e-617af7d51dbe" providerId="ADAL" clId="{5D100303-4795-324A-88C3-A7B2DC93B091}"/>
    <pc:docChg chg="modSld">
      <pc:chgData name="Antonio Brogi" userId="5b438531-52eb-4e61-9e6e-617af7d51dbe" providerId="ADAL" clId="{5D100303-4795-324A-88C3-A7B2DC93B091}" dt="2024-03-13T07:07:24.507" v="0" actId="14100"/>
      <pc:docMkLst>
        <pc:docMk/>
      </pc:docMkLst>
      <pc:sldChg chg="modSp mod">
        <pc:chgData name="Antonio Brogi" userId="5b438531-52eb-4e61-9e6e-617af7d51dbe" providerId="ADAL" clId="{5D100303-4795-324A-88C3-A7B2DC93B091}" dt="2024-03-13T07:07:24.507" v="0" actId="14100"/>
        <pc:sldMkLst>
          <pc:docMk/>
          <pc:sldMk cId="1252331544" sldId="920"/>
        </pc:sldMkLst>
        <pc:spChg chg="mod">
          <ac:chgData name="Antonio Brogi" userId="5b438531-52eb-4e61-9e6e-617af7d51dbe" providerId="ADAL" clId="{5D100303-4795-324A-88C3-A7B2DC93B091}" dt="2024-03-13T07:07:24.507" v="0" actId="14100"/>
          <ac:spMkLst>
            <pc:docMk/>
            <pc:sldMk cId="1252331544" sldId="920"/>
            <ac:spMk id="24" creationId="{00000000-0000-0000-0000-000000000000}"/>
          </ac:spMkLst>
        </pc:spChg>
      </pc:sldChg>
    </pc:docChg>
  </pc:docChgLst>
  <pc:docChgLst>
    <pc:chgData name="Antonio Brogi" userId="5b438531-52eb-4e61-9e6e-617af7d51dbe" providerId="ADAL" clId="{77CA97B8-38E8-A040-8F9C-C1B5D36AED9B}"/>
    <pc:docChg chg="modSld">
      <pc:chgData name="Antonio Brogi" userId="5b438531-52eb-4e61-9e6e-617af7d51dbe" providerId="ADAL" clId="{77CA97B8-38E8-A040-8F9C-C1B5D36AED9B}" dt="2024-03-10T19:27:47.101" v="111"/>
      <pc:docMkLst>
        <pc:docMk/>
      </pc:docMkLst>
      <pc:sldChg chg="modSp">
        <pc:chgData name="Antonio Brogi" userId="5b438531-52eb-4e61-9e6e-617af7d51dbe" providerId="ADAL" clId="{77CA97B8-38E8-A040-8F9C-C1B5D36AED9B}" dt="2024-03-10T18:59:50.916" v="2" actId="6549"/>
        <pc:sldMkLst>
          <pc:docMk/>
          <pc:sldMk cId="1333812456" sldId="900"/>
        </pc:sldMkLst>
        <pc:spChg chg="mod">
          <ac:chgData name="Antonio Brogi" userId="5b438531-52eb-4e61-9e6e-617af7d51dbe" providerId="ADAL" clId="{77CA97B8-38E8-A040-8F9C-C1B5D36AED9B}" dt="2024-03-10T18:59:50.916" v="2" actId="6549"/>
          <ac:spMkLst>
            <pc:docMk/>
            <pc:sldMk cId="1333812456" sldId="900"/>
            <ac:spMk id="4" creationId="{00000000-0000-0000-0000-000000000000}"/>
          </ac:spMkLst>
        </pc:spChg>
      </pc:sldChg>
      <pc:sldChg chg="addSp modSp mod modAnim">
        <pc:chgData name="Antonio Brogi" userId="5b438531-52eb-4e61-9e6e-617af7d51dbe" providerId="ADAL" clId="{77CA97B8-38E8-A040-8F9C-C1B5D36AED9B}" dt="2024-03-10T19:12:22.951" v="59" actId="20577"/>
        <pc:sldMkLst>
          <pc:docMk/>
          <pc:sldMk cId="3443002390" sldId="1064"/>
        </pc:sldMkLst>
        <pc:spChg chg="add mod">
          <ac:chgData name="Antonio Brogi" userId="5b438531-52eb-4e61-9e6e-617af7d51dbe" providerId="ADAL" clId="{77CA97B8-38E8-A040-8F9C-C1B5D36AED9B}" dt="2024-03-10T19:12:22.951" v="59" actId="20577"/>
          <ac:spMkLst>
            <pc:docMk/>
            <pc:sldMk cId="3443002390" sldId="1064"/>
            <ac:spMk id="3" creationId="{24DDFC47-7D9D-0FB7-63FF-404ED7B6602A}"/>
          </ac:spMkLst>
        </pc:spChg>
      </pc:sldChg>
      <pc:sldChg chg="addSp modSp mod modAnim">
        <pc:chgData name="Antonio Brogi" userId="5b438531-52eb-4e61-9e6e-617af7d51dbe" providerId="ADAL" clId="{77CA97B8-38E8-A040-8F9C-C1B5D36AED9B}" dt="2024-03-10T19:27:47.101" v="111"/>
        <pc:sldMkLst>
          <pc:docMk/>
          <pc:sldMk cId="1914759627" sldId="1104"/>
        </pc:sldMkLst>
        <pc:picChg chg="add mod">
          <ac:chgData name="Antonio Brogi" userId="5b438531-52eb-4e61-9e6e-617af7d51dbe" providerId="ADAL" clId="{77CA97B8-38E8-A040-8F9C-C1B5D36AED9B}" dt="2024-03-10T19:26:01.420" v="107" actId="1076"/>
          <ac:picMkLst>
            <pc:docMk/>
            <pc:sldMk cId="1914759627" sldId="1104"/>
            <ac:picMk id="2" creationId="{40082EC2-0F32-D312-7255-38F8B366142C}"/>
          </ac:picMkLst>
        </pc:picChg>
      </pc:sldChg>
      <pc:sldChg chg="modSp mod modAnim">
        <pc:chgData name="Antonio Brogi" userId="5b438531-52eb-4e61-9e6e-617af7d51dbe" providerId="ADAL" clId="{77CA97B8-38E8-A040-8F9C-C1B5D36AED9B}" dt="2024-03-10T19:17:51.093" v="104" actId="1076"/>
        <pc:sldMkLst>
          <pc:docMk/>
          <pc:sldMk cId="3168253319" sldId="1117"/>
        </pc:sldMkLst>
        <pc:spChg chg="mod">
          <ac:chgData name="Antonio Brogi" userId="5b438531-52eb-4e61-9e6e-617af7d51dbe" providerId="ADAL" clId="{77CA97B8-38E8-A040-8F9C-C1B5D36AED9B}" dt="2024-03-10T19:17:51.093" v="104" actId="1076"/>
          <ac:spMkLst>
            <pc:docMk/>
            <pc:sldMk cId="3168253319" sldId="1117"/>
            <ac:spMk id="3" creationId="{6383BAB6-1C5F-4965-814B-856DFEF9BB09}"/>
          </ac:spMkLst>
        </pc:spChg>
        <pc:spChg chg="mod">
          <ac:chgData name="Antonio Brogi" userId="5b438531-52eb-4e61-9e6e-617af7d51dbe" providerId="ADAL" clId="{77CA97B8-38E8-A040-8F9C-C1B5D36AED9B}" dt="2024-03-10T19:17:35.911" v="101"/>
          <ac:spMkLst>
            <pc:docMk/>
            <pc:sldMk cId="3168253319" sldId="1117"/>
            <ac:spMk id="12" creationId="{74F11FE8-CDCA-4F19-9B8F-1EC59375A506}"/>
          </ac:spMkLst>
        </pc:spChg>
      </pc:sldChg>
    </pc:docChg>
  </pc:docChgLst>
  <pc:docChgLst>
    <pc:chgData name="Antonio Brogi" userId="5b438531-52eb-4e61-9e6e-617af7d51dbe" providerId="ADAL" clId="{25823D6A-3E9E-A046-8D4C-4DFE27C99C2E}"/>
    <pc:docChg chg="undo custSel modSld">
      <pc:chgData name="Antonio Brogi" userId="5b438531-52eb-4e61-9e6e-617af7d51dbe" providerId="ADAL" clId="{25823D6A-3E9E-A046-8D4C-4DFE27C99C2E}" dt="2024-03-12T20:16:53.107" v="22" actId="14100"/>
      <pc:docMkLst>
        <pc:docMk/>
      </pc:docMkLst>
      <pc:sldChg chg="modSp mod">
        <pc:chgData name="Antonio Brogi" userId="5b438531-52eb-4e61-9e6e-617af7d51dbe" providerId="ADAL" clId="{25823D6A-3E9E-A046-8D4C-4DFE27C99C2E}" dt="2024-03-12T20:16:53.107" v="22" actId="14100"/>
        <pc:sldMkLst>
          <pc:docMk/>
          <pc:sldMk cId="1252331544" sldId="920"/>
        </pc:sldMkLst>
        <pc:spChg chg="mod">
          <ac:chgData name="Antonio Brogi" userId="5b438531-52eb-4e61-9e6e-617af7d51dbe" providerId="ADAL" clId="{25823D6A-3E9E-A046-8D4C-4DFE27C99C2E}" dt="2024-03-12T20:16:46.091" v="20" actId="14100"/>
          <ac:spMkLst>
            <pc:docMk/>
            <pc:sldMk cId="1252331544" sldId="920"/>
            <ac:spMk id="17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49.608" v="21" actId="14100"/>
          <ac:spMkLst>
            <pc:docMk/>
            <pc:sldMk cId="1252331544" sldId="920"/>
            <ac:spMk id="18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53.107" v="22" actId="14100"/>
          <ac:spMkLst>
            <pc:docMk/>
            <pc:sldMk cId="1252331544" sldId="920"/>
            <ac:spMk id="19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17.724" v="14" actId="14100"/>
          <ac:spMkLst>
            <pc:docMk/>
            <pc:sldMk cId="1252331544" sldId="920"/>
            <ac:spMk id="20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17.724" v="14" actId="14100"/>
          <ac:spMkLst>
            <pc:docMk/>
            <pc:sldMk cId="1252331544" sldId="920"/>
            <ac:spMk id="21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17.724" v="14" actId="14100"/>
          <ac:spMkLst>
            <pc:docMk/>
            <pc:sldMk cId="1252331544" sldId="920"/>
            <ac:spMk id="22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17.724" v="14" actId="14100"/>
          <ac:spMkLst>
            <pc:docMk/>
            <pc:sldMk cId="1252331544" sldId="920"/>
            <ac:spMk id="23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22.796" v="15" actId="14100"/>
          <ac:spMkLst>
            <pc:docMk/>
            <pc:sldMk cId="1252331544" sldId="920"/>
            <ac:spMk id="24" creationId="{00000000-0000-0000-0000-000000000000}"/>
          </ac:spMkLst>
        </pc:spChg>
        <pc:spChg chg="mod">
          <ac:chgData name="Antonio Brogi" userId="5b438531-52eb-4e61-9e6e-617af7d51dbe" providerId="ADAL" clId="{25823D6A-3E9E-A046-8D4C-4DFE27C99C2E}" dt="2024-03-12T20:16:27.148" v="16" actId="14100"/>
          <ac:spMkLst>
            <pc:docMk/>
            <pc:sldMk cId="1252331544" sldId="920"/>
            <ac:spMk id="2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t" anchorCtr="0" compatLnSpc="1">
            <a:prstTxWarp prst="textNoShape">
              <a:avLst/>
            </a:prstTxWarp>
          </a:bodyPr>
          <a:lstStyle>
            <a:lvl1pPr defTabSz="88899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t" anchorCtr="0" compatLnSpc="1">
            <a:prstTxWarp prst="textNoShape">
              <a:avLst/>
            </a:prstTxWarp>
          </a:bodyPr>
          <a:lstStyle>
            <a:lvl1pPr algn="r" defTabSz="88899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26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b" anchorCtr="0" compatLnSpc="1">
            <a:prstTxWarp prst="textNoShape">
              <a:avLst/>
            </a:prstTxWarp>
          </a:bodyPr>
          <a:lstStyle>
            <a:lvl1pPr defTabSz="88899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26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b" anchorCtr="0" compatLnSpc="1">
            <a:prstTxWarp prst="textNoShape">
              <a:avLst/>
            </a:prstTxWarp>
          </a:bodyPr>
          <a:lstStyle>
            <a:lvl1pPr algn="r" defTabSz="888468" eaLnBrk="1" hangingPunct="1">
              <a:defRPr sz="1200" smtClean="0"/>
            </a:lvl1pPr>
          </a:lstStyle>
          <a:p>
            <a:pPr>
              <a:defRPr/>
            </a:pPr>
            <a:fld id="{697BA6AD-88C1-4DD2-82C6-DC965B8B2E39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9191386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t" anchorCtr="0" compatLnSpc="1">
            <a:prstTxWarp prst="textNoShape">
              <a:avLst/>
            </a:prstTxWarp>
          </a:bodyPr>
          <a:lstStyle>
            <a:lvl1pPr defTabSz="951055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t" anchorCtr="0" compatLnSpc="1">
            <a:prstTxWarp prst="textNoShape">
              <a:avLst/>
            </a:prstTxWarp>
          </a:bodyPr>
          <a:lstStyle>
            <a:lvl1pPr algn="r" defTabSz="951055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952"/>
            <a:ext cx="5438775" cy="4465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b" anchorCtr="0" compatLnSpc="1">
            <a:prstTxWarp prst="textNoShape">
              <a:avLst/>
            </a:prstTxWarp>
          </a:bodyPr>
          <a:lstStyle>
            <a:lvl1pPr defTabSz="951055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b" anchorCtr="0" compatLnSpc="1">
            <a:prstTxWarp prst="textNoShape">
              <a:avLst/>
            </a:prstTxWarp>
          </a:bodyPr>
          <a:lstStyle>
            <a:lvl1pPr algn="r" defTabSz="950566" eaLnBrk="1" hangingPunct="1">
              <a:defRPr sz="1400" smtClean="0"/>
            </a:lvl1pPr>
          </a:lstStyle>
          <a:p>
            <a:pPr>
              <a:defRPr/>
            </a:pPr>
            <a:fld id="{8A2402CF-129C-41CD-945E-0B6574C469CA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42040978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2402CF-129C-41CD-945E-0B6574C469CA}" type="slidenum">
              <a:rPr lang="it-IT" altLang="en-US" smtClean="0"/>
              <a:pPr>
                <a:defRPr/>
              </a:pPr>
              <a:t>1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429844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56792"/>
            <a:ext cx="10363200" cy="1470025"/>
          </a:xfrm>
          <a:noFill/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05292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737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626"/>
            <a:ext cx="12192000" cy="475083"/>
          </a:xfrm>
          <a:noFill/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-24680" y="908720"/>
            <a:ext cx="12192000" cy="5949280"/>
          </a:xfrm>
        </p:spPr>
        <p:txBody>
          <a:bodyPr/>
          <a:lstStyle>
            <a:lvl1pPr marL="14286" indent="0">
              <a:spcBef>
                <a:spcPts val="2400"/>
              </a:spcBef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539737" indent="-203195"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714357" indent="-158747">
              <a:buFont typeface="Courier New" panose="02070309020205020404" pitchFamily="49" charset="0"/>
              <a:buChar char="­"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6522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64C1E-2D73-4202-ADE0-C2545D618C4F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9213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981075"/>
            <a:ext cx="5755216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981075"/>
            <a:ext cx="5755217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28EE3-DC2C-4693-BDBC-2403E14C892A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401225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34C3C-7C20-4E8D-A168-944644FF2F47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23155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0B8A-0C0E-402C-A7DF-FB0FA7E713A3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426097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AA48C-D37A-4970-B2BA-0CFCAA78BE6B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080142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6EC64-DF54-4210-AF1D-96C37100C15D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42929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257BD-543C-4BF8-9F5B-CC20CC92A855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54179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6983F-1AD9-4523-A1CE-D9459B5B63C1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23397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1588"/>
            <a:ext cx="3048000" cy="645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88"/>
            <a:ext cx="8940800" cy="6451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549F0-A40D-4810-8A49-CEC1F413BF4E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122964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91"/>
            <a:ext cx="12192000" cy="7651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9184" y="981075"/>
            <a:ext cx="5755216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2" y="981075"/>
            <a:ext cx="5755217" cy="5472113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B033A-B3E6-4B30-81B5-708C06EC1635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18490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91"/>
            <a:ext cx="121920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h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6" y="981075"/>
            <a:ext cx="11713633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0953" y="6518278"/>
            <a:ext cx="781049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D380BC02-D829-4759-BCED-E065D06DA715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89" r:id="rId2"/>
    <p:sldLayoutId id="2147484079" r:id="rId3"/>
    <p:sldLayoutId id="2147484080" r:id="rId4"/>
    <p:sldLayoutId id="2147484081" r:id="rId5"/>
    <p:sldLayoutId id="2147484082" r:id="rId6"/>
    <p:sldLayoutId id="2147484083" r:id="rId7"/>
    <p:sldLayoutId id="2147484084" r:id="rId8"/>
    <p:sldLayoutId id="2147484085" r:id="rId9"/>
    <p:sldLayoutId id="2147484086" r:id="rId10"/>
    <p:sldLayoutId id="2147484087" r:id="rId11"/>
    <p:sldLayoutId id="214748408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SzPct val="110000"/>
        <a:buChar char="•"/>
        <a:defRPr sz="2800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SzPct val="95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SzPct val="70000"/>
        <a:buFont typeface="Arial Unicode MS" panose="020B0604020202020204" pitchFamily="34" charset="-128"/>
        <a:buChar char="-"/>
        <a:defRPr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Calibri" pitchFamily="34" charset="0"/>
          <a:cs typeface="Calibri" pitchFamily="34" charset="0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199456" y="404664"/>
            <a:ext cx="2212790" cy="3811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KEY PARTNERS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21974" y="404664"/>
            <a:ext cx="2520281" cy="1938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KEY ACTIVITIES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12246" y="2343203"/>
            <a:ext cx="2530010" cy="1895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KEY RESOURCES  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51984" y="404664"/>
            <a:ext cx="1871415" cy="3833873"/>
          </a:xfrm>
          <a:prstGeom prst="rect">
            <a:avLst/>
          </a:prstGeom>
          <a:solidFill>
            <a:srgbClr val="CDFD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VALUE PROPOSITIONS</a:t>
            </a: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endParaRPr lang="it-IT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820626" y="404664"/>
            <a:ext cx="1638583" cy="19385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CUSTOMER RELATIONSHIPS</a:t>
            </a:r>
          </a:p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7359" y="2354175"/>
            <a:ext cx="1641850" cy="18975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CHANNELS</a:t>
            </a:r>
          </a:p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73745" y="404664"/>
            <a:ext cx="1932089" cy="384709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CUSTOMER SEGMENTS</a:t>
            </a:r>
          </a:p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</a:p>
          <a:p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99456" y="4249508"/>
            <a:ext cx="5697186" cy="24918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COST STRUCTURE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1178" y="4249508"/>
            <a:ext cx="4507622" cy="24918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REVENUE STREAMS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33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16655</TotalTime>
  <Words>36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 Unicode MS</vt:lpstr>
      <vt:lpstr>Arial</vt:lpstr>
      <vt:lpstr>Calibri</vt:lpstr>
      <vt:lpstr>Courier New</vt:lpstr>
      <vt:lpstr>Trebuchet MS</vt:lpstr>
      <vt:lpstr>Verdana</vt:lpstr>
      <vt:lpstr>Wingdings</vt:lpstr>
      <vt:lpstr>Struttura predefinita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brogi</dc:creator>
  <cp:lastModifiedBy>Antonio Brogi</cp:lastModifiedBy>
  <cp:revision>2313</cp:revision>
  <cp:lastPrinted>2018-10-18T09:06:57Z</cp:lastPrinted>
  <dcterms:created xsi:type="dcterms:W3CDTF">2008-04-15T17:09:28Z</dcterms:created>
  <dcterms:modified xsi:type="dcterms:W3CDTF">2024-03-13T07:07:34Z</dcterms:modified>
</cp:coreProperties>
</file>