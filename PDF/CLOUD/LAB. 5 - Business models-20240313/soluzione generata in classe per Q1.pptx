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920" r:id="rId2"/>
  </p:sldIdLst>
  <p:sldSz cx="12192000" cy="6858000"/>
  <p:notesSz cx="6797675" cy="9926638"/>
  <p:defaultTextStyle>
    <a:defPPr>
      <a:defRPr lang="it-IT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FFCC00"/>
    <a:srgbClr val="FF0000"/>
    <a:srgbClr val="3333CC"/>
    <a:srgbClr val="FF7C80"/>
    <a:srgbClr val="6699FF"/>
    <a:srgbClr val="FF9933"/>
    <a:srgbClr val="3399FF"/>
    <a:srgbClr val="D5CC14"/>
    <a:srgbClr val="E4EF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801E35-31D4-D447-80D9-63113072E7C3}" v="1075" dt="2024-03-13T10:58:51.1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vertBarState="minimized">
    <p:restoredLeft sz="7013" autoAdjust="0"/>
    <p:restoredTop sz="96054" autoAdjust="0"/>
  </p:normalViewPr>
  <p:slideViewPr>
    <p:cSldViewPr>
      <p:cViewPr varScale="1">
        <p:scale>
          <a:sx n="123" d="100"/>
          <a:sy n="123" d="100"/>
        </p:scale>
        <p:origin x="1688" y="184"/>
      </p:cViewPr>
      <p:guideLst>
        <p:guide orient="horz" pos="2160"/>
        <p:guide pos="3840"/>
      </p:guideLst>
    </p:cSldViewPr>
  </p:slideViewPr>
  <p:notesTextViewPr>
    <p:cViewPr>
      <p:scale>
        <a:sx n="200" d="100"/>
        <a:sy n="200" d="100"/>
      </p:scale>
      <p:origin x="0" y="0"/>
    </p:cViewPr>
  </p:notesTextViewPr>
  <p:sorterViewPr>
    <p:cViewPr varScale="1">
      <p:scale>
        <a:sx n="1" d="1"/>
        <a:sy n="1" d="1"/>
      </p:scale>
      <p:origin x="0" y="-5418"/>
    </p:cViewPr>
  </p:sorterViewPr>
  <p:notesViewPr>
    <p:cSldViewPr>
      <p:cViewPr>
        <p:scale>
          <a:sx n="66" d="100"/>
          <a:sy n="66" d="100"/>
        </p:scale>
        <p:origin x="1452" y="336"/>
      </p:cViewPr>
      <p:guideLst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onio Brogi" userId="5b438531-52eb-4e61-9e6e-617af7d51dbe" providerId="ADAL" clId="{C0B457C7-9AAC-C040-8049-AF5D0925013B}"/>
    <pc:docChg chg="delSld">
      <pc:chgData name="Antonio Brogi" userId="5b438531-52eb-4e61-9e6e-617af7d51dbe" providerId="ADAL" clId="{C0B457C7-9AAC-C040-8049-AF5D0925013B}" dt="2024-03-13T19:09:05.418" v="5" actId="2696"/>
      <pc:docMkLst>
        <pc:docMk/>
      </pc:docMkLst>
      <pc:sldChg chg="del">
        <pc:chgData name="Antonio Brogi" userId="5b438531-52eb-4e61-9e6e-617af7d51dbe" providerId="ADAL" clId="{C0B457C7-9AAC-C040-8049-AF5D0925013B}" dt="2024-03-13T19:09:02.838" v="0" actId="2696"/>
        <pc:sldMkLst>
          <pc:docMk/>
          <pc:sldMk cId="3062614575" sldId="925"/>
        </pc:sldMkLst>
      </pc:sldChg>
      <pc:sldChg chg="del">
        <pc:chgData name="Antonio Brogi" userId="5b438531-52eb-4e61-9e6e-617af7d51dbe" providerId="ADAL" clId="{C0B457C7-9AAC-C040-8049-AF5D0925013B}" dt="2024-03-13T19:09:02.841" v="1" actId="2696"/>
        <pc:sldMkLst>
          <pc:docMk/>
          <pc:sldMk cId="2768539643" sldId="1119"/>
        </pc:sldMkLst>
      </pc:sldChg>
      <pc:sldChg chg="del">
        <pc:chgData name="Antonio Brogi" userId="5b438531-52eb-4e61-9e6e-617af7d51dbe" providerId="ADAL" clId="{C0B457C7-9AAC-C040-8049-AF5D0925013B}" dt="2024-03-13T19:09:05.412" v="2" actId="2696"/>
        <pc:sldMkLst>
          <pc:docMk/>
          <pc:sldMk cId="3928269600" sldId="1122"/>
        </pc:sldMkLst>
      </pc:sldChg>
      <pc:sldChg chg="del">
        <pc:chgData name="Antonio Brogi" userId="5b438531-52eb-4e61-9e6e-617af7d51dbe" providerId="ADAL" clId="{C0B457C7-9AAC-C040-8049-AF5D0925013B}" dt="2024-03-13T19:09:05.416" v="4" actId="2696"/>
        <pc:sldMkLst>
          <pc:docMk/>
          <pc:sldMk cId="1029866429" sldId="1123"/>
        </pc:sldMkLst>
      </pc:sldChg>
      <pc:sldChg chg="del">
        <pc:chgData name="Antonio Brogi" userId="5b438531-52eb-4e61-9e6e-617af7d51dbe" providerId="ADAL" clId="{C0B457C7-9AAC-C040-8049-AF5D0925013B}" dt="2024-03-13T19:09:05.414" v="3" actId="2696"/>
        <pc:sldMkLst>
          <pc:docMk/>
          <pc:sldMk cId="3641193989" sldId="1124"/>
        </pc:sldMkLst>
      </pc:sldChg>
      <pc:sldChg chg="del">
        <pc:chgData name="Antonio Brogi" userId="5b438531-52eb-4e61-9e6e-617af7d51dbe" providerId="ADAL" clId="{C0B457C7-9AAC-C040-8049-AF5D0925013B}" dt="2024-03-13T19:09:05.418" v="5" actId="2696"/>
        <pc:sldMkLst>
          <pc:docMk/>
          <pc:sldMk cId="854026698" sldId="1125"/>
        </pc:sldMkLst>
      </pc:sldChg>
    </pc:docChg>
  </pc:docChgLst>
  <pc:docChgLst>
    <pc:chgData name="Antonio Brogi" userId="5b438531-52eb-4e61-9e6e-617af7d51dbe" providerId="ADAL" clId="{24801E35-31D4-D447-80D9-63113072E7C3}"/>
    <pc:docChg chg="addSld delSld modSld">
      <pc:chgData name="Antonio Brogi" userId="5b438531-52eb-4e61-9e6e-617af7d51dbe" providerId="ADAL" clId="{24801E35-31D4-D447-80D9-63113072E7C3}" dt="2024-03-13T19:07:50.034" v="1102" actId="6549"/>
      <pc:docMkLst>
        <pc:docMk/>
      </pc:docMkLst>
      <pc:sldChg chg="addSp modSp add mod">
        <pc:chgData name="Antonio Brogi" userId="5b438531-52eb-4e61-9e6e-617af7d51dbe" providerId="ADAL" clId="{24801E35-31D4-D447-80D9-63113072E7C3}" dt="2024-03-13T19:07:18.471" v="1094" actId="6549"/>
        <pc:sldMkLst>
          <pc:docMk/>
          <pc:sldMk cId="1252331544" sldId="920"/>
        </pc:sldMkLst>
        <pc:spChg chg="add mod">
          <ac:chgData name="Antonio Brogi" userId="5b438531-52eb-4e61-9e6e-617af7d51dbe" providerId="ADAL" clId="{24801E35-31D4-D447-80D9-63113072E7C3}" dt="2024-03-13T19:07:18.471" v="1094" actId="6549"/>
          <ac:spMkLst>
            <pc:docMk/>
            <pc:sldMk cId="1252331544" sldId="920"/>
            <ac:spMk id="3" creationId="{2D68BFD5-DA63-955E-5800-446E95D4955D}"/>
          </ac:spMkLst>
        </pc:spChg>
        <pc:spChg chg="mod">
          <ac:chgData name="Antonio Brogi" userId="5b438531-52eb-4e61-9e6e-617af7d51dbe" providerId="ADAL" clId="{24801E35-31D4-D447-80D9-63113072E7C3}" dt="2024-03-13T10:54:25.165" v="1032" actId="20577"/>
          <ac:spMkLst>
            <pc:docMk/>
            <pc:sldMk cId="1252331544" sldId="920"/>
            <ac:spMk id="17" creationId="{00000000-0000-0000-0000-000000000000}"/>
          </ac:spMkLst>
        </pc:spChg>
        <pc:spChg chg="mod">
          <ac:chgData name="Antonio Brogi" userId="5b438531-52eb-4e61-9e6e-617af7d51dbe" providerId="ADAL" clId="{24801E35-31D4-D447-80D9-63113072E7C3}" dt="2024-03-13T10:46:05.456" v="666" actId="20577"/>
          <ac:spMkLst>
            <pc:docMk/>
            <pc:sldMk cId="1252331544" sldId="920"/>
            <ac:spMk id="18" creationId="{00000000-0000-0000-0000-000000000000}"/>
          </ac:spMkLst>
        </pc:spChg>
        <pc:spChg chg="mod">
          <ac:chgData name="Antonio Brogi" userId="5b438531-52eb-4e61-9e6e-617af7d51dbe" providerId="ADAL" clId="{24801E35-31D4-D447-80D9-63113072E7C3}" dt="2024-03-13T10:55:48.799" v="1059" actId="20577"/>
          <ac:spMkLst>
            <pc:docMk/>
            <pc:sldMk cId="1252331544" sldId="920"/>
            <ac:spMk id="19" creationId="{00000000-0000-0000-0000-000000000000}"/>
          </ac:spMkLst>
        </pc:spChg>
        <pc:spChg chg="mod">
          <ac:chgData name="Antonio Brogi" userId="5b438531-52eb-4e61-9e6e-617af7d51dbe" providerId="ADAL" clId="{24801E35-31D4-D447-80D9-63113072E7C3}" dt="2024-03-13T10:41:12.778" v="305" actId="20577"/>
          <ac:spMkLst>
            <pc:docMk/>
            <pc:sldMk cId="1252331544" sldId="920"/>
            <ac:spMk id="20" creationId="{00000000-0000-0000-0000-000000000000}"/>
          </ac:spMkLst>
        </pc:spChg>
        <pc:spChg chg="mod">
          <ac:chgData name="Antonio Brogi" userId="5b438531-52eb-4e61-9e6e-617af7d51dbe" providerId="ADAL" clId="{24801E35-31D4-D447-80D9-63113072E7C3}" dt="2024-03-13T10:58:51.101" v="1090" actId="20577"/>
          <ac:spMkLst>
            <pc:docMk/>
            <pc:sldMk cId="1252331544" sldId="920"/>
            <ac:spMk id="21" creationId="{00000000-0000-0000-0000-000000000000}"/>
          </ac:spMkLst>
        </pc:spChg>
        <pc:spChg chg="mod">
          <ac:chgData name="Antonio Brogi" userId="5b438531-52eb-4e61-9e6e-617af7d51dbe" providerId="ADAL" clId="{24801E35-31D4-D447-80D9-63113072E7C3}" dt="2024-03-13T10:52:48.839" v="1014" actId="20577"/>
          <ac:spMkLst>
            <pc:docMk/>
            <pc:sldMk cId="1252331544" sldId="920"/>
            <ac:spMk id="22" creationId="{00000000-0000-0000-0000-000000000000}"/>
          </ac:spMkLst>
        </pc:spChg>
        <pc:spChg chg="mod">
          <ac:chgData name="Antonio Brogi" userId="5b438531-52eb-4e61-9e6e-617af7d51dbe" providerId="ADAL" clId="{24801E35-31D4-D447-80D9-63113072E7C3}" dt="2024-03-13T10:42:55.993" v="472" actId="20577"/>
          <ac:spMkLst>
            <pc:docMk/>
            <pc:sldMk cId="1252331544" sldId="920"/>
            <ac:spMk id="23" creationId="{00000000-0000-0000-0000-000000000000}"/>
          </ac:spMkLst>
        </pc:spChg>
        <pc:spChg chg="mod">
          <ac:chgData name="Antonio Brogi" userId="5b438531-52eb-4e61-9e6e-617af7d51dbe" providerId="ADAL" clId="{24801E35-31D4-D447-80D9-63113072E7C3}" dt="2024-03-13T10:52:07.735" v="1007" actId="20577"/>
          <ac:spMkLst>
            <pc:docMk/>
            <pc:sldMk cId="1252331544" sldId="920"/>
            <ac:spMk id="24" creationId="{00000000-0000-0000-0000-000000000000}"/>
          </ac:spMkLst>
        </pc:spChg>
        <pc:spChg chg="mod">
          <ac:chgData name="Antonio Brogi" userId="5b438531-52eb-4e61-9e6e-617af7d51dbe" providerId="ADAL" clId="{24801E35-31D4-D447-80D9-63113072E7C3}" dt="2024-03-13T10:50:38.008" v="939" actId="20577"/>
          <ac:spMkLst>
            <pc:docMk/>
            <pc:sldMk cId="1252331544" sldId="920"/>
            <ac:spMk id="25" creationId="{00000000-0000-0000-0000-000000000000}"/>
          </ac:spMkLst>
        </pc:spChg>
        <pc:picChg chg="add mod">
          <ac:chgData name="Antonio Brogi" userId="5b438531-52eb-4e61-9e6e-617af7d51dbe" providerId="ADAL" clId="{24801E35-31D4-D447-80D9-63113072E7C3}" dt="2024-03-13T07:07:56.701" v="7" actId="14100"/>
          <ac:picMkLst>
            <pc:docMk/>
            <pc:sldMk cId="1252331544" sldId="920"/>
            <ac:picMk id="2" creationId="{98B4FF0B-5E9D-BFF1-3241-5DDBF021EEDD}"/>
          </ac:picMkLst>
        </pc:picChg>
      </pc:sldChg>
      <pc:sldChg chg="modSp mod">
        <pc:chgData name="Antonio Brogi" userId="5b438531-52eb-4e61-9e6e-617af7d51dbe" providerId="ADAL" clId="{24801E35-31D4-D447-80D9-63113072E7C3}" dt="2024-03-13T19:07:10.967" v="1092" actId="6549"/>
        <pc:sldMkLst>
          <pc:docMk/>
          <pc:sldMk cId="2768539643" sldId="1119"/>
        </pc:sldMkLst>
        <pc:spChg chg="mod">
          <ac:chgData name="Antonio Brogi" userId="5b438531-52eb-4e61-9e6e-617af7d51dbe" providerId="ADAL" clId="{24801E35-31D4-D447-80D9-63113072E7C3}" dt="2024-03-13T19:07:10.967" v="1092" actId="6549"/>
          <ac:spMkLst>
            <pc:docMk/>
            <pc:sldMk cId="2768539643" sldId="1119"/>
            <ac:spMk id="2" creationId="{BD5DCEF0-7092-91BD-DBDE-C94B68DED5D0}"/>
          </ac:spMkLst>
        </pc:spChg>
      </pc:sldChg>
      <pc:sldChg chg="del modAnim">
        <pc:chgData name="Antonio Brogi" userId="5b438531-52eb-4e61-9e6e-617af7d51dbe" providerId="ADAL" clId="{24801E35-31D4-D447-80D9-63113072E7C3}" dt="2024-03-13T07:09:06.001" v="19" actId="2696"/>
        <pc:sldMkLst>
          <pc:docMk/>
          <pc:sldMk cId="576798477" sldId="1120"/>
        </pc:sldMkLst>
      </pc:sldChg>
      <pc:sldChg chg="modSp mod modAnim">
        <pc:chgData name="Antonio Brogi" userId="5b438531-52eb-4e61-9e6e-617af7d51dbe" providerId="ADAL" clId="{24801E35-31D4-D447-80D9-63113072E7C3}" dt="2024-03-13T19:07:27.613" v="1096" actId="6549"/>
        <pc:sldMkLst>
          <pc:docMk/>
          <pc:sldMk cId="3928269600" sldId="1122"/>
        </pc:sldMkLst>
        <pc:spChg chg="mod">
          <ac:chgData name="Antonio Brogi" userId="5b438531-52eb-4e61-9e6e-617af7d51dbe" providerId="ADAL" clId="{24801E35-31D4-D447-80D9-63113072E7C3}" dt="2024-03-13T19:07:27.613" v="1096" actId="6549"/>
          <ac:spMkLst>
            <pc:docMk/>
            <pc:sldMk cId="3928269600" sldId="1122"/>
            <ac:spMk id="2" creationId="{BD5DCEF0-7092-91BD-DBDE-C94B68DED5D0}"/>
          </ac:spMkLst>
        </pc:spChg>
      </pc:sldChg>
      <pc:sldChg chg="modSp mod modAnim">
        <pc:chgData name="Antonio Brogi" userId="5b438531-52eb-4e61-9e6e-617af7d51dbe" providerId="ADAL" clId="{24801E35-31D4-D447-80D9-63113072E7C3}" dt="2024-03-13T19:07:41.285" v="1100" actId="6549"/>
        <pc:sldMkLst>
          <pc:docMk/>
          <pc:sldMk cId="1029866429" sldId="1123"/>
        </pc:sldMkLst>
        <pc:spChg chg="mod">
          <ac:chgData name="Antonio Brogi" userId="5b438531-52eb-4e61-9e6e-617af7d51dbe" providerId="ADAL" clId="{24801E35-31D4-D447-80D9-63113072E7C3}" dt="2024-03-13T19:07:41.285" v="1100" actId="6549"/>
          <ac:spMkLst>
            <pc:docMk/>
            <pc:sldMk cId="1029866429" sldId="1123"/>
            <ac:spMk id="2" creationId="{BD5DCEF0-7092-91BD-DBDE-C94B68DED5D0}"/>
          </ac:spMkLst>
        </pc:spChg>
        <pc:spChg chg="mod">
          <ac:chgData name="Antonio Brogi" userId="5b438531-52eb-4e61-9e6e-617af7d51dbe" providerId="ADAL" clId="{24801E35-31D4-D447-80D9-63113072E7C3}" dt="2024-03-13T07:06:12.653" v="1" actId="14100"/>
          <ac:spMkLst>
            <pc:docMk/>
            <pc:sldMk cId="1029866429" sldId="1123"/>
            <ac:spMk id="7" creationId="{27609C45-5CC0-6555-3E8A-C3279BBDC6D1}"/>
          </ac:spMkLst>
        </pc:spChg>
      </pc:sldChg>
      <pc:sldChg chg="modSp mod">
        <pc:chgData name="Antonio Brogi" userId="5b438531-52eb-4e61-9e6e-617af7d51dbe" providerId="ADAL" clId="{24801E35-31D4-D447-80D9-63113072E7C3}" dt="2024-03-13T19:07:34.672" v="1098" actId="6549"/>
        <pc:sldMkLst>
          <pc:docMk/>
          <pc:sldMk cId="3641193989" sldId="1124"/>
        </pc:sldMkLst>
        <pc:spChg chg="mod">
          <ac:chgData name="Antonio Brogi" userId="5b438531-52eb-4e61-9e6e-617af7d51dbe" providerId="ADAL" clId="{24801E35-31D4-D447-80D9-63113072E7C3}" dt="2024-03-13T19:07:34.672" v="1098" actId="6549"/>
          <ac:spMkLst>
            <pc:docMk/>
            <pc:sldMk cId="3641193989" sldId="1124"/>
            <ac:spMk id="2" creationId="{BD5DCEF0-7092-91BD-DBDE-C94B68DED5D0}"/>
          </ac:spMkLst>
        </pc:spChg>
      </pc:sldChg>
      <pc:sldChg chg="modSp mod">
        <pc:chgData name="Antonio Brogi" userId="5b438531-52eb-4e61-9e6e-617af7d51dbe" providerId="ADAL" clId="{24801E35-31D4-D447-80D9-63113072E7C3}" dt="2024-03-13T19:07:50.034" v="1102" actId="6549"/>
        <pc:sldMkLst>
          <pc:docMk/>
          <pc:sldMk cId="854026698" sldId="1125"/>
        </pc:sldMkLst>
        <pc:spChg chg="mod">
          <ac:chgData name="Antonio Brogi" userId="5b438531-52eb-4e61-9e6e-617af7d51dbe" providerId="ADAL" clId="{24801E35-31D4-D447-80D9-63113072E7C3}" dt="2024-03-13T19:07:50.034" v="1102" actId="6549"/>
          <ac:spMkLst>
            <pc:docMk/>
            <pc:sldMk cId="854026698" sldId="1125"/>
            <ac:spMk id="2" creationId="{BD5DCEF0-7092-91BD-DBDE-C94B68DED5D0}"/>
          </ac:spMkLst>
        </pc:spChg>
      </pc:sldChg>
    </pc:docChg>
  </pc:docChgLst>
  <pc:docChgLst>
    <pc:chgData name="Antonio Brogi" userId="5b438531-52eb-4e61-9e6e-617af7d51dbe" providerId="ADAL" clId="{77CA97B8-38E8-A040-8F9C-C1B5D36AED9B}"/>
    <pc:docChg chg="modSld">
      <pc:chgData name="Antonio Brogi" userId="5b438531-52eb-4e61-9e6e-617af7d51dbe" providerId="ADAL" clId="{77CA97B8-38E8-A040-8F9C-C1B5D36AED9B}" dt="2024-03-10T19:27:47.101" v="111"/>
      <pc:docMkLst>
        <pc:docMk/>
      </pc:docMkLst>
      <pc:sldChg chg="modSp">
        <pc:chgData name="Antonio Brogi" userId="5b438531-52eb-4e61-9e6e-617af7d51dbe" providerId="ADAL" clId="{77CA97B8-38E8-A040-8F9C-C1B5D36AED9B}" dt="2024-03-10T18:59:50.916" v="2" actId="6549"/>
        <pc:sldMkLst>
          <pc:docMk/>
          <pc:sldMk cId="1333812456" sldId="900"/>
        </pc:sldMkLst>
        <pc:spChg chg="mod">
          <ac:chgData name="Antonio Brogi" userId="5b438531-52eb-4e61-9e6e-617af7d51dbe" providerId="ADAL" clId="{77CA97B8-38E8-A040-8F9C-C1B5D36AED9B}" dt="2024-03-10T18:59:50.916" v="2" actId="6549"/>
          <ac:spMkLst>
            <pc:docMk/>
            <pc:sldMk cId="1333812456" sldId="900"/>
            <ac:spMk id="4" creationId="{00000000-0000-0000-0000-000000000000}"/>
          </ac:spMkLst>
        </pc:spChg>
      </pc:sldChg>
      <pc:sldChg chg="addSp modSp mod modAnim">
        <pc:chgData name="Antonio Brogi" userId="5b438531-52eb-4e61-9e6e-617af7d51dbe" providerId="ADAL" clId="{77CA97B8-38E8-A040-8F9C-C1B5D36AED9B}" dt="2024-03-10T19:12:22.951" v="59" actId="20577"/>
        <pc:sldMkLst>
          <pc:docMk/>
          <pc:sldMk cId="3443002390" sldId="1064"/>
        </pc:sldMkLst>
        <pc:spChg chg="add mod">
          <ac:chgData name="Antonio Brogi" userId="5b438531-52eb-4e61-9e6e-617af7d51dbe" providerId="ADAL" clId="{77CA97B8-38E8-A040-8F9C-C1B5D36AED9B}" dt="2024-03-10T19:12:22.951" v="59" actId="20577"/>
          <ac:spMkLst>
            <pc:docMk/>
            <pc:sldMk cId="3443002390" sldId="1064"/>
            <ac:spMk id="3" creationId="{24DDFC47-7D9D-0FB7-63FF-404ED7B6602A}"/>
          </ac:spMkLst>
        </pc:spChg>
      </pc:sldChg>
      <pc:sldChg chg="addSp modSp mod modAnim">
        <pc:chgData name="Antonio Brogi" userId="5b438531-52eb-4e61-9e6e-617af7d51dbe" providerId="ADAL" clId="{77CA97B8-38E8-A040-8F9C-C1B5D36AED9B}" dt="2024-03-10T19:27:47.101" v="111"/>
        <pc:sldMkLst>
          <pc:docMk/>
          <pc:sldMk cId="1914759627" sldId="1104"/>
        </pc:sldMkLst>
        <pc:picChg chg="add mod">
          <ac:chgData name="Antonio Brogi" userId="5b438531-52eb-4e61-9e6e-617af7d51dbe" providerId="ADAL" clId="{77CA97B8-38E8-A040-8F9C-C1B5D36AED9B}" dt="2024-03-10T19:26:01.420" v="107" actId="1076"/>
          <ac:picMkLst>
            <pc:docMk/>
            <pc:sldMk cId="1914759627" sldId="1104"/>
            <ac:picMk id="2" creationId="{40082EC2-0F32-D312-7255-38F8B366142C}"/>
          </ac:picMkLst>
        </pc:picChg>
      </pc:sldChg>
      <pc:sldChg chg="modSp mod modAnim">
        <pc:chgData name="Antonio Brogi" userId="5b438531-52eb-4e61-9e6e-617af7d51dbe" providerId="ADAL" clId="{77CA97B8-38E8-A040-8F9C-C1B5D36AED9B}" dt="2024-03-10T19:17:51.093" v="104" actId="1076"/>
        <pc:sldMkLst>
          <pc:docMk/>
          <pc:sldMk cId="3168253319" sldId="1117"/>
        </pc:sldMkLst>
        <pc:spChg chg="mod">
          <ac:chgData name="Antonio Brogi" userId="5b438531-52eb-4e61-9e6e-617af7d51dbe" providerId="ADAL" clId="{77CA97B8-38E8-A040-8F9C-C1B5D36AED9B}" dt="2024-03-10T19:17:51.093" v="104" actId="1076"/>
          <ac:spMkLst>
            <pc:docMk/>
            <pc:sldMk cId="3168253319" sldId="1117"/>
            <ac:spMk id="3" creationId="{6383BAB6-1C5F-4965-814B-856DFEF9BB09}"/>
          </ac:spMkLst>
        </pc:spChg>
        <pc:spChg chg="mod">
          <ac:chgData name="Antonio Brogi" userId="5b438531-52eb-4e61-9e6e-617af7d51dbe" providerId="ADAL" clId="{77CA97B8-38E8-A040-8F9C-C1B5D36AED9B}" dt="2024-03-10T19:17:35.911" v="101"/>
          <ac:spMkLst>
            <pc:docMk/>
            <pc:sldMk cId="3168253319" sldId="1117"/>
            <ac:spMk id="12" creationId="{74F11FE8-CDCA-4F19-9B8F-1EC59375A50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2946400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964" tIns="44482" rIns="88964" bIns="44482" numCol="1" anchor="t" anchorCtr="0" compatLnSpc="1">
            <a:prstTxWarp prst="textNoShape">
              <a:avLst/>
            </a:prstTxWarp>
          </a:bodyPr>
          <a:lstStyle>
            <a:lvl1pPr defTabSz="888995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266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2"/>
            <a:ext cx="2946400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964" tIns="44482" rIns="88964" bIns="44482" numCol="1" anchor="t" anchorCtr="0" compatLnSpc="1">
            <a:prstTxWarp prst="textNoShape">
              <a:avLst/>
            </a:prstTxWarp>
          </a:bodyPr>
          <a:lstStyle>
            <a:lvl1pPr algn="r" defTabSz="888995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266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712"/>
            <a:ext cx="2946400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964" tIns="44482" rIns="88964" bIns="44482" numCol="1" anchor="b" anchorCtr="0" compatLnSpc="1">
            <a:prstTxWarp prst="textNoShape">
              <a:avLst/>
            </a:prstTxWarp>
          </a:bodyPr>
          <a:lstStyle>
            <a:lvl1pPr defTabSz="888995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266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28712"/>
            <a:ext cx="2946400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964" tIns="44482" rIns="88964" bIns="44482" numCol="1" anchor="b" anchorCtr="0" compatLnSpc="1">
            <a:prstTxWarp prst="textNoShape">
              <a:avLst/>
            </a:prstTxWarp>
          </a:bodyPr>
          <a:lstStyle>
            <a:lvl1pPr algn="r" defTabSz="888468" eaLnBrk="1" hangingPunct="1">
              <a:defRPr sz="1200" smtClean="0"/>
            </a:lvl1pPr>
          </a:lstStyle>
          <a:p>
            <a:pPr>
              <a:defRPr/>
            </a:pPr>
            <a:fld id="{697BA6AD-88C1-4DD2-82C6-DC965B8B2E39}" type="slidenum">
              <a:rPr lang="it-IT" altLang="en-US"/>
              <a:pPr>
                <a:defRPr/>
              </a:pPr>
              <a:t>‹#›</a:t>
            </a:fld>
            <a:endParaRPr lang="it-IT" altLang="en-US"/>
          </a:p>
        </p:txBody>
      </p:sp>
    </p:spTree>
    <p:extLst>
      <p:ext uri="{BB962C8B-B14F-4D97-AF65-F5344CB8AC3E}">
        <p14:creationId xmlns:p14="http://schemas.microsoft.com/office/powerpoint/2010/main" val="29191386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2946400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101" tIns="47551" rIns="95101" bIns="47551" numCol="1" anchor="t" anchorCtr="0" compatLnSpc="1">
            <a:prstTxWarp prst="textNoShape">
              <a:avLst/>
            </a:prstTxWarp>
          </a:bodyPr>
          <a:lstStyle>
            <a:lvl1pPr defTabSz="951055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2"/>
            <a:ext cx="2946400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101" tIns="47551" rIns="95101" bIns="47551" numCol="1" anchor="t" anchorCtr="0" compatLnSpc="1">
            <a:prstTxWarp prst="textNoShape">
              <a:avLst/>
            </a:prstTxWarp>
          </a:bodyPr>
          <a:lstStyle>
            <a:lvl1pPr algn="r" defTabSz="951055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" y="744538"/>
            <a:ext cx="6613525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5952"/>
            <a:ext cx="5438775" cy="44653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101" tIns="47551" rIns="95101" bIns="4755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noProof="0"/>
              <a:t>Fare clic per modificare gli stili del testo dello schema</a:t>
            </a:r>
          </a:p>
          <a:p>
            <a:pPr lvl="1"/>
            <a:r>
              <a:rPr lang="it-IT" noProof="0"/>
              <a:t>Secondo livello</a:t>
            </a:r>
          </a:p>
          <a:p>
            <a:pPr lvl="2"/>
            <a:r>
              <a:rPr lang="it-IT" noProof="0"/>
              <a:t>Terzo livello</a:t>
            </a:r>
          </a:p>
          <a:p>
            <a:pPr lvl="3"/>
            <a:r>
              <a:rPr lang="it-IT" noProof="0"/>
              <a:t>Quarto livello</a:t>
            </a:r>
          </a:p>
          <a:p>
            <a:pPr lvl="4"/>
            <a:r>
              <a:rPr lang="it-IT" noProof="0"/>
              <a:t>Quinto livello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712"/>
            <a:ext cx="2946400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101" tIns="47551" rIns="95101" bIns="47551" numCol="1" anchor="b" anchorCtr="0" compatLnSpc="1">
            <a:prstTxWarp prst="textNoShape">
              <a:avLst/>
            </a:prstTxWarp>
          </a:bodyPr>
          <a:lstStyle>
            <a:lvl1pPr defTabSz="951055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8712"/>
            <a:ext cx="2946400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101" tIns="47551" rIns="95101" bIns="47551" numCol="1" anchor="b" anchorCtr="0" compatLnSpc="1">
            <a:prstTxWarp prst="textNoShape">
              <a:avLst/>
            </a:prstTxWarp>
          </a:bodyPr>
          <a:lstStyle>
            <a:lvl1pPr algn="r" defTabSz="950566" eaLnBrk="1" hangingPunct="1">
              <a:defRPr sz="1400" smtClean="0"/>
            </a:lvl1pPr>
          </a:lstStyle>
          <a:p>
            <a:pPr>
              <a:defRPr/>
            </a:pPr>
            <a:fld id="{8A2402CF-129C-41CD-945E-0B6574C469CA}" type="slidenum">
              <a:rPr lang="it-IT" altLang="en-US"/>
              <a:pPr>
                <a:defRPr/>
              </a:pPr>
              <a:t>‹#›</a:t>
            </a:fld>
            <a:endParaRPr lang="it-IT" altLang="en-US"/>
          </a:p>
        </p:txBody>
      </p:sp>
    </p:spTree>
    <p:extLst>
      <p:ext uri="{BB962C8B-B14F-4D97-AF65-F5344CB8AC3E}">
        <p14:creationId xmlns:p14="http://schemas.microsoft.com/office/powerpoint/2010/main" val="420409784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2402CF-129C-41CD-945E-0B6574C469CA}" type="slidenum">
              <a:rPr lang="it-IT" altLang="en-US" smtClean="0"/>
              <a:pPr>
                <a:defRPr/>
              </a:pPr>
              <a:t>1</a:t>
            </a:fld>
            <a:endParaRPr lang="it-IT" altLang="en-US"/>
          </a:p>
        </p:txBody>
      </p:sp>
    </p:spTree>
    <p:extLst>
      <p:ext uri="{BB962C8B-B14F-4D97-AF65-F5344CB8AC3E}">
        <p14:creationId xmlns:p14="http://schemas.microsoft.com/office/powerpoint/2010/main" val="1429844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556792"/>
            <a:ext cx="10363200" cy="1470025"/>
          </a:xfrm>
          <a:noFill/>
        </p:spPr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t-IT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105292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189" indent="0" algn="ctr">
              <a:buNone/>
              <a:defRPr/>
            </a:lvl2pPr>
            <a:lvl3pPr marL="914377" indent="0" algn="ctr">
              <a:buNone/>
              <a:defRPr/>
            </a:lvl3pPr>
            <a:lvl4pPr marL="1371566" indent="0" algn="ctr">
              <a:buNone/>
              <a:defRPr/>
            </a:lvl4pPr>
            <a:lvl5pPr marL="1828754" indent="0" algn="ctr">
              <a:buNone/>
              <a:defRPr/>
            </a:lvl5pPr>
            <a:lvl6pPr marL="2285943" indent="0" algn="ctr">
              <a:buNone/>
              <a:defRPr/>
            </a:lvl6pPr>
            <a:lvl7pPr marL="2743131" indent="0" algn="ctr">
              <a:buNone/>
              <a:defRPr/>
            </a:lvl7pPr>
            <a:lvl8pPr marL="3200320" indent="0" algn="ctr">
              <a:buNone/>
              <a:defRPr/>
            </a:lvl8pPr>
            <a:lvl9pPr marL="3657509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77376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4626"/>
            <a:ext cx="12192000" cy="475083"/>
          </a:xfrm>
          <a:noFill/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t-IT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-24680" y="908720"/>
            <a:ext cx="12192000" cy="5949280"/>
          </a:xfrm>
        </p:spPr>
        <p:txBody>
          <a:bodyPr/>
          <a:lstStyle>
            <a:lvl1pPr marL="14286" indent="0">
              <a:spcBef>
                <a:spcPts val="2400"/>
              </a:spcBef>
              <a:buNone/>
              <a:defRPr sz="24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539737" indent="-203195">
              <a:defRPr sz="2000"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 marL="714357" indent="-158747">
              <a:buFont typeface="Courier New" panose="02070309020205020404" pitchFamily="49" charset="0"/>
              <a:buChar char="­"/>
              <a:defRPr sz="1800">
                <a:latin typeface="Verdana" panose="020B0604030504040204" pitchFamily="34" charset="0"/>
                <a:ea typeface="Verdana" panose="020B0604030504040204" pitchFamily="34" charset="0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65224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89" indent="0">
              <a:buNone/>
              <a:defRPr sz="1800"/>
            </a:lvl2pPr>
            <a:lvl3pPr marL="914377" indent="0">
              <a:buNone/>
              <a:defRPr sz="1600"/>
            </a:lvl3pPr>
            <a:lvl4pPr marL="1371566" indent="0">
              <a:buNone/>
              <a:defRPr sz="1400"/>
            </a:lvl4pPr>
            <a:lvl5pPr marL="1828754" indent="0">
              <a:buNone/>
              <a:defRPr sz="1400"/>
            </a:lvl5pPr>
            <a:lvl6pPr marL="2285943" indent="0">
              <a:buNone/>
              <a:defRPr sz="1400"/>
            </a:lvl6pPr>
            <a:lvl7pPr marL="2743131" indent="0">
              <a:buNone/>
              <a:defRPr sz="1400"/>
            </a:lvl7pPr>
            <a:lvl8pPr marL="3200320" indent="0">
              <a:buNone/>
              <a:defRPr sz="1400"/>
            </a:lvl8pPr>
            <a:lvl9pPr marL="3657509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C64C1E-2D73-4202-ADE0-C2545D618C4F}" type="slidenum">
              <a:rPr lang="it-IT" altLang="en-US"/>
              <a:pPr>
                <a:defRPr/>
              </a:pPr>
              <a:t>‹#›</a:t>
            </a:fld>
            <a:endParaRPr lang="it-IT" altLang="en-US"/>
          </a:p>
        </p:txBody>
      </p:sp>
    </p:spTree>
    <p:extLst>
      <p:ext uri="{BB962C8B-B14F-4D97-AF65-F5344CB8AC3E}">
        <p14:creationId xmlns:p14="http://schemas.microsoft.com/office/powerpoint/2010/main" val="392131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9184" y="981075"/>
            <a:ext cx="5755216" cy="5472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2" y="981075"/>
            <a:ext cx="5755217" cy="5472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928EE3-DC2C-4693-BDBC-2403E14C892A}" type="slidenum">
              <a:rPr lang="it-IT" altLang="en-US"/>
              <a:pPr>
                <a:defRPr/>
              </a:pPr>
              <a:t>‹#›</a:t>
            </a:fld>
            <a:endParaRPr lang="it-IT" altLang="en-US"/>
          </a:p>
        </p:txBody>
      </p:sp>
    </p:spTree>
    <p:extLst>
      <p:ext uri="{BB962C8B-B14F-4D97-AF65-F5344CB8AC3E}">
        <p14:creationId xmlns:p14="http://schemas.microsoft.com/office/powerpoint/2010/main" val="4012250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F34C3C-7C20-4E8D-A168-944644FF2F47}" type="slidenum">
              <a:rPr lang="it-IT" altLang="en-US"/>
              <a:pPr>
                <a:defRPr/>
              </a:pPr>
              <a:t>‹#›</a:t>
            </a:fld>
            <a:endParaRPr lang="it-IT" altLang="en-US"/>
          </a:p>
        </p:txBody>
      </p:sp>
    </p:spTree>
    <p:extLst>
      <p:ext uri="{BB962C8B-B14F-4D97-AF65-F5344CB8AC3E}">
        <p14:creationId xmlns:p14="http://schemas.microsoft.com/office/powerpoint/2010/main" val="3231557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D00B8A-0C0E-402C-A7DF-FB0FA7E713A3}" type="slidenum">
              <a:rPr lang="it-IT" altLang="en-US"/>
              <a:pPr>
                <a:defRPr/>
              </a:pPr>
              <a:t>‹#›</a:t>
            </a:fld>
            <a:endParaRPr lang="it-IT" altLang="en-US"/>
          </a:p>
        </p:txBody>
      </p:sp>
    </p:spTree>
    <p:extLst>
      <p:ext uri="{BB962C8B-B14F-4D97-AF65-F5344CB8AC3E}">
        <p14:creationId xmlns:p14="http://schemas.microsoft.com/office/powerpoint/2010/main" val="4260975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4AA48C-D37A-4970-B2BA-0CFCAA78BE6B}" type="slidenum">
              <a:rPr lang="it-IT" altLang="en-US"/>
              <a:pPr>
                <a:defRPr/>
              </a:pPr>
              <a:t>‹#›</a:t>
            </a:fld>
            <a:endParaRPr lang="it-IT" altLang="en-US"/>
          </a:p>
        </p:txBody>
      </p:sp>
    </p:spTree>
    <p:extLst>
      <p:ext uri="{BB962C8B-B14F-4D97-AF65-F5344CB8AC3E}">
        <p14:creationId xmlns:p14="http://schemas.microsoft.com/office/powerpoint/2010/main" val="2080142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66EC64-DF54-4210-AF1D-96C37100C15D}" type="slidenum">
              <a:rPr lang="it-IT" altLang="en-US"/>
              <a:pPr>
                <a:defRPr/>
              </a:pPr>
              <a:t>‹#›</a:t>
            </a:fld>
            <a:endParaRPr lang="it-IT" altLang="en-US"/>
          </a:p>
        </p:txBody>
      </p:sp>
    </p:spTree>
    <p:extLst>
      <p:ext uri="{BB962C8B-B14F-4D97-AF65-F5344CB8AC3E}">
        <p14:creationId xmlns:p14="http://schemas.microsoft.com/office/powerpoint/2010/main" val="1429292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D257BD-543C-4BF8-9F5B-CC20CC92A855}" type="slidenum">
              <a:rPr lang="it-IT" altLang="en-US"/>
              <a:pPr>
                <a:defRPr/>
              </a:pPr>
              <a:t>‹#›</a:t>
            </a:fld>
            <a:endParaRPr lang="it-IT" altLang="en-US"/>
          </a:p>
        </p:txBody>
      </p:sp>
    </p:spTree>
    <p:extLst>
      <p:ext uri="{BB962C8B-B14F-4D97-AF65-F5344CB8AC3E}">
        <p14:creationId xmlns:p14="http://schemas.microsoft.com/office/powerpoint/2010/main" val="2541797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46983F-1AD9-4523-A1CE-D9459B5B63C1}" type="slidenum">
              <a:rPr lang="it-IT" altLang="en-US"/>
              <a:pPr>
                <a:defRPr/>
              </a:pPr>
              <a:t>‹#›</a:t>
            </a:fld>
            <a:endParaRPr lang="it-IT" altLang="en-US"/>
          </a:p>
        </p:txBody>
      </p:sp>
    </p:spTree>
    <p:extLst>
      <p:ext uri="{BB962C8B-B14F-4D97-AF65-F5344CB8AC3E}">
        <p14:creationId xmlns:p14="http://schemas.microsoft.com/office/powerpoint/2010/main" val="3233971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4000" y="1588"/>
            <a:ext cx="3048000" cy="6451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1588"/>
            <a:ext cx="8940800" cy="6451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F549F0-A40D-4810-8A49-CEC1F413BF4E}" type="slidenum">
              <a:rPr lang="it-IT" altLang="en-US"/>
              <a:pPr>
                <a:defRPr/>
              </a:pPr>
              <a:t>‹#›</a:t>
            </a:fld>
            <a:endParaRPr lang="it-IT" altLang="en-US"/>
          </a:p>
        </p:txBody>
      </p:sp>
    </p:spTree>
    <p:extLst>
      <p:ext uri="{BB962C8B-B14F-4D97-AF65-F5344CB8AC3E}">
        <p14:creationId xmlns:p14="http://schemas.microsoft.com/office/powerpoint/2010/main" val="11229643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91"/>
            <a:ext cx="12192000" cy="7651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9184" y="981075"/>
            <a:ext cx="5755216" cy="5472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6197602" y="981075"/>
            <a:ext cx="5755217" cy="5472113"/>
          </a:xfrm>
        </p:spPr>
        <p:txBody>
          <a:bodyPr/>
          <a:lstStyle/>
          <a:p>
            <a:pPr lvl="0"/>
            <a:endParaRPr lang="it-IT" noProof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5B033A-B3E6-4B30-81B5-708C06EC1635}" type="slidenum">
              <a:rPr lang="it-IT" altLang="en-US"/>
              <a:pPr>
                <a:defRPr/>
              </a:pPr>
              <a:t>‹#›</a:t>
            </a:fld>
            <a:endParaRPr lang="it-IT" altLang="en-US"/>
          </a:p>
        </p:txBody>
      </p:sp>
    </p:spTree>
    <p:extLst>
      <p:ext uri="{BB962C8B-B14F-4D97-AF65-F5344CB8AC3E}">
        <p14:creationId xmlns:p14="http://schemas.microsoft.com/office/powerpoint/2010/main" val="1184904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1591"/>
            <a:ext cx="12192000" cy="76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en-US"/>
              <a:t>h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9186" y="981075"/>
            <a:ext cx="11713633" cy="547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en-US"/>
              <a:t>Fare clic per modificare gli stili del testo dello schema</a:t>
            </a:r>
          </a:p>
          <a:p>
            <a:pPr lvl="1"/>
            <a:r>
              <a:rPr lang="it-IT" altLang="en-US"/>
              <a:t>Secondo livello</a:t>
            </a:r>
          </a:p>
          <a:p>
            <a:pPr lvl="2"/>
            <a:r>
              <a:rPr lang="it-IT" altLang="en-US"/>
              <a:t>Terzo livello</a:t>
            </a:r>
          </a:p>
          <a:p>
            <a:pPr lvl="3"/>
            <a:r>
              <a:rPr lang="it-IT" altLang="en-US"/>
              <a:t>Quarto livello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410953" y="6518278"/>
            <a:ext cx="781049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D380BC02-D829-4759-BCED-E065D06DA715}" type="slidenum">
              <a:rPr lang="it-IT" altLang="en-US"/>
              <a:pPr>
                <a:defRPr/>
              </a:pPr>
              <a:t>‹#›</a:t>
            </a:fld>
            <a:endParaRPr lang="it-IT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78" r:id="rId1"/>
    <p:sldLayoutId id="2147484089" r:id="rId2"/>
    <p:sldLayoutId id="2147484079" r:id="rId3"/>
    <p:sldLayoutId id="2147484080" r:id="rId4"/>
    <p:sldLayoutId id="2147484081" r:id="rId5"/>
    <p:sldLayoutId id="2147484082" r:id="rId6"/>
    <p:sldLayoutId id="2147484083" r:id="rId7"/>
    <p:sldLayoutId id="2147484084" r:id="rId8"/>
    <p:sldLayoutId id="2147484085" r:id="rId9"/>
    <p:sldLayoutId id="2147484086" r:id="rId10"/>
    <p:sldLayoutId id="2147484087" r:id="rId11"/>
    <p:sldLayoutId id="2147484088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Calibri" pitchFamily="34" charset="0"/>
          <a:ea typeface="Calibri" pitchFamily="34" charset="0"/>
          <a:cs typeface="Calibri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Calibri" pitchFamily="34" charset="0"/>
          <a:ea typeface="Calibri" pitchFamily="34" charset="0"/>
          <a:cs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Calibri" pitchFamily="34" charset="0"/>
          <a:ea typeface="Calibri" pitchFamily="34" charset="0"/>
          <a:cs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Calibri" pitchFamily="34" charset="0"/>
          <a:ea typeface="Calibri" pitchFamily="34" charset="0"/>
          <a:cs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Calibri" pitchFamily="34" charset="0"/>
          <a:ea typeface="Calibri" pitchFamily="34" charset="0"/>
          <a:cs typeface="Calibri" pitchFamily="34" charset="0"/>
        </a:defRPr>
      </a:lvl5pPr>
      <a:lvl6pPr marL="457189" algn="ctr" rtl="0" fontAlgn="base">
        <a:spcBef>
          <a:spcPct val="0"/>
        </a:spcBef>
        <a:spcAft>
          <a:spcPct val="0"/>
        </a:spcAft>
        <a:defRPr sz="4400" b="1">
          <a:solidFill>
            <a:srgbClr val="3333CC"/>
          </a:solidFill>
          <a:latin typeface="Arial" charset="0"/>
        </a:defRPr>
      </a:lvl6pPr>
      <a:lvl7pPr marL="914377" algn="ctr" rtl="0" fontAlgn="base">
        <a:spcBef>
          <a:spcPct val="0"/>
        </a:spcBef>
        <a:spcAft>
          <a:spcPct val="0"/>
        </a:spcAft>
        <a:defRPr sz="4400" b="1">
          <a:solidFill>
            <a:srgbClr val="3333CC"/>
          </a:solidFill>
          <a:latin typeface="Arial" charset="0"/>
        </a:defRPr>
      </a:lvl7pPr>
      <a:lvl8pPr marL="1371566" algn="ctr" rtl="0" fontAlgn="base">
        <a:spcBef>
          <a:spcPct val="0"/>
        </a:spcBef>
        <a:spcAft>
          <a:spcPct val="0"/>
        </a:spcAft>
        <a:defRPr sz="4400" b="1">
          <a:solidFill>
            <a:srgbClr val="3333CC"/>
          </a:solidFill>
          <a:latin typeface="Arial" charset="0"/>
        </a:defRPr>
      </a:lvl8pPr>
      <a:lvl9pPr marL="1828754" algn="ctr" rtl="0" fontAlgn="base">
        <a:spcBef>
          <a:spcPct val="0"/>
        </a:spcBef>
        <a:spcAft>
          <a:spcPct val="0"/>
        </a:spcAft>
        <a:defRPr sz="4400" b="1">
          <a:solidFill>
            <a:srgbClr val="3333CC"/>
          </a:solidFill>
          <a:latin typeface="Arial" charset="0"/>
        </a:defRPr>
      </a:lvl9pPr>
    </p:titleStyle>
    <p:bodyStyle>
      <a:lvl1pPr marL="342891" indent="-342891" algn="l" rtl="0" eaLnBrk="0" fontAlgn="base" hangingPunct="0">
        <a:spcBef>
          <a:spcPct val="20000"/>
        </a:spcBef>
        <a:spcAft>
          <a:spcPct val="0"/>
        </a:spcAft>
        <a:buSzPct val="110000"/>
        <a:buChar char="•"/>
        <a:defRPr sz="2800">
          <a:solidFill>
            <a:schemeClr val="tx1"/>
          </a:solidFill>
          <a:latin typeface="Calibri" pitchFamily="34" charset="0"/>
          <a:ea typeface="Calibri" pitchFamily="34" charset="0"/>
          <a:cs typeface="Calibri" pitchFamily="34" charset="0"/>
        </a:defRPr>
      </a:lvl1pPr>
      <a:lvl2pPr marL="742932" indent="-285744" algn="l" rtl="0" eaLnBrk="0" fontAlgn="base" hangingPunct="0">
        <a:spcBef>
          <a:spcPct val="20000"/>
        </a:spcBef>
        <a:spcAft>
          <a:spcPct val="0"/>
        </a:spcAft>
        <a:buSzPct val="95000"/>
        <a:buFont typeface="Wingdings" panose="05000000000000000000" pitchFamily="2" charset="2"/>
        <a:buChar char="§"/>
        <a:defRPr sz="2400">
          <a:solidFill>
            <a:schemeClr val="tx1"/>
          </a:solidFill>
          <a:latin typeface="Calibri" pitchFamily="34" charset="0"/>
          <a:ea typeface="Calibri" pitchFamily="34" charset="0"/>
          <a:cs typeface="Calibri" pitchFamily="34" charset="0"/>
        </a:defRPr>
      </a:lvl2pPr>
      <a:lvl3pPr marL="1142971" indent="-228594" algn="l" rtl="0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Char char="q"/>
        <a:defRPr sz="2000">
          <a:solidFill>
            <a:schemeClr val="tx1"/>
          </a:solidFill>
          <a:latin typeface="Calibri" pitchFamily="34" charset="0"/>
          <a:ea typeface="Calibri" pitchFamily="34" charset="0"/>
          <a:cs typeface="Calibri" pitchFamily="34" charset="0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SzPct val="70000"/>
        <a:buFont typeface="Arial Unicode MS" panose="020B0604020202020204" pitchFamily="34" charset="-128"/>
        <a:buChar char="-"/>
        <a:defRPr>
          <a:solidFill>
            <a:schemeClr val="tx1"/>
          </a:solidFill>
          <a:latin typeface="Calibri" pitchFamily="34" charset="0"/>
          <a:ea typeface="Calibri" pitchFamily="34" charset="0"/>
          <a:cs typeface="Calibri" pitchFamily="34" charset="0"/>
        </a:defRPr>
      </a:lvl4pPr>
      <a:lvl5pPr marL="2057349" indent="-228594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Calibri" pitchFamily="34" charset="0"/>
          <a:cs typeface="Calibri" pitchFamily="34" charset="0"/>
        </a:defRPr>
      </a:lvl5pPr>
      <a:lvl6pPr marL="2514537" indent="-228594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726" indent="-228594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8914" indent="-228594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103" indent="-228594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it-IT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1174379" y="404664"/>
            <a:ext cx="2212790" cy="3811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it-IT" sz="1200" dirty="0">
                <a:solidFill>
                  <a:schemeClr val="tx1"/>
                </a:solidFill>
                <a:latin typeface="Trebuchet MS" panose="020B0603020202020204" pitchFamily="34" charset="0"/>
              </a:rPr>
              <a:t>KEY PARTNERS</a:t>
            </a:r>
          </a:p>
          <a:p>
            <a:pPr marL="171450" indent="-171450">
              <a:buFontTx/>
              <a:buChar char="-"/>
            </a:pPr>
            <a:r>
              <a:rPr lang="it-IT" sz="1200" dirty="0">
                <a:solidFill>
                  <a:schemeClr val="tx1"/>
                </a:solidFill>
                <a:latin typeface="Trebuchet MS" panose="020B0603020202020204" pitchFamily="34" charset="0"/>
              </a:rPr>
              <a:t>Produttori di contenuti</a:t>
            </a:r>
          </a:p>
          <a:p>
            <a:pPr marL="171450" indent="-171450">
              <a:buFontTx/>
              <a:buChar char="-"/>
            </a:pPr>
            <a:r>
              <a:rPr lang="it-IT" sz="1200" dirty="0">
                <a:solidFill>
                  <a:schemeClr val="tx1"/>
                </a:solidFill>
                <a:latin typeface="Trebuchet MS" panose="020B0603020202020204" pitchFamily="34" charset="0"/>
              </a:rPr>
              <a:t>Investitori </a:t>
            </a:r>
            <a:r>
              <a:rPr lang="it-IT" sz="1200" dirty="0" err="1">
                <a:solidFill>
                  <a:schemeClr val="tx1"/>
                </a:solidFill>
                <a:latin typeface="Trebuchet MS" panose="020B0603020202020204" pitchFamily="34" charset="0"/>
              </a:rPr>
              <a:t>pubblictià</a:t>
            </a:r>
            <a:endParaRPr lang="it-IT" sz="1200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421975" y="404664"/>
            <a:ext cx="2299450" cy="19385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it-IT" sz="1200" dirty="0">
                <a:solidFill>
                  <a:schemeClr val="tx1"/>
                </a:solidFill>
                <a:latin typeface="Trebuchet MS" panose="020B0603020202020204" pitchFamily="34" charset="0"/>
              </a:rPr>
              <a:t>KEY ACTIVITIES</a:t>
            </a:r>
          </a:p>
          <a:p>
            <a:pPr marL="171450" indent="-171450">
              <a:buFontTx/>
              <a:buChar char="-"/>
            </a:pPr>
            <a:r>
              <a:rPr lang="it-IT" sz="1200" dirty="0">
                <a:solidFill>
                  <a:schemeClr val="tx1"/>
                </a:solidFill>
                <a:latin typeface="Trebuchet MS" panose="020B0603020202020204" pitchFamily="34" charset="0"/>
              </a:rPr>
              <a:t>Promuovere abbonamenti</a:t>
            </a:r>
          </a:p>
          <a:p>
            <a:pPr marL="171450" indent="-171450">
              <a:buFontTx/>
              <a:buChar char="-"/>
            </a:pPr>
            <a:r>
              <a:rPr lang="it-IT" sz="1200" dirty="0">
                <a:solidFill>
                  <a:schemeClr val="tx1"/>
                </a:solidFill>
                <a:latin typeface="Trebuchet MS" panose="020B0603020202020204" pitchFamily="34" charset="0"/>
              </a:rPr>
              <a:t>Promuovere partnerships</a:t>
            </a:r>
          </a:p>
          <a:p>
            <a:pPr marL="171450" indent="-171450">
              <a:buFontTx/>
              <a:buChar char="-"/>
            </a:pPr>
            <a:r>
              <a:rPr lang="it-IT" sz="1200" dirty="0">
                <a:solidFill>
                  <a:schemeClr val="tx1"/>
                </a:solidFill>
                <a:latin typeface="Trebuchet MS" panose="020B0603020202020204" pitchFamily="34" charset="0"/>
              </a:rPr>
              <a:t>Gestione del materiale da riprodurre</a:t>
            </a:r>
          </a:p>
          <a:p>
            <a:r>
              <a:rPr lang="it-IT" sz="1200" dirty="0">
                <a:solidFill>
                  <a:schemeClr val="tx1"/>
                </a:solidFill>
                <a:latin typeface="Trebuchet MS" panose="020B0603020202020204" pitchFamily="34" charset="0"/>
              </a:rPr>
              <a:t>- Gestione dei diritti d’autore del materiale</a:t>
            </a:r>
            <a:endParaRPr lang="en-US" sz="1200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412246" y="2343203"/>
            <a:ext cx="2299450" cy="1895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it-IT" sz="1200" dirty="0">
                <a:solidFill>
                  <a:schemeClr val="tx1"/>
                </a:solidFill>
                <a:latin typeface="Trebuchet MS" panose="020B0603020202020204" pitchFamily="34" charset="0"/>
              </a:rPr>
              <a:t>KEY RESOURCES  </a:t>
            </a:r>
          </a:p>
          <a:p>
            <a:r>
              <a:rPr lang="it-IT" sz="1200" dirty="0">
                <a:solidFill>
                  <a:schemeClr val="tx1"/>
                </a:solidFill>
                <a:latin typeface="Trebuchet MS" panose="020B0603020202020204" pitchFamily="34" charset="0"/>
              </a:rPr>
              <a:t>- Infrastruttura (acquisto e gestione vs. noleggio)</a:t>
            </a:r>
          </a:p>
          <a:p>
            <a:pPr marL="171450" indent="-171450">
              <a:buFontTx/>
              <a:buChar char="-"/>
            </a:pPr>
            <a:r>
              <a:rPr lang="it-IT" sz="1200" dirty="0">
                <a:solidFill>
                  <a:schemeClr val="tx1"/>
                </a:solidFill>
                <a:latin typeface="Trebuchet MS" panose="020B0603020202020204" pitchFamily="34" charset="0"/>
              </a:rPr>
              <a:t>Musica e podcast da riprodurre</a:t>
            </a:r>
          </a:p>
          <a:p>
            <a:pPr marL="171450" indent="-171450">
              <a:buFontTx/>
              <a:buChar char="-"/>
            </a:pPr>
            <a:r>
              <a:rPr lang="en-US" sz="1200" dirty="0" err="1">
                <a:solidFill>
                  <a:schemeClr val="tx1"/>
                </a:solidFill>
                <a:latin typeface="Trebuchet MS" panose="020B0603020202020204" pitchFamily="34" charset="0"/>
              </a:rPr>
              <a:t>Personale</a:t>
            </a:r>
            <a:endParaRPr lang="en-US" sz="1200" dirty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en-US" sz="1200" dirty="0" err="1">
                <a:solidFill>
                  <a:schemeClr val="tx1"/>
                </a:solidFill>
                <a:latin typeface="Trebuchet MS" panose="020B0603020202020204" pitchFamily="34" charset="0"/>
              </a:rPr>
              <a:t>Dati</a:t>
            </a:r>
            <a:r>
              <a:rPr lang="en-US" sz="1200" dirty="0">
                <a:solidFill>
                  <a:schemeClr val="tx1"/>
                </a:solidFill>
                <a:latin typeface="Trebuchet MS" panose="020B0603020202020204" pitchFamily="34" charset="0"/>
              </a:rPr>
              <a:t>/</a:t>
            </a:r>
            <a:r>
              <a:rPr lang="en-US" sz="1200" dirty="0" err="1">
                <a:solidFill>
                  <a:schemeClr val="tx1"/>
                </a:solidFill>
                <a:latin typeface="Trebuchet MS" panose="020B0603020202020204" pitchFamily="34" charset="0"/>
              </a:rPr>
              <a:t>suggiermenti</a:t>
            </a:r>
            <a:r>
              <a:rPr lang="en-US" sz="1200" dirty="0">
                <a:solidFill>
                  <a:schemeClr val="tx1"/>
                </a:solidFill>
                <a:latin typeface="Trebuchet MS" panose="020B060302020202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Trebuchet MS" panose="020B0603020202020204" pitchFamily="34" charset="0"/>
              </a:rPr>
              <a:t>utenti</a:t>
            </a:r>
            <a:endParaRPr lang="en-US" sz="1200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735960" y="404664"/>
            <a:ext cx="2087439" cy="3833873"/>
          </a:xfrm>
          <a:prstGeom prst="rect">
            <a:avLst/>
          </a:prstGeom>
          <a:solidFill>
            <a:srgbClr val="CDFDA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it-IT" sz="1200" dirty="0">
                <a:solidFill>
                  <a:schemeClr val="tx1"/>
                </a:solidFill>
                <a:latin typeface="Trebuchet MS" panose="020B0603020202020204" pitchFamily="34" charset="0"/>
              </a:rPr>
              <a:t>VALUE PROPOSITIONS</a:t>
            </a:r>
          </a:p>
          <a:p>
            <a:r>
              <a:rPr lang="en-US" sz="1200" dirty="0">
                <a:solidFill>
                  <a:schemeClr val="tx1"/>
                </a:solidFill>
                <a:latin typeface="Trebuchet MS" panose="020B0603020202020204" pitchFamily="34" charset="0"/>
              </a:rPr>
              <a:t>- Streaming di </a:t>
            </a:r>
            <a:r>
              <a:rPr lang="en-US" sz="1200" dirty="0" err="1">
                <a:solidFill>
                  <a:schemeClr val="tx1"/>
                </a:solidFill>
                <a:latin typeface="Trebuchet MS" panose="020B0603020202020204" pitchFamily="34" charset="0"/>
              </a:rPr>
              <a:t>musica</a:t>
            </a:r>
            <a:r>
              <a:rPr lang="en-US" sz="1200" dirty="0">
                <a:solidFill>
                  <a:schemeClr val="tx1"/>
                </a:solidFill>
                <a:latin typeface="Trebuchet MS" panose="020B060302020202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Trebuchet MS" panose="020B0603020202020204" pitchFamily="34" charset="0"/>
              </a:rPr>
              <a:t>gratuita</a:t>
            </a:r>
            <a:r>
              <a:rPr lang="en-US" sz="1200" dirty="0">
                <a:solidFill>
                  <a:schemeClr val="tx1"/>
                </a:solidFill>
                <a:latin typeface="Trebuchet MS" panose="020B0603020202020204" pitchFamily="34" charset="0"/>
              </a:rPr>
              <a:t> o no, </a:t>
            </a:r>
            <a:r>
              <a:rPr lang="en-US" sz="1200" dirty="0" err="1">
                <a:solidFill>
                  <a:schemeClr val="tx1"/>
                </a:solidFill>
                <a:latin typeface="Trebuchet MS" panose="020B0603020202020204" pitchFamily="34" charset="0"/>
              </a:rPr>
              <a:t>dovunque</a:t>
            </a:r>
            <a:endParaRPr lang="en-US" sz="1200" dirty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Trebuchet MS" panose="020B0603020202020204" pitchFamily="34" charset="0"/>
              </a:rPr>
              <a:t>-Podcast</a:t>
            </a:r>
          </a:p>
          <a:p>
            <a:r>
              <a:rPr lang="en-US" sz="1200" dirty="0">
                <a:solidFill>
                  <a:schemeClr val="tx1"/>
                </a:solidFill>
                <a:latin typeface="Trebuchet MS" panose="020B0603020202020204" pitchFamily="34" charset="0"/>
              </a:rPr>
              <a:t>-</a:t>
            </a:r>
            <a:r>
              <a:rPr lang="en-US" sz="1200" dirty="0" err="1">
                <a:solidFill>
                  <a:schemeClr val="tx1"/>
                </a:solidFill>
                <a:latin typeface="Trebuchet MS" panose="020B0603020202020204" pitchFamily="34" charset="0"/>
              </a:rPr>
              <a:t>Possibilità</a:t>
            </a:r>
            <a:r>
              <a:rPr lang="en-US" sz="1200" dirty="0">
                <a:solidFill>
                  <a:schemeClr val="tx1"/>
                </a:solidFill>
                <a:latin typeface="Trebuchet MS" panose="020B0603020202020204" pitchFamily="34" charset="0"/>
              </a:rPr>
              <a:t> di </a:t>
            </a:r>
            <a:r>
              <a:rPr lang="en-US" sz="1200" dirty="0" err="1">
                <a:solidFill>
                  <a:schemeClr val="tx1"/>
                </a:solidFill>
                <a:latin typeface="Trebuchet MS" panose="020B0603020202020204" pitchFamily="34" charset="0"/>
              </a:rPr>
              <a:t>ascoltare</a:t>
            </a:r>
            <a:r>
              <a:rPr lang="en-US" sz="1200" dirty="0">
                <a:solidFill>
                  <a:schemeClr val="tx1"/>
                </a:solidFill>
                <a:latin typeface="Trebuchet MS" panose="020B060302020202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Trebuchet MS" panose="020B0603020202020204" pitchFamily="34" charset="0"/>
              </a:rPr>
              <a:t>musica</a:t>
            </a:r>
            <a:r>
              <a:rPr lang="en-US" sz="1200" dirty="0">
                <a:solidFill>
                  <a:schemeClr val="tx1"/>
                </a:solidFill>
                <a:latin typeface="Trebuchet MS" panose="020B0603020202020204" pitchFamily="34" charset="0"/>
              </a:rPr>
              <a:t> off-line</a:t>
            </a:r>
          </a:p>
          <a:p>
            <a:r>
              <a:rPr lang="en-US" sz="1200" dirty="0">
                <a:solidFill>
                  <a:schemeClr val="tx1"/>
                </a:solidFill>
                <a:latin typeface="Trebuchet MS" panose="020B0603020202020204" pitchFamily="34" charset="0"/>
              </a:rPr>
              <a:t>-</a:t>
            </a:r>
            <a:r>
              <a:rPr lang="en-US" sz="1200" dirty="0" err="1">
                <a:solidFill>
                  <a:schemeClr val="tx1"/>
                </a:solidFill>
                <a:latin typeface="Trebuchet MS" panose="020B0603020202020204" pitchFamily="34" charset="0"/>
              </a:rPr>
              <a:t>Suggerimenti</a:t>
            </a:r>
            <a:r>
              <a:rPr lang="en-US" sz="1200" dirty="0">
                <a:solidFill>
                  <a:schemeClr val="tx1"/>
                </a:solidFill>
                <a:latin typeface="Trebuchet MS" panose="020B060302020202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Trebuchet MS" panose="020B0603020202020204" pitchFamily="34" charset="0"/>
              </a:rPr>
              <a:t>personalizzati</a:t>
            </a:r>
            <a:endParaRPr lang="en-US" sz="1200" dirty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Trebuchet MS" panose="020B0603020202020204" pitchFamily="34" charset="0"/>
              </a:rPr>
              <a:t>-</a:t>
            </a:r>
            <a:r>
              <a:rPr lang="en-US" sz="1200" dirty="0" err="1">
                <a:solidFill>
                  <a:schemeClr val="tx1"/>
                </a:solidFill>
                <a:latin typeface="Trebuchet MS" panose="020B0603020202020204" pitchFamily="34" charset="0"/>
              </a:rPr>
              <a:t>Pubblicazione</a:t>
            </a:r>
            <a:r>
              <a:rPr lang="en-US" sz="1200" dirty="0">
                <a:solidFill>
                  <a:schemeClr val="tx1"/>
                </a:solidFill>
                <a:latin typeface="Trebuchet MS" panose="020B060302020202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Trebuchet MS" panose="020B0603020202020204" pitchFamily="34" charset="0"/>
              </a:rPr>
              <a:t>contenuti</a:t>
            </a:r>
            <a:r>
              <a:rPr lang="en-US" sz="1200" dirty="0">
                <a:solidFill>
                  <a:schemeClr val="tx1"/>
                </a:solidFill>
                <a:latin typeface="Trebuchet MS" panose="020B0603020202020204" pitchFamily="34" charset="0"/>
              </a:rPr>
              <a:t> da </a:t>
            </a:r>
            <a:r>
              <a:rPr lang="en-US" sz="1200" dirty="0" err="1">
                <a:solidFill>
                  <a:schemeClr val="tx1"/>
                </a:solidFill>
                <a:latin typeface="Trebuchet MS" panose="020B0603020202020204" pitchFamily="34" charset="0"/>
              </a:rPr>
              <a:t>parte</a:t>
            </a:r>
            <a:r>
              <a:rPr lang="en-US" sz="1200" dirty="0">
                <a:solidFill>
                  <a:schemeClr val="tx1"/>
                </a:solidFill>
                <a:latin typeface="Trebuchet MS" panose="020B0603020202020204" pitchFamily="34" charset="0"/>
              </a:rPr>
              <a:t> di content providers</a:t>
            </a:r>
          </a:p>
          <a:p>
            <a:r>
              <a:rPr lang="en-US" sz="1200" dirty="0">
                <a:solidFill>
                  <a:schemeClr val="tx1"/>
                </a:solidFill>
                <a:latin typeface="Trebuchet MS" panose="020B0603020202020204" pitchFamily="34" charset="0"/>
              </a:rPr>
              <a:t>-</a:t>
            </a:r>
            <a:r>
              <a:rPr lang="en-US" sz="1200" dirty="0" err="1">
                <a:solidFill>
                  <a:schemeClr val="tx1"/>
                </a:solidFill>
                <a:latin typeface="Trebuchet MS" panose="020B0603020202020204" pitchFamily="34" charset="0"/>
              </a:rPr>
              <a:t>utilizzo</a:t>
            </a:r>
            <a:r>
              <a:rPr lang="en-US" sz="1200" dirty="0">
                <a:solidFill>
                  <a:schemeClr val="tx1"/>
                </a:solidFill>
                <a:latin typeface="Trebuchet MS" panose="020B0603020202020204" pitchFamily="34" charset="0"/>
              </a:rPr>
              <a:t>/</a:t>
            </a:r>
            <a:r>
              <a:rPr lang="en-US" sz="1200" dirty="0" err="1">
                <a:solidFill>
                  <a:schemeClr val="tx1"/>
                </a:solidFill>
                <a:latin typeface="Trebuchet MS" panose="020B0603020202020204" pitchFamily="34" charset="0"/>
              </a:rPr>
              <a:t>creazione</a:t>
            </a:r>
            <a:r>
              <a:rPr lang="en-US" sz="1200" dirty="0">
                <a:solidFill>
                  <a:schemeClr val="tx1"/>
                </a:solidFill>
                <a:latin typeface="Trebuchet MS" panose="020B0603020202020204" pitchFamily="34" charset="0"/>
              </a:rPr>
              <a:t>/ </a:t>
            </a:r>
            <a:r>
              <a:rPr lang="en-US" sz="1200" dirty="0" err="1">
                <a:solidFill>
                  <a:schemeClr val="tx1"/>
                </a:solidFill>
                <a:latin typeface="Trebuchet MS" panose="020B0603020202020204" pitchFamily="34" charset="0"/>
              </a:rPr>
              <a:t>gestione</a:t>
            </a:r>
            <a:r>
              <a:rPr lang="en-US" sz="1200" dirty="0">
                <a:solidFill>
                  <a:schemeClr val="tx1"/>
                </a:solidFill>
                <a:latin typeface="Trebuchet MS" panose="020B0603020202020204" pitchFamily="34" charset="0"/>
              </a:rPr>
              <a:t> di playlist</a:t>
            </a:r>
            <a:endParaRPr lang="it-IT" sz="1200" dirty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endParaRPr lang="en-US" sz="1200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820626" y="404664"/>
            <a:ext cx="1638583" cy="193853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it-IT" sz="1200" dirty="0">
                <a:solidFill>
                  <a:schemeClr val="bg1"/>
                </a:solidFill>
                <a:latin typeface="Trebuchet MS" panose="020B0603020202020204" pitchFamily="34" charset="0"/>
              </a:rPr>
              <a:t>CUSTOMER RELATIONSHIPS</a:t>
            </a:r>
          </a:p>
          <a:p>
            <a:r>
              <a:rPr lang="en-US" sz="1200" dirty="0">
                <a:solidFill>
                  <a:schemeClr val="bg1"/>
                </a:solidFill>
                <a:latin typeface="Trebuchet MS" panose="020B0603020202020204" pitchFamily="34" charset="0"/>
              </a:rPr>
              <a:t>-</a:t>
            </a:r>
            <a:r>
              <a:rPr lang="en-US" sz="1200">
                <a:solidFill>
                  <a:schemeClr val="bg1"/>
                </a:solidFill>
                <a:latin typeface="Trebuchet MS" panose="020B0603020202020204" pitchFamily="34" charset="0"/>
              </a:rPr>
              <a:t>support online</a:t>
            </a:r>
            <a:endParaRPr lang="en-US" sz="1200" dirty="0">
              <a:solidFill>
                <a:schemeClr val="bg1"/>
              </a:solidFill>
              <a:latin typeface="Trebuchet MS" panose="020B0603020202020204" pitchFamily="34" charset="0"/>
            </a:endParaRPr>
          </a:p>
          <a:p>
            <a:r>
              <a:rPr lang="en-US" sz="1200" dirty="0">
                <a:solidFill>
                  <a:schemeClr val="bg1"/>
                </a:solidFill>
                <a:latin typeface="Trebuchet MS" panose="020B0603020202020204" pitchFamily="34" charset="0"/>
              </a:rPr>
              <a:t>-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17359" y="2354175"/>
            <a:ext cx="1641850" cy="189758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it-IT" sz="1200" dirty="0">
                <a:solidFill>
                  <a:schemeClr val="bg1"/>
                </a:solidFill>
                <a:latin typeface="Trebuchet MS" panose="020B0603020202020204" pitchFamily="34" charset="0"/>
              </a:rPr>
              <a:t>CHANNELS</a:t>
            </a:r>
          </a:p>
          <a:p>
            <a:pPr marL="171450" indent="-171450">
              <a:buFontTx/>
              <a:buChar char="-"/>
            </a:pPr>
            <a:r>
              <a:rPr lang="it-IT" sz="1200" dirty="0">
                <a:solidFill>
                  <a:schemeClr val="bg1"/>
                </a:solidFill>
                <a:latin typeface="Trebuchet MS" panose="020B0603020202020204" pitchFamily="34" charset="0"/>
              </a:rPr>
              <a:t>App</a:t>
            </a:r>
          </a:p>
          <a:p>
            <a:pPr marL="171450" indent="-171450">
              <a:buFontTx/>
              <a:buChar char="-"/>
            </a:pPr>
            <a:r>
              <a:rPr lang="it-IT" sz="1200" dirty="0">
                <a:solidFill>
                  <a:schemeClr val="bg1"/>
                </a:solidFill>
                <a:latin typeface="Trebuchet MS" panose="020B0603020202020204" pitchFamily="34" charset="0"/>
              </a:rPr>
              <a:t>Sito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73745" y="404664"/>
            <a:ext cx="1932089" cy="384709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it-IT" sz="1200" dirty="0">
                <a:solidFill>
                  <a:schemeClr val="bg1"/>
                </a:solidFill>
                <a:latin typeface="Trebuchet MS" panose="020B0603020202020204" pitchFamily="34" charset="0"/>
              </a:rPr>
              <a:t>CUSTOMER SEGMENTS</a:t>
            </a:r>
          </a:p>
          <a:p>
            <a:pPr marL="171450" indent="-171450">
              <a:buFontTx/>
              <a:buChar char="-"/>
            </a:pPr>
            <a:r>
              <a:rPr lang="en-US" sz="1200" dirty="0" err="1">
                <a:solidFill>
                  <a:schemeClr val="bg1"/>
                </a:solidFill>
                <a:latin typeface="Trebuchet MS" panose="020B0603020202020204" pitchFamily="34" charset="0"/>
              </a:rPr>
              <a:t>Chiunque</a:t>
            </a:r>
            <a:r>
              <a:rPr lang="en-US" sz="1200" dirty="0">
                <a:solidFill>
                  <a:schemeClr val="bg1"/>
                </a:solidFill>
                <a:latin typeface="Trebuchet MS" panose="020B0603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Trebuchet MS" panose="020B0603020202020204" pitchFamily="34" charset="0"/>
              </a:rPr>
              <a:t>vuole</a:t>
            </a:r>
            <a:r>
              <a:rPr lang="en-US" sz="1200" dirty="0">
                <a:solidFill>
                  <a:schemeClr val="bg1"/>
                </a:solidFill>
                <a:latin typeface="Trebuchet MS" panose="020B0603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Trebuchet MS" panose="020B0603020202020204" pitchFamily="34" charset="0"/>
              </a:rPr>
              <a:t>ascoltare</a:t>
            </a:r>
            <a:r>
              <a:rPr lang="en-US" sz="1200" dirty="0">
                <a:solidFill>
                  <a:schemeClr val="bg1"/>
                </a:solidFill>
                <a:latin typeface="Trebuchet MS" panose="020B0603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Trebuchet MS" panose="020B0603020202020204" pitchFamily="34" charset="0"/>
              </a:rPr>
              <a:t>musica</a:t>
            </a:r>
            <a:r>
              <a:rPr lang="en-US" sz="1200" dirty="0">
                <a:solidFill>
                  <a:schemeClr val="bg1"/>
                </a:solidFill>
                <a:latin typeface="Trebuchet MS" panose="020B0603020202020204" pitchFamily="34" charset="0"/>
              </a:rPr>
              <a:t> o podcast</a:t>
            </a:r>
          </a:p>
          <a:p>
            <a:pPr marL="171450" indent="-171450">
              <a:buFontTx/>
              <a:buChar char="-"/>
            </a:pPr>
            <a:r>
              <a:rPr lang="en-US" sz="1200" dirty="0" err="1">
                <a:solidFill>
                  <a:schemeClr val="bg1"/>
                </a:solidFill>
                <a:latin typeface="Trebuchet MS" panose="020B0603020202020204" pitchFamily="34" charset="0"/>
              </a:rPr>
              <a:t>Chiunque</a:t>
            </a:r>
            <a:r>
              <a:rPr lang="en-US" sz="1200" dirty="0">
                <a:solidFill>
                  <a:schemeClr val="bg1"/>
                </a:solidFill>
                <a:latin typeface="Trebuchet MS" panose="020B0603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Trebuchet MS" panose="020B0603020202020204" pitchFamily="34" charset="0"/>
              </a:rPr>
              <a:t>vuole</a:t>
            </a:r>
            <a:r>
              <a:rPr lang="en-US" sz="1200" dirty="0">
                <a:solidFill>
                  <a:schemeClr val="bg1"/>
                </a:solidFill>
                <a:latin typeface="Trebuchet MS" panose="020B0603020202020204" pitchFamily="34" charset="0"/>
              </a:rPr>
              <a:t> far </a:t>
            </a:r>
            <a:r>
              <a:rPr lang="en-US" sz="1200" dirty="0" err="1">
                <a:solidFill>
                  <a:schemeClr val="bg1"/>
                </a:solidFill>
                <a:latin typeface="Trebuchet MS" panose="020B0603020202020204" pitchFamily="34" charset="0"/>
              </a:rPr>
              <a:t>ascoltare</a:t>
            </a:r>
            <a:r>
              <a:rPr lang="en-US" sz="1200" dirty="0">
                <a:solidFill>
                  <a:schemeClr val="bg1"/>
                </a:solidFill>
                <a:latin typeface="Trebuchet MS" panose="020B0603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Trebuchet MS" panose="020B0603020202020204" pitchFamily="34" charset="0"/>
              </a:rPr>
              <a:t>musica</a:t>
            </a:r>
            <a:r>
              <a:rPr lang="en-US" sz="1200" dirty="0">
                <a:solidFill>
                  <a:schemeClr val="bg1"/>
                </a:solidFill>
                <a:latin typeface="Trebuchet MS" panose="020B0603020202020204" pitchFamily="34" charset="0"/>
              </a:rPr>
              <a:t> ai </a:t>
            </a:r>
            <a:r>
              <a:rPr lang="en-US" sz="1200" dirty="0" err="1">
                <a:solidFill>
                  <a:schemeClr val="bg1"/>
                </a:solidFill>
                <a:latin typeface="Trebuchet MS" panose="020B0603020202020204" pitchFamily="34" charset="0"/>
              </a:rPr>
              <a:t>propri</a:t>
            </a:r>
            <a:r>
              <a:rPr lang="en-US" sz="1200" dirty="0">
                <a:solidFill>
                  <a:schemeClr val="bg1"/>
                </a:solidFill>
                <a:latin typeface="Trebuchet MS" panose="020B0603020202020204" pitchFamily="34" charset="0"/>
              </a:rPr>
              <a:t> client (</a:t>
            </a:r>
            <a:r>
              <a:rPr lang="en-US" sz="1200" dirty="0" err="1">
                <a:solidFill>
                  <a:schemeClr val="bg1"/>
                </a:solidFill>
                <a:latin typeface="Trebuchet MS" panose="020B0603020202020204" pitchFamily="34" charset="0"/>
              </a:rPr>
              <a:t>p.e.</a:t>
            </a:r>
            <a:r>
              <a:rPr lang="en-US" sz="1200" dirty="0">
                <a:solidFill>
                  <a:schemeClr val="bg1"/>
                </a:solidFill>
                <a:latin typeface="Trebuchet MS" panose="020B0603020202020204" pitchFamily="34" charset="0"/>
              </a:rPr>
              <a:t> bar, ristorante </a:t>
            </a:r>
            <a:r>
              <a:rPr lang="en-US" sz="1200" dirty="0" err="1">
                <a:solidFill>
                  <a:schemeClr val="bg1"/>
                </a:solidFill>
                <a:latin typeface="Trebuchet MS" panose="020B0603020202020204" pitchFamily="34" charset="0"/>
              </a:rPr>
              <a:t>ecc</a:t>
            </a:r>
            <a:r>
              <a:rPr lang="en-US" sz="1200" dirty="0">
                <a:solidFill>
                  <a:schemeClr val="bg1"/>
                </a:solidFill>
                <a:latin typeface="Trebuchet MS" panose="020B0603020202020204" pitchFamily="34" charset="0"/>
              </a:rPr>
              <a:t>.)</a:t>
            </a:r>
          </a:p>
          <a:p>
            <a:r>
              <a:rPr lang="en-US" sz="1200" dirty="0">
                <a:solidFill>
                  <a:schemeClr val="bg1"/>
                </a:solidFill>
                <a:latin typeface="Trebuchet MS" panose="020B0603020202020204" pitchFamily="34" charset="0"/>
              </a:rPr>
              <a:t>- </a:t>
            </a:r>
            <a:r>
              <a:rPr lang="en-US" sz="1200" dirty="0" err="1">
                <a:solidFill>
                  <a:schemeClr val="bg1"/>
                </a:solidFill>
                <a:latin typeface="Trebuchet MS" panose="020B0603020202020204" pitchFamily="34" charset="0"/>
              </a:rPr>
              <a:t>Creatori</a:t>
            </a:r>
            <a:r>
              <a:rPr lang="en-US" sz="1200" dirty="0">
                <a:solidFill>
                  <a:schemeClr val="bg1"/>
                </a:solidFill>
                <a:latin typeface="Trebuchet MS" panose="020B0603020202020204" pitchFamily="34" charset="0"/>
              </a:rPr>
              <a:t> di </a:t>
            </a:r>
            <a:r>
              <a:rPr lang="en-US" sz="1200" dirty="0" err="1">
                <a:solidFill>
                  <a:schemeClr val="bg1"/>
                </a:solidFill>
                <a:latin typeface="Trebuchet MS" panose="020B0603020202020204" pitchFamily="34" charset="0"/>
              </a:rPr>
              <a:t>contenuti</a:t>
            </a:r>
            <a:endParaRPr lang="en-US" sz="1200" dirty="0">
              <a:solidFill>
                <a:schemeClr val="bg1"/>
              </a:solidFill>
              <a:latin typeface="Trebuchet MS" panose="020B0603020202020204" pitchFamily="34" charset="0"/>
            </a:endParaRPr>
          </a:p>
          <a:p>
            <a:endParaRPr lang="en-US" sz="1200" dirty="0">
              <a:solidFill>
                <a:schemeClr val="bg1"/>
              </a:solidFill>
              <a:latin typeface="Trebuchet MS" panose="020B0603020202020204" pitchFamily="34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199456" y="4249508"/>
            <a:ext cx="5697186" cy="249185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it-IT" sz="1200" dirty="0">
                <a:solidFill>
                  <a:schemeClr val="tx1"/>
                </a:solidFill>
                <a:latin typeface="Trebuchet MS" panose="020B0603020202020204" pitchFamily="34" charset="0"/>
              </a:rPr>
              <a:t>COST STRUCTURE</a:t>
            </a:r>
          </a:p>
          <a:p>
            <a:r>
              <a:rPr lang="it-IT" sz="1200" dirty="0">
                <a:solidFill>
                  <a:schemeClr val="tx1"/>
                </a:solidFill>
                <a:latin typeface="Trebuchet MS" panose="020B0603020202020204" pitchFamily="34" charset="0"/>
              </a:rPr>
              <a:t>-infrastruttura</a:t>
            </a:r>
          </a:p>
          <a:p>
            <a:r>
              <a:rPr lang="it-IT" sz="1200" dirty="0">
                <a:solidFill>
                  <a:schemeClr val="tx1"/>
                </a:solidFill>
                <a:latin typeface="Trebuchet MS" panose="020B0603020202020204" pitchFamily="34" charset="0"/>
              </a:rPr>
              <a:t>-diritti autore</a:t>
            </a:r>
          </a:p>
          <a:p>
            <a:r>
              <a:rPr lang="it-IT" sz="1200" dirty="0">
                <a:solidFill>
                  <a:schemeClr val="tx1"/>
                </a:solidFill>
                <a:latin typeface="Trebuchet MS" panose="020B0603020202020204" pitchFamily="34" charset="0"/>
              </a:rPr>
              <a:t>-personale</a:t>
            </a:r>
          </a:p>
          <a:p>
            <a:r>
              <a:rPr lang="it-IT" sz="1200" dirty="0">
                <a:solidFill>
                  <a:schemeClr val="tx1"/>
                </a:solidFill>
                <a:latin typeface="Trebuchet MS" panose="020B0603020202020204" pitchFamily="34" charset="0"/>
              </a:rPr>
              <a:t>-pubblicità (del servizio)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11178" y="4249508"/>
            <a:ext cx="4507622" cy="249185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it-IT" sz="1200" dirty="0">
                <a:solidFill>
                  <a:schemeClr val="tx1"/>
                </a:solidFill>
                <a:latin typeface="Trebuchet MS" panose="020B0603020202020204" pitchFamily="34" charset="0"/>
              </a:rPr>
              <a:t>REVENUE STREAMS</a:t>
            </a:r>
          </a:p>
          <a:p>
            <a:r>
              <a:rPr lang="it-IT" sz="1200" dirty="0">
                <a:solidFill>
                  <a:schemeClr val="tx1"/>
                </a:solidFill>
                <a:latin typeface="Trebuchet MS" panose="020B0603020202020204" pitchFamily="34" charset="0"/>
              </a:rPr>
              <a:t>-da utenti premium</a:t>
            </a:r>
            <a:endParaRPr lang="en-US" sz="1200" dirty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Trebuchet MS" panose="020B0603020202020204" pitchFamily="34" charset="0"/>
              </a:rPr>
              <a:t>-da </a:t>
            </a:r>
            <a:r>
              <a:rPr lang="en-US" sz="1200" dirty="0" err="1">
                <a:solidFill>
                  <a:schemeClr val="tx1"/>
                </a:solidFill>
                <a:latin typeface="Trebuchet MS" panose="020B0603020202020204" pitchFamily="34" charset="0"/>
              </a:rPr>
              <a:t>entrate</a:t>
            </a:r>
            <a:r>
              <a:rPr lang="en-US" sz="1200" dirty="0">
                <a:solidFill>
                  <a:schemeClr val="tx1"/>
                </a:solidFill>
                <a:latin typeface="Trebuchet MS" panose="020B0603020202020204" pitchFamily="34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Trebuchet MS" panose="020B0603020202020204" pitchFamily="34" charset="0"/>
              </a:rPr>
              <a:t>pubblicità</a:t>
            </a:r>
            <a:endParaRPr lang="it-IT" sz="1200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pic>
        <p:nvPicPr>
          <p:cNvPr id="2" name="Picture 1" descr="Free Raise Hand Cliparts, Download Free Clip Art, Free Clip Art on Clipart  Library">
            <a:extLst>
              <a:ext uri="{FF2B5EF4-FFF2-40B4-BE49-F238E27FC236}">
                <a16:creationId xmlns:a16="http://schemas.microsoft.com/office/drawing/2014/main" id="{98B4FF0B-5E9D-BFF1-3241-5DDBF021E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28" y="44626"/>
            <a:ext cx="745463" cy="360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D68BFD5-DA63-955E-5800-446E95D4955D}"/>
              </a:ext>
            </a:extLst>
          </p:cNvPr>
          <p:cNvSpPr txBox="1">
            <a:spLocks/>
          </p:cNvSpPr>
          <p:nvPr/>
        </p:nvSpPr>
        <p:spPr>
          <a:xfrm>
            <a:off x="-47328" y="-99392"/>
            <a:ext cx="12192000" cy="72007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defRPr>
            </a:lvl5pPr>
            <a:lvl6pPr marL="457189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3333CC"/>
                </a:solidFill>
                <a:latin typeface="Arial" charset="0"/>
              </a:defRPr>
            </a:lvl6pPr>
            <a:lvl7pPr marL="914377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3333CC"/>
                </a:solidFill>
                <a:latin typeface="Arial" charset="0"/>
              </a:defRPr>
            </a:lvl7pPr>
            <a:lvl8pPr marL="1371566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3333CC"/>
                </a:solidFill>
                <a:latin typeface="Arial" charset="0"/>
              </a:defRPr>
            </a:lvl8pPr>
            <a:lvl9pPr marL="1828754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3333CC"/>
                </a:solidFill>
                <a:latin typeface="Arial" charset="0"/>
              </a:defRPr>
            </a:lvl9pPr>
          </a:lstStyle>
          <a:p>
            <a:r>
              <a:rPr lang="en-IT" sz="2800" kern="0" dirty="0"/>
              <a:t>Q1: soluzioni</a:t>
            </a:r>
          </a:p>
        </p:txBody>
      </p:sp>
    </p:spTree>
    <p:extLst>
      <p:ext uri="{BB962C8B-B14F-4D97-AF65-F5344CB8AC3E}">
        <p14:creationId xmlns:p14="http://schemas.microsoft.com/office/powerpoint/2010/main" val="1252331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theme/theme1.xml><?xml version="1.0" encoding="utf-8"?>
<a:theme xmlns:a="http://schemas.openxmlformats.org/drawingml/2006/main" name="Struttura predefinita">
  <a:themeElements>
    <a:clrScheme name="Struttura predefinit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truttura predefinit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ruttura predefinit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16768</TotalTime>
  <Words>153</Words>
  <Application>Microsoft Macintosh PowerPoint</Application>
  <PresentationFormat>Widescreen</PresentationFormat>
  <Paragraphs>40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 Unicode MS</vt:lpstr>
      <vt:lpstr>Arial</vt:lpstr>
      <vt:lpstr>Calibri</vt:lpstr>
      <vt:lpstr>Courier New</vt:lpstr>
      <vt:lpstr>Trebuchet MS</vt:lpstr>
      <vt:lpstr>Verdana</vt:lpstr>
      <vt:lpstr>Wingdings</vt:lpstr>
      <vt:lpstr>Struttura predefinita</vt:lpstr>
      <vt:lpstr>PowerPoint Presentation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brogi</dc:creator>
  <cp:lastModifiedBy>Antonio Brogi</cp:lastModifiedBy>
  <cp:revision>2319</cp:revision>
  <cp:lastPrinted>2018-10-18T09:06:57Z</cp:lastPrinted>
  <dcterms:created xsi:type="dcterms:W3CDTF">2008-04-15T17:09:28Z</dcterms:created>
  <dcterms:modified xsi:type="dcterms:W3CDTF">2024-03-13T19:09:07Z</dcterms:modified>
</cp:coreProperties>
</file>