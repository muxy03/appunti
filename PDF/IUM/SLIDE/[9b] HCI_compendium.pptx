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Roboto"/>
      <p:regular r:id="rId57"/>
      <p:bold r:id="rId58"/>
      <p:italic r:id="rId59"/>
      <p:boldItalic r:id="rId60"/>
    </p:embeddedFont>
    <p:embeddedFont>
      <p:font typeface="Overpass"/>
      <p:regular r:id="rId61"/>
      <p:bold r:id="rId62"/>
      <p:italic r:id="rId63"/>
      <p:boldItalic r:id="rId64"/>
    </p:embeddedFont>
    <p:embeddedFont>
      <p:font typeface="Oxanium"/>
      <p:regular r:id="rId65"/>
      <p:bold r:id="rId66"/>
    </p:embeddedFont>
    <p:embeddedFont>
      <p:font typeface="Jua"/>
      <p:regular r:id="rId67"/>
    </p:embeddedFont>
    <p:embeddedFont>
      <p:font typeface="Helvetica Neue"/>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16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16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verpass-bold.fntdata"/><Relationship Id="rId61" Type="http://schemas.openxmlformats.org/officeDocument/2006/relationships/font" Target="fonts/Overpass-regular.fntdata"/><Relationship Id="rId20" Type="http://schemas.openxmlformats.org/officeDocument/2006/relationships/slide" Target="slides/slide15.xml"/><Relationship Id="rId64" Type="http://schemas.openxmlformats.org/officeDocument/2006/relationships/font" Target="fonts/Overpass-boldItalic.fntdata"/><Relationship Id="rId63" Type="http://schemas.openxmlformats.org/officeDocument/2006/relationships/font" Target="fonts/Overpass-italic.fntdata"/><Relationship Id="rId22" Type="http://schemas.openxmlformats.org/officeDocument/2006/relationships/slide" Target="slides/slide17.xml"/><Relationship Id="rId66" Type="http://schemas.openxmlformats.org/officeDocument/2006/relationships/font" Target="fonts/Oxanium-bold.fntdata"/><Relationship Id="rId21" Type="http://schemas.openxmlformats.org/officeDocument/2006/relationships/slide" Target="slides/slide16.xml"/><Relationship Id="rId65" Type="http://schemas.openxmlformats.org/officeDocument/2006/relationships/font" Target="fonts/Oxanium-regular.fntdata"/><Relationship Id="rId24" Type="http://schemas.openxmlformats.org/officeDocument/2006/relationships/slide" Target="slides/slide19.xml"/><Relationship Id="rId68" Type="http://schemas.openxmlformats.org/officeDocument/2006/relationships/font" Target="fonts/HelveticaNeue-regular.fntdata"/><Relationship Id="rId23" Type="http://schemas.openxmlformats.org/officeDocument/2006/relationships/slide" Target="slides/slide18.xml"/><Relationship Id="rId67" Type="http://schemas.openxmlformats.org/officeDocument/2006/relationships/font" Target="fonts/Jua-regular.fntdata"/><Relationship Id="rId60" Type="http://schemas.openxmlformats.org/officeDocument/2006/relationships/font" Target="fonts/Roboto-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elveticaNeue-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italic.fntdata"/><Relationship Id="rId14" Type="http://schemas.openxmlformats.org/officeDocument/2006/relationships/slide" Target="slides/slide9.xml"/><Relationship Id="rId58"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32" name="Google Shape;113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38" name="Google Shape;113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4" name="Google Shape;114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50" name="Google Shape;11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Undo in a Specific Application:</a:t>
            </a:r>
            <a:endParaRPr/>
          </a:p>
          <a:p>
            <a:pPr indent="-317500" lvl="0" marL="457200" rtl="0" algn="l">
              <a:lnSpc>
                <a:spcPct val="100000"/>
              </a:lnSpc>
              <a:spcBef>
                <a:spcPts val="360"/>
              </a:spcBef>
              <a:spcAft>
                <a:spcPts val="0"/>
              </a:spcAft>
              <a:buSzPts val="1400"/>
              <a:buChar char="-"/>
            </a:pPr>
            <a:r>
              <a:rPr lang="it-IT"/>
              <a:t>If we examine "undo" in the context of a specific application (such as an airline reservation system), we might get bogged down in the specific details and requirements of that application, which might not apply elsewhere.</a:t>
            </a:r>
            <a:endParaRPr/>
          </a:p>
          <a:p>
            <a:pPr indent="-317500" lvl="0" marL="457200" rtl="0" algn="l">
              <a:lnSpc>
                <a:spcPct val="100000"/>
              </a:lnSpc>
              <a:spcBef>
                <a:spcPts val="0"/>
              </a:spcBef>
              <a:spcAft>
                <a:spcPts val="0"/>
              </a:spcAft>
              <a:buSzPts val="1400"/>
              <a:buChar char="-"/>
            </a:pPr>
            <a:r>
              <a:rPr lang="it-IT"/>
              <a:t>This includes considering specific data, workflows, and user roles related to airline reservation systems.</a:t>
            </a:r>
            <a:endParaRPr/>
          </a:p>
          <a:p>
            <a:pPr indent="0" lvl="0" marL="0" rtl="0" algn="l">
              <a:lnSpc>
                <a:spcPct val="100000"/>
              </a:lnSpc>
              <a:spcBef>
                <a:spcPts val="360"/>
              </a:spcBef>
              <a:spcAft>
                <a:spcPts val="0"/>
              </a:spcAft>
              <a:buClr>
                <a:schemeClr val="dk1"/>
              </a:buClr>
              <a:buSzPts val="1100"/>
              <a:buFont typeface="Arial"/>
              <a:buNone/>
            </a:pPr>
            <a:r>
              <a:rPr lang="it-IT"/>
              <a:t>Undo in a General Context:</a:t>
            </a:r>
            <a:endParaRPr/>
          </a:p>
          <a:p>
            <a:pPr indent="-317500" lvl="0" marL="457200" rtl="0" algn="l">
              <a:lnSpc>
                <a:spcPct val="100000"/>
              </a:lnSpc>
              <a:spcBef>
                <a:spcPts val="360"/>
              </a:spcBef>
              <a:spcAft>
                <a:spcPts val="0"/>
              </a:spcAft>
              <a:buSzPts val="1400"/>
              <a:buChar char="-"/>
            </a:pPr>
            <a:r>
              <a:rPr lang="it-IT"/>
              <a:t>Considering "undo" in a broad sense means thinking about it abstractly and formally, which could involve considering:</a:t>
            </a:r>
            <a:endParaRPr/>
          </a:p>
          <a:p>
            <a:pPr indent="-317500" lvl="1" marL="914400" rtl="0" algn="l">
              <a:lnSpc>
                <a:spcPct val="100000"/>
              </a:lnSpc>
              <a:spcBef>
                <a:spcPts val="0"/>
              </a:spcBef>
              <a:spcAft>
                <a:spcPts val="0"/>
              </a:spcAft>
              <a:buSzPts val="1400"/>
              <a:buChar char="-"/>
            </a:pPr>
            <a:r>
              <a:rPr lang="it-IT"/>
              <a:t>How it should function at a high level (e.g., reversing the previous action).</a:t>
            </a:r>
            <a:endParaRPr/>
          </a:p>
          <a:p>
            <a:pPr indent="-317500" lvl="1" marL="914400" rtl="0" algn="l">
              <a:lnSpc>
                <a:spcPct val="100000"/>
              </a:lnSpc>
              <a:spcBef>
                <a:spcPts val="0"/>
              </a:spcBef>
              <a:spcAft>
                <a:spcPts val="0"/>
              </a:spcAft>
              <a:buSzPts val="1400"/>
              <a:buChar char="-"/>
            </a:pPr>
            <a:r>
              <a:rPr lang="it-IT"/>
              <a:t>What kinds of actions should be undoable.</a:t>
            </a:r>
            <a:endParaRPr/>
          </a:p>
          <a:p>
            <a:pPr indent="-317500" lvl="1" marL="914400" rtl="0" algn="l">
              <a:lnSpc>
                <a:spcPct val="100000"/>
              </a:lnSpc>
              <a:spcBef>
                <a:spcPts val="0"/>
              </a:spcBef>
              <a:spcAft>
                <a:spcPts val="0"/>
              </a:spcAft>
              <a:buSzPts val="1400"/>
              <a:buChar char="-"/>
            </a:pPr>
            <a:r>
              <a:rPr lang="it-IT"/>
              <a:t>How to represent and store previous states of a system so they can be returned to, etc.</a:t>
            </a:r>
            <a:endParaRPr/>
          </a:p>
          <a:p>
            <a:pPr indent="0" lvl="0" marL="0" rtl="0" algn="l">
              <a:lnSpc>
                <a:spcPct val="100000"/>
              </a:lnSpc>
              <a:spcBef>
                <a:spcPts val="360"/>
              </a:spcBef>
              <a:spcAft>
                <a:spcPts val="0"/>
              </a:spcAft>
              <a:buSzPts val="1400"/>
              <a:buNone/>
            </a:pPr>
            <a:r>
              <a:t/>
            </a:r>
            <a:endParaRPr/>
          </a:p>
        </p:txBody>
      </p:sp>
      <p:sp>
        <p:nvSpPr>
          <p:cNvPr id="1156" name="Google Shape;115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it-IT"/>
              <a:t>Designers, Implementors, and Documentors:</a:t>
            </a:r>
            <a:endParaRPr/>
          </a:p>
          <a:p>
            <a:pPr indent="-317500" lvl="0" marL="457200" rtl="0" algn="l">
              <a:lnSpc>
                <a:spcPct val="100000"/>
              </a:lnSpc>
              <a:spcBef>
                <a:spcPts val="360"/>
              </a:spcBef>
              <a:spcAft>
                <a:spcPts val="0"/>
              </a:spcAft>
              <a:buSzPts val="1400"/>
              <a:buChar char="-"/>
            </a:pPr>
            <a:r>
              <a:rPr lang="it-IT"/>
              <a:t>Designers need to ensure that the system is crafted in a way that meets user needs and expectations, considering the balance between abstraction and specificity.</a:t>
            </a:r>
            <a:endParaRPr/>
          </a:p>
          <a:p>
            <a:pPr indent="-317500" lvl="0" marL="457200" rtl="0" algn="l">
              <a:lnSpc>
                <a:spcPct val="100000"/>
              </a:lnSpc>
              <a:spcBef>
                <a:spcPts val="0"/>
              </a:spcBef>
              <a:spcAft>
                <a:spcPts val="0"/>
              </a:spcAft>
              <a:buSzPts val="1400"/>
              <a:buChar char="-"/>
            </a:pPr>
            <a:r>
              <a:rPr lang="it-IT"/>
              <a:t>Implementors (developers) must ensure that the design is faithfully translated into a functional system, adhering to the specifications and requirements set forth by the designers.</a:t>
            </a:r>
            <a:endParaRPr/>
          </a:p>
          <a:p>
            <a:pPr indent="-317500" lvl="0" marL="457200" rtl="0" algn="l">
              <a:lnSpc>
                <a:spcPct val="100000"/>
              </a:lnSpc>
              <a:spcBef>
                <a:spcPts val="0"/>
              </a:spcBef>
              <a:spcAft>
                <a:spcPts val="0"/>
              </a:spcAft>
              <a:buSzPts val="1400"/>
              <a:buChar char="-"/>
            </a:pPr>
            <a:r>
              <a:rPr lang="it-IT"/>
              <a:t>Documentors are tasked with creating comprehensive, accurate, and accessible documentation that both describes the implemented system and guides users and developers in its use and maintenance.</a:t>
            </a:r>
            <a:endParaRPr/>
          </a:p>
          <a:p>
            <a:pPr indent="0" lvl="0" marL="0" rtl="0" algn="l">
              <a:lnSpc>
                <a:spcPct val="100000"/>
              </a:lnSpc>
              <a:spcBef>
                <a:spcPts val="360"/>
              </a:spcBef>
              <a:spcAft>
                <a:spcPts val="0"/>
              </a:spcAft>
              <a:buSzPts val="1400"/>
              <a:buNone/>
            </a:pPr>
            <a:r>
              <a:t/>
            </a:r>
            <a:endParaRPr/>
          </a:p>
        </p:txBody>
      </p:sp>
      <p:sp>
        <p:nvSpPr>
          <p:cNvPr id="1162" name="Google Shape;116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60000"/>
              </a:lnSpc>
              <a:spcBef>
                <a:spcPts val="1400"/>
              </a:spcBef>
              <a:spcAft>
                <a:spcPts val="0"/>
              </a:spcAft>
              <a:buClr>
                <a:schemeClr val="dk1"/>
              </a:buClr>
              <a:buSzPts val="1100"/>
              <a:buFont typeface="Arial"/>
              <a:buNone/>
            </a:pPr>
            <a:r>
              <a:rPr b="1" lang="it-IT" sz="1650">
                <a:latin typeface="Roboto"/>
                <a:ea typeface="Roboto"/>
                <a:cs typeface="Roboto"/>
                <a:sym typeface="Roboto"/>
              </a:rPr>
              <a:t>1. Enjoyment</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Definition: Interfaces can be designed to provide enjoyment and pleasure to users, enhancing their overall experience.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Examples: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Playing Games: Interactive and engaging gaming interfaces.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Communicating: Facilitating social interactions through chat or video call interfaces.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Exploration and Creation: Enabling users to explore data, create music, write essays, or sketch, by providing intuitive and user-friendly tools and environments.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Importance: Enjoyable interfaces can improve user satisfaction, increase engagement, and potentially foster creativity and social interaction.</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2. Enabling New Skills (Augmentation)</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Definition: Interfaces can enable users to perform tasks or access capabilities beyond their inherent skills or physical abilities (augmenting their abilities).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Examples: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Monitoring: Enhanced monitoring interfaces could allow users to observe and manage complex systems more efficiently than manually.</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Controlling: Specialized interfaces (like those for piloting super-jets) enable users to control complex machinery which would otherwise be inaccessible or unmanageable.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Importance: Interfaces that augment user capabilities can empower them to undertake tasks and roles that would otherwise be impossible or impractical.</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3. Delegation</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Definition: Interfaces allow users to delegate certain tasks to computers, often those that are repetitive, dangerous, or require precise control.</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Examples: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Repetitive Jobs: Automating data entry or calculations.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Dangerous/Critical Jobs: Managing systems or processes that may be hazardous if done manually.</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Negative Case: Delegating too much or relying heavily on automated systems, especially for tasks that are not fully understood or mapped out, can lead to errors or unintended consequences.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Importance: By allowing users to delegate tasks to computers, interfaces can increase efficiency, reduce human error, and improve safety.</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4. Safety</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Definition: Interfaces can facilitate remote control or management of systems, allowing users to perform tasks from safe locations.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Examples: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Remote Operations: Controlling machinery or accessing data from remote locations, preventing the need for physical presence in potentially dangerous environments like mines or radioactive stations.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Importance: Interfaces that allow for remote operation enhance safety by enabling users to perform risky tasks from a distance, protecting them from physical harm.</a:t>
            </a:r>
            <a:endParaRPr/>
          </a:p>
        </p:txBody>
      </p:sp>
      <p:sp>
        <p:nvSpPr>
          <p:cNvPr id="1168" name="Google Shape;116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74" name="Google Shape;117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80" name="Google Shape;118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12" name="Google Shape;121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19" name="Google Shape;121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31" name="Google Shape;123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400"/>
              <a:buNone/>
            </a:pPr>
            <a:r>
              <a:rPr lang="it-IT">
                <a:solidFill>
                  <a:srgbClr val="374151"/>
                </a:solidFill>
                <a:latin typeface="Roboto"/>
                <a:ea typeface="Roboto"/>
                <a:cs typeface="Roboto"/>
                <a:sym typeface="Roboto"/>
              </a:rPr>
              <a:t>Mainframe Era:</a:t>
            </a:r>
            <a:endParaRPr>
              <a:solidFill>
                <a:srgbClr val="374151"/>
              </a:solidFill>
              <a:latin typeface="Roboto"/>
              <a:ea typeface="Roboto"/>
              <a:cs typeface="Roboto"/>
              <a:sym typeface="Roboto"/>
            </a:endParaRPr>
          </a:p>
          <a:p>
            <a:pPr indent="-304800" lvl="1" marL="914400" rtl="0" algn="l">
              <a:lnSpc>
                <a:spcPct val="115000"/>
              </a:lnSpc>
              <a:spcBef>
                <a:spcPts val="1500"/>
              </a:spcBef>
              <a:spcAft>
                <a:spcPts val="0"/>
              </a:spcAft>
              <a:buClr>
                <a:srgbClr val="374151"/>
              </a:buClr>
              <a:buSzPts val="1200"/>
              <a:buFont typeface="Roboto"/>
              <a:buChar char="●"/>
            </a:pPr>
            <a:r>
              <a:rPr lang="it-IT">
                <a:solidFill>
                  <a:srgbClr val="374151"/>
                </a:solidFill>
                <a:latin typeface="Roboto"/>
                <a:ea typeface="Roboto"/>
                <a:cs typeface="Roboto"/>
                <a:sym typeface="Roboto"/>
              </a:rPr>
              <a:t>In the era of mainframe computers, resources were scarce and expensive.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Time-sharing was introduced as a way to maximize resource utilization and allow multiple users to interact with a single mainframe computer.</a:t>
            </a:r>
            <a:endParaRPr>
              <a:solidFill>
                <a:srgbClr val="374151"/>
              </a:solidFill>
              <a:latin typeface="Roboto"/>
              <a:ea typeface="Roboto"/>
              <a:cs typeface="Roboto"/>
              <a:sym typeface="Roboto"/>
            </a:endParaRPr>
          </a:p>
          <a:p>
            <a:pPr indent="0" lvl="0" marL="0" rtl="0" algn="l">
              <a:lnSpc>
                <a:spcPct val="115000"/>
              </a:lnSpc>
              <a:spcBef>
                <a:spcPts val="1500"/>
              </a:spcBef>
              <a:spcAft>
                <a:spcPts val="0"/>
              </a:spcAft>
              <a:buSzPts val="1400"/>
              <a:buNone/>
            </a:pPr>
            <a:r>
              <a:rPr lang="it-IT">
                <a:solidFill>
                  <a:srgbClr val="374151"/>
                </a:solidFill>
                <a:latin typeface="Roboto"/>
                <a:ea typeface="Roboto"/>
                <a:cs typeface="Roboto"/>
                <a:sym typeface="Roboto"/>
              </a:rPr>
              <a:t>Remote Access:</a:t>
            </a:r>
            <a:endParaRPr>
              <a:solidFill>
                <a:srgbClr val="374151"/>
              </a:solidFill>
              <a:latin typeface="Roboto"/>
              <a:ea typeface="Roboto"/>
              <a:cs typeface="Roboto"/>
              <a:sym typeface="Roboto"/>
            </a:endParaRPr>
          </a:p>
          <a:p>
            <a:pPr indent="-304800" lvl="1" marL="914400" rtl="0" algn="l">
              <a:lnSpc>
                <a:spcPct val="115000"/>
              </a:lnSpc>
              <a:spcBef>
                <a:spcPts val="1500"/>
              </a:spcBef>
              <a:spcAft>
                <a:spcPts val="0"/>
              </a:spcAft>
              <a:buClr>
                <a:srgbClr val="374151"/>
              </a:buClr>
              <a:buSzPts val="1200"/>
              <a:buFont typeface="Roboto"/>
              <a:buChar char="●"/>
            </a:pPr>
            <a:r>
              <a:rPr lang="it-IT">
                <a:solidFill>
                  <a:srgbClr val="374151"/>
                </a:solidFill>
                <a:latin typeface="Roboto"/>
                <a:ea typeface="Roboto"/>
                <a:cs typeface="Roboto"/>
                <a:sym typeface="Roboto"/>
              </a:rPr>
              <a:t>Users could access the mainframe remotely through terminals, enabling them to utilize its computational capabilities without having direct physical access.</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239" name="Google Shape;123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50" name="Google Shape;125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59" name="Google Shape;125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it-IT">
                <a:latin typeface="Roboto"/>
                <a:ea typeface="Roboto"/>
                <a:cs typeface="Roboto"/>
                <a:sym typeface="Roboto"/>
              </a:rPr>
              <a:t>The Information Divide:</a:t>
            </a:r>
            <a:endParaRPr>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Often refers to the disparity between individuals who have access to information and communication technology and those who do not (also known as the digital divide).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Public access computing aims to bridge this divide by providing accessible computing resources to individuals who might not have access otherwise.</a:t>
            </a:r>
            <a:endParaRPr/>
          </a:p>
        </p:txBody>
      </p:sp>
      <p:sp>
        <p:nvSpPr>
          <p:cNvPr id="1268" name="Google Shape;126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76" name="Google Shape;127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93" name="Google Shape;129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07" name="Google Shape;130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319" name="Google Shape;1319;p20:notes"/>
          <p:cNvSpPr/>
          <p:nvPr>
            <p:ph idx="2" type="sldImg"/>
          </p:nvPr>
        </p:nvSpPr>
        <p:spPr>
          <a:xfrm>
            <a:off x="611188" y="877888"/>
            <a:ext cx="5626200" cy="316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0" name="Google Shape;1320;p20:notes"/>
          <p:cNvSpPr txBox="1"/>
          <p:nvPr>
            <p:ph idx="1" type="body"/>
          </p:nvPr>
        </p:nvSpPr>
        <p:spPr>
          <a:xfrm>
            <a:off x="1062038" y="4349750"/>
            <a:ext cx="4732337" cy="350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331" name="Google Shape;1331;p21:notes"/>
          <p:cNvSpPr/>
          <p:nvPr>
            <p:ph idx="2" type="sldImg"/>
          </p:nvPr>
        </p:nvSpPr>
        <p:spPr>
          <a:xfrm>
            <a:off x="611188" y="877888"/>
            <a:ext cx="5626200" cy="316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2" name="Google Shape;1332;p21:notes"/>
          <p:cNvSpPr txBox="1"/>
          <p:nvPr>
            <p:ph idx="1" type="body"/>
          </p:nvPr>
        </p:nvSpPr>
        <p:spPr>
          <a:xfrm>
            <a:off x="1062038" y="4349750"/>
            <a:ext cx="4732337" cy="350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342" name="Google Shape;1342;p22:notes"/>
          <p:cNvSpPr/>
          <p:nvPr>
            <p:ph idx="2" type="sldImg"/>
          </p:nvPr>
        </p:nvSpPr>
        <p:spPr>
          <a:xfrm>
            <a:off x="611188" y="877888"/>
            <a:ext cx="5626200" cy="316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3" name="Google Shape;1343;p22:notes"/>
          <p:cNvSpPr txBox="1"/>
          <p:nvPr>
            <p:ph idx="1" type="body"/>
          </p:nvPr>
        </p:nvSpPr>
        <p:spPr>
          <a:xfrm>
            <a:off x="1062038" y="4349750"/>
            <a:ext cx="4732200" cy="350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3" name="Google Shape;135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4" name="Google Shape;135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60" name="Google Shape;136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66" name="Google Shape;136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21" name="Google Shape;162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27" name="Google Shape;162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33" name="Google Shape;163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39" name="Google Shape;163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45" name="Google Shape;164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51" name="Google Shape;165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57" name="Google Shape;165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92" name="Google Shape;169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29" name="Google Shape;172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27" name="Google Shape;182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33" name="Google Shape;1833;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39" name="Google Shape;183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45" name="Google Shape;184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65" name="Google Shape;186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 model that is Turing Complete can be extremely powerful in terms of the computational processes it can represent and simulate. (a system or programming language that has the ability to perform any computation that can be described algorithmically. In other words, a Turing complete system can simulate a Turing machine, which is a theoretical model of computation devised by Alan Turing.)</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However, Turing Completeness does not necessarily provide insights into other aspects, like usability, efficiency, or the emergent properties of a system.</a:t>
            </a:r>
            <a:endParaRPr/>
          </a:p>
        </p:txBody>
      </p:sp>
      <p:sp>
        <p:nvSpPr>
          <p:cNvPr id="1871" name="Google Shape;187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Projection in Psychology:</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In psychology, projection is a defense mechanism where individuals attribute their own thoughts, feelings, and motives to another person. It's a way of coping with one's own uncomfortable or unacceptable thoughts or emotions by attributing them to someone else.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Application to HCI:</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Projection might occur when a user interacts with a system and detects or interprets motives or intentions in the system's design that reflect the user's own subconscious thoughts or desires.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The user may project their own expectations, preferences, or beliefs onto the system, assuming that the system's design aligns with their personal model or perspective.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Transference in Psychology:</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Transference refers to the unconscious redirection of feelings and attitudes from one person to another, often based on past experiences or relationships. This can involve projecting feelings or attitudes associated with one person onto someone else.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Application to HCI:</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In a computational context, transference might occur when a user projects the model, expectations, or behaviors of other individuals from their past onto their interaction with a system.</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For example, a user might interact with a system and unconsciously apply behaviors or expectations learned from their parents, teachers, or past experiences with other systems.</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877" name="Google Shape;187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83" name="Google Shape;188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60000"/>
              </a:lnSpc>
              <a:spcBef>
                <a:spcPts val="1400"/>
              </a:spcBef>
              <a:spcAft>
                <a:spcPts val="0"/>
              </a:spcAft>
              <a:buClr>
                <a:schemeClr val="dk1"/>
              </a:buClr>
              <a:buSzPts val="1100"/>
              <a:buFont typeface="Arial"/>
              <a:buNone/>
            </a:pPr>
            <a:r>
              <a:rPr b="1" lang="it-IT" sz="1650">
                <a:latin typeface="Roboto"/>
                <a:ea typeface="Roboto"/>
                <a:cs typeface="Roboto"/>
                <a:sym typeface="Roboto"/>
              </a:rPr>
              <a:t>1. Difficult to Maintain Consistent Beliefs Over Time</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User Perspective: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Users may find it challenging to maintain consistent beliefs or preferences when interacting with systems over time.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This can be due to </a:t>
            </a:r>
            <a:r>
              <a:rPr lang="it-IT" u="sng">
                <a:solidFill>
                  <a:srgbClr val="374151"/>
                </a:solidFill>
                <a:latin typeface="Roboto"/>
                <a:ea typeface="Roboto"/>
                <a:cs typeface="Roboto"/>
                <a:sym typeface="Roboto"/>
              </a:rPr>
              <a:t>changing needs, evolving understanding of the system, or varying contexts</a:t>
            </a:r>
            <a:r>
              <a:rPr lang="it-IT">
                <a:solidFill>
                  <a:srgbClr val="374151"/>
                </a:solidFill>
                <a:latin typeface="Roboto"/>
                <a:ea typeface="Roboto"/>
                <a:cs typeface="Roboto"/>
                <a:sym typeface="Roboto"/>
              </a:rPr>
              <a:t> in which the system is used.</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 Consideration:</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Designers should anticipate that user beliefs and preferences might change and aim to create systems that can adapt to these shifts in user behavior and expectations.</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2. Not Using an Adequate Notation</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Notation in User Interfaces: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Adequate notation in user interfaces refers to the use of </a:t>
            </a:r>
            <a:r>
              <a:rPr lang="it-IT" u="sng">
                <a:solidFill>
                  <a:srgbClr val="374151"/>
                </a:solidFill>
                <a:latin typeface="Roboto"/>
                <a:ea typeface="Roboto"/>
                <a:cs typeface="Roboto"/>
                <a:sym typeface="Roboto"/>
              </a:rPr>
              <a:t>symbols, icons, or visual elements</a:t>
            </a:r>
            <a:r>
              <a:rPr lang="it-IT">
                <a:solidFill>
                  <a:srgbClr val="374151"/>
                </a:solidFill>
                <a:latin typeface="Roboto"/>
                <a:ea typeface="Roboto"/>
                <a:cs typeface="Roboto"/>
                <a:sym typeface="Roboto"/>
              </a:rPr>
              <a:t> that are clear, intuitive, and easily understood by users.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Inadequate notation can lead to confusion and difficulties in interacting with the system.</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 Focus: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Designers should prioritize the use of clear and intuitive notations in user interfaces to ensure that users can easily understand and interpret the information presented.</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3. Preference for Transitive Preferences</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Transitive Preferences: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Transitive preferences refer to the idea that if a user prefers option A to option B and option B to option C, then they should also prefer option A to option C.</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 Expectations: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Users often prefer systems where their preferences are transitive, as it simplifies decision-making and makes it more predictable.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 Implication:</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Designing systems with clear and consistent feedback on user choices can help users maintain transitive preferences and make informed decisions.</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4. Menu Interface Better Than Command-Based One</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Menu vs. Command-Based Interface: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Many users prefer menu-based interfaces over command-based ones. Menu interfaces present options in a structured, visual format that is often more intuitive and less error-prone.</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User-Friendly Design:</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Designers should consider the user-friendliness of menu interfaces, as they can make it easier for users to access and select options without needing to remember specific commands.</a:t>
            </a:r>
            <a:endParaRPr>
              <a:solidFill>
                <a:srgbClr val="374151"/>
              </a:solidFill>
              <a:latin typeface="Roboto"/>
              <a:ea typeface="Roboto"/>
              <a:cs typeface="Roboto"/>
              <a:sym typeface="Roboto"/>
            </a:endParaRPr>
          </a:p>
          <a:p>
            <a:pPr indent="0" lvl="0" marL="0" rtl="0" algn="l">
              <a:lnSpc>
                <a:spcPct val="160000"/>
              </a:lnSpc>
              <a:spcBef>
                <a:spcPts val="1500"/>
              </a:spcBef>
              <a:spcAft>
                <a:spcPts val="0"/>
              </a:spcAft>
              <a:buClr>
                <a:schemeClr val="dk1"/>
              </a:buClr>
              <a:buSzPts val="1100"/>
              <a:buFont typeface="Arial"/>
              <a:buNone/>
            </a:pPr>
            <a:r>
              <a:rPr b="1" lang="it-IT" sz="1650">
                <a:latin typeface="Roboto"/>
                <a:ea typeface="Roboto"/>
                <a:cs typeface="Roboto"/>
                <a:sym typeface="Roboto"/>
              </a:rPr>
              <a:t>5. Knowledge-Based Direct Manipulation Better Than Menu</a:t>
            </a:r>
            <a:endParaRPr b="1" sz="1650">
              <a:latin typeface="Roboto"/>
              <a:ea typeface="Roboto"/>
              <a:cs typeface="Roboto"/>
              <a:sym typeface="Roboto"/>
            </a:endParaRPr>
          </a:p>
          <a:p>
            <a:pPr indent="-304800" lvl="0" marL="457200" rtl="0" algn="l">
              <a:lnSpc>
                <a:spcPct val="115000"/>
              </a:lnSpc>
              <a:spcBef>
                <a:spcPts val="400"/>
              </a:spcBef>
              <a:spcAft>
                <a:spcPts val="0"/>
              </a:spcAft>
              <a:buClr>
                <a:srgbClr val="374151"/>
              </a:buClr>
              <a:buSzPts val="1200"/>
              <a:buFont typeface="Roboto"/>
              <a:buChar char="●"/>
            </a:pPr>
            <a:r>
              <a:rPr lang="it-IT">
                <a:solidFill>
                  <a:srgbClr val="374151"/>
                </a:solidFill>
                <a:latin typeface="Roboto"/>
                <a:ea typeface="Roboto"/>
                <a:cs typeface="Roboto"/>
                <a:sym typeface="Roboto"/>
              </a:rPr>
              <a:t>Knowledge-Based Direct Manipulation:</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Knowledge-based direct manipulation refers to interfaces where</a:t>
            </a:r>
            <a:r>
              <a:rPr lang="it-IT" u="sng">
                <a:solidFill>
                  <a:srgbClr val="374151"/>
                </a:solidFill>
                <a:latin typeface="Roboto"/>
                <a:ea typeface="Roboto"/>
                <a:cs typeface="Roboto"/>
                <a:sym typeface="Roboto"/>
              </a:rPr>
              <a:t> users can directly interact with objects, data, or elements</a:t>
            </a:r>
            <a:r>
              <a:rPr lang="it-IT">
                <a:solidFill>
                  <a:srgbClr val="374151"/>
                </a:solidFill>
                <a:latin typeface="Roboto"/>
                <a:ea typeface="Roboto"/>
                <a:cs typeface="Roboto"/>
                <a:sym typeface="Roboto"/>
              </a:rPr>
              <a:t> in a way that aligns with their existing knowledge and expectations.</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Advantages: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Users often find knowledge-based direct manipulation interfaces more intuitive and user-friendly compared to menu-based interfaces.</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These interfaces allow users to interact with the system in a way that matches their mental model, making them more efficient and effective.</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889" name="Google Shape;188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“Selective attention” refers to the brain’s ability to focus on a specific stimulus while ignoring others. </a:t>
            </a:r>
            <a:endParaRPr/>
          </a:p>
          <a:p>
            <a:pPr indent="0" lvl="0" marL="0" rtl="0" algn="l">
              <a:lnSpc>
                <a:spcPct val="100000"/>
              </a:lnSpc>
              <a:spcBef>
                <a:spcPts val="360"/>
              </a:spcBef>
              <a:spcAft>
                <a:spcPts val="0"/>
              </a:spcAft>
              <a:buSzPts val="1400"/>
              <a:buNone/>
            </a:pPr>
            <a:r>
              <a:rPr lang="it-IT"/>
              <a:t>“Shifting attention” is the process of moving one’s focus from one stimulus to another.</a:t>
            </a:r>
            <a:br>
              <a:rPr lang="it-IT"/>
            </a:br>
            <a:br>
              <a:rPr lang="it-IT"/>
            </a:br>
            <a:r>
              <a:rPr lang="it-IT">
                <a:solidFill>
                  <a:srgbClr val="111111"/>
                </a:solidFill>
                <a:latin typeface="Roboto"/>
                <a:ea typeface="Roboto"/>
                <a:cs typeface="Roboto"/>
                <a:sym typeface="Roboto"/>
              </a:rPr>
              <a:t>Chunks are built by closure, which means that when a chunk is created, it is closed off from other information in STM. This can be useful for preventing interference from other information in STM.</a:t>
            </a:r>
            <a:endParaRPr/>
          </a:p>
        </p:txBody>
      </p:sp>
      <p:sp>
        <p:nvSpPr>
          <p:cNvPr id="1895" name="Google Shape;189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01" name="Google Shape;190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07" name="Google Shape;190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13" name="Google Shape;191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Priming: watching for some time the yellow color, makes it easier to recall yellow objects (lemons, bananas, etc.)</a:t>
            </a:r>
            <a:endParaRPr/>
          </a:p>
          <a:p>
            <a:pPr indent="0" lvl="0" marL="0" rtl="0" algn="l">
              <a:lnSpc>
                <a:spcPct val="100000"/>
              </a:lnSpc>
              <a:spcBef>
                <a:spcPts val="360"/>
              </a:spcBef>
              <a:spcAft>
                <a:spcPts val="0"/>
              </a:spcAft>
              <a:buSzPts val="1400"/>
              <a:buNone/>
            </a:pPr>
            <a:r>
              <a:rPr lang="it-IT"/>
              <a:t>Remember that recent research has shown that priming (and generally, bias) effects could be statistical effects of those researches. So take it with a grain of salt.</a:t>
            </a:r>
            <a:endParaRPr/>
          </a:p>
        </p:txBody>
      </p:sp>
      <p:sp>
        <p:nvSpPr>
          <p:cNvPr id="1919" name="Google Shape;191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it-IT">
                <a:solidFill>
                  <a:srgbClr val="374151"/>
                </a:solidFill>
                <a:latin typeface="Roboto"/>
                <a:ea typeface="Roboto"/>
                <a:cs typeface="Roboto"/>
                <a:sym typeface="Roboto"/>
              </a:rPr>
              <a:t>Cognitive dissonance refers to the psychological discomfort that arises when a person holds conflicting beliefs, attitudes, or makes choices that are inconsistent with their existing values or beliefs.</a:t>
            </a:r>
            <a:endParaRPr>
              <a:solidFill>
                <a:srgbClr val="37415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it-IT">
                <a:solidFill>
                  <a:srgbClr val="374151"/>
                </a:solidFill>
                <a:latin typeface="Roboto"/>
                <a:ea typeface="Roboto"/>
                <a:cs typeface="Roboto"/>
                <a:sym typeface="Roboto"/>
              </a:rPr>
              <a:t>In the context of human-computer interaction, cognitive dissonance might manifest as follows:</a:t>
            </a:r>
            <a:endParaRPr>
              <a:solidFill>
                <a:srgbClr val="374151"/>
              </a:solidFill>
              <a:latin typeface="Roboto"/>
              <a:ea typeface="Roboto"/>
              <a:cs typeface="Roboto"/>
              <a:sym typeface="Roboto"/>
            </a:endParaRPr>
          </a:p>
          <a:p>
            <a:pPr indent="-228600" lvl="0" marL="457200" rtl="0" algn="l">
              <a:lnSpc>
                <a:spcPct val="115000"/>
              </a:lnSpc>
              <a:spcBef>
                <a:spcPts val="1500"/>
              </a:spcBef>
              <a:spcAft>
                <a:spcPts val="0"/>
              </a:spcAft>
              <a:buClr>
                <a:srgbClr val="374151"/>
              </a:buClr>
              <a:buSzPts val="1200"/>
              <a:buFont typeface="Roboto"/>
              <a:buNone/>
            </a:pPr>
            <a:r>
              <a:rPr lang="it-IT">
                <a:solidFill>
                  <a:srgbClr val="374151"/>
                </a:solidFill>
                <a:latin typeface="Roboto"/>
                <a:ea typeface="Roboto"/>
                <a:cs typeface="Roboto"/>
                <a:sym typeface="Roboto"/>
              </a:rPr>
              <a:t>Choice Dissonance: After a user makes a choice, they may experience discomfort if they perceive the alternative options as more attractive or better. This can lead to feelings of regret or uncertainty about the chosen option.</a:t>
            </a:r>
            <a:endParaRPr>
              <a:solidFill>
                <a:srgbClr val="374151"/>
              </a:solidFill>
              <a:latin typeface="Roboto"/>
              <a:ea typeface="Roboto"/>
              <a:cs typeface="Roboto"/>
              <a:sym typeface="Roboto"/>
            </a:endParaRPr>
          </a:p>
          <a:p>
            <a:pPr indent="-228600" lvl="0" marL="457200" rtl="0" algn="l">
              <a:lnSpc>
                <a:spcPct val="115000"/>
              </a:lnSpc>
              <a:spcBef>
                <a:spcPts val="0"/>
              </a:spcBef>
              <a:spcAft>
                <a:spcPts val="0"/>
              </a:spcAft>
              <a:buClr>
                <a:srgbClr val="374151"/>
              </a:buClr>
              <a:buSzPts val="1200"/>
              <a:buFont typeface="Roboto"/>
              <a:buNone/>
            </a:pPr>
            <a:r>
              <a:rPr lang="it-IT">
                <a:solidFill>
                  <a:srgbClr val="374151"/>
                </a:solidFill>
                <a:latin typeface="Roboto"/>
                <a:ea typeface="Roboto"/>
                <a:cs typeface="Roboto"/>
                <a:sym typeface="Roboto"/>
              </a:rPr>
              <a:t>Coping Mechanisms: To reduce cognitive dissonance and feel better about their choice, users may employ various coping mechanisms. Some of these mechanisms can include: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Changing the Program: Users may switch to a different program or option to alleviate the discomfort.</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Reducing Importance: Users might downplay the significance of the choice they made, telling themselves that their job is more important than the software they use, for example.</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Adding Consonant Ideas: Users might seek out information or arguments that support their choice to reinforce their belief that it was the right decision.</a:t>
            </a:r>
            <a:endParaRPr>
              <a:solidFill>
                <a:srgbClr val="374151"/>
              </a:solidFill>
              <a:latin typeface="Roboto"/>
              <a:ea typeface="Roboto"/>
              <a:cs typeface="Roboto"/>
              <a:sym typeface="Roboto"/>
            </a:endParaRPr>
          </a:p>
          <a:p>
            <a:pPr indent="-304800" lvl="1" marL="9144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Selective Exposure: Users may deliberately expose themselves to positive feedback or evaluations of their choice while avoiding negative reviews or criticisms.</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925" name="Google Shape;192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32" name="Google Shape;1932;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Homeostasis: Homeostasis refers to the tendency of systems, including interactive systems, to maintain stability or balance. In the context of design, it means that designers may unintentionally make systems more complex than necessary to maintain a certain level of equilibrium.</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Complexity and Balance: Designers might add complexity to a system in an attempt to address various user needs, maintain user interest, or balance competing design requirements. However, excessive complexity can lead to usability issues and confusion.</a:t>
            </a:r>
            <a:endParaRPr>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lang="it-IT">
                <a:solidFill>
                  <a:srgbClr val="374151"/>
                </a:solidFill>
                <a:latin typeface="Roboto"/>
                <a:ea typeface="Roboto"/>
                <a:cs typeface="Roboto"/>
                <a:sym typeface="Roboto"/>
              </a:rPr>
              <a:t>Hawthorne Effect (Mayo 1933): This concept refers to the phenomenon where individuals change their behavior when they are aware they are being observed. In the context of user interaction with systems, users might work harder or behave differently when they know they are participating in something new or when they have more control.</a:t>
            </a:r>
            <a:endParaRPr>
              <a:solidFill>
                <a:srgbClr val="374151"/>
              </a:solidFill>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938" name="Google Shape;193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grpSp>
        <p:nvGrpSpPr>
          <p:cNvPr id="13" name="Google Shape;13;p2"/>
          <p:cNvGrpSpPr/>
          <p:nvPr/>
        </p:nvGrpSpPr>
        <p:grpSpPr>
          <a:xfrm>
            <a:off x="0" y="0"/>
            <a:ext cx="9144000" cy="5143500"/>
            <a:chOff x="0" y="0"/>
            <a:chExt cx="9144000" cy="5143500"/>
          </a:xfrm>
        </p:grpSpPr>
        <p:sp>
          <p:nvSpPr>
            <p:cNvPr id="14" name="Google Shape;14;p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2"/>
          <p:cNvGrpSpPr/>
          <p:nvPr/>
        </p:nvGrpSpPr>
        <p:grpSpPr>
          <a:xfrm>
            <a:off x="-83525" y="-233775"/>
            <a:ext cx="9339050" cy="5417100"/>
            <a:chOff x="-83525" y="-233775"/>
            <a:chExt cx="9339050" cy="5417100"/>
          </a:xfrm>
        </p:grpSpPr>
        <p:cxnSp>
          <p:nvCxnSpPr>
            <p:cNvPr id="17" name="Google Shape;17;p2"/>
            <p:cNvCxnSpPr/>
            <p:nvPr/>
          </p:nvCxnSpPr>
          <p:spPr>
            <a:xfrm flipH="1" rot="10800000">
              <a:off x="-83525" y="4026525"/>
              <a:ext cx="4902900" cy="610500"/>
            </a:xfrm>
            <a:prstGeom prst="straightConnector1">
              <a:avLst/>
            </a:prstGeom>
            <a:noFill/>
            <a:ln cap="rnd" cmpd="sng" w="9525">
              <a:solidFill>
                <a:schemeClr val="accent4"/>
              </a:solidFill>
              <a:prstDash val="solid"/>
              <a:round/>
              <a:headEnd len="sm" w="sm" type="none"/>
              <a:tailEnd len="sm" w="sm" type="none"/>
            </a:ln>
          </p:spPr>
        </p:cxnSp>
        <p:cxnSp>
          <p:nvCxnSpPr>
            <p:cNvPr id="18" name="Google Shape;18;p2"/>
            <p:cNvCxnSpPr/>
            <p:nvPr/>
          </p:nvCxnSpPr>
          <p:spPr>
            <a:xfrm>
              <a:off x="3297225" y="4026550"/>
              <a:ext cx="1927800" cy="1105200"/>
            </a:xfrm>
            <a:prstGeom prst="straightConnector1">
              <a:avLst/>
            </a:prstGeom>
            <a:noFill/>
            <a:ln cap="rnd" cmpd="sng" w="9525">
              <a:solidFill>
                <a:schemeClr val="accent4"/>
              </a:solidFill>
              <a:prstDash val="solid"/>
              <a:round/>
              <a:headEnd len="sm" w="sm" type="none"/>
              <a:tailEnd len="sm" w="sm" type="none"/>
            </a:ln>
          </p:spPr>
        </p:cxnSp>
        <p:cxnSp>
          <p:nvCxnSpPr>
            <p:cNvPr id="19" name="Google Shape;19;p2"/>
            <p:cNvCxnSpPr/>
            <p:nvPr/>
          </p:nvCxnSpPr>
          <p:spPr>
            <a:xfrm>
              <a:off x="6053925" y="3975"/>
              <a:ext cx="2345400" cy="1240200"/>
            </a:xfrm>
            <a:prstGeom prst="straightConnector1">
              <a:avLst/>
            </a:prstGeom>
            <a:noFill/>
            <a:ln cap="rnd" cmpd="sng" w="9525">
              <a:solidFill>
                <a:schemeClr val="accent4"/>
              </a:solidFill>
              <a:prstDash val="solid"/>
              <a:round/>
              <a:headEnd len="sm" w="sm" type="none"/>
              <a:tailEnd len="sm" w="sm" type="none"/>
            </a:ln>
          </p:spPr>
        </p:cxnSp>
        <p:cxnSp>
          <p:nvCxnSpPr>
            <p:cNvPr id="20" name="Google Shape;20;p2"/>
            <p:cNvCxnSpPr/>
            <p:nvPr/>
          </p:nvCxnSpPr>
          <p:spPr>
            <a:xfrm>
              <a:off x="4338225" y="-28150"/>
              <a:ext cx="4917300" cy="931800"/>
            </a:xfrm>
            <a:prstGeom prst="straightConnector1">
              <a:avLst/>
            </a:prstGeom>
            <a:noFill/>
            <a:ln cap="rnd" cmpd="sng" w="9525">
              <a:solidFill>
                <a:schemeClr val="accent4"/>
              </a:solidFill>
              <a:prstDash val="solid"/>
              <a:round/>
              <a:headEnd len="sm" w="sm" type="none"/>
              <a:tailEnd len="sm" w="sm" type="none"/>
            </a:ln>
          </p:spPr>
        </p:cxnSp>
        <p:cxnSp>
          <p:nvCxnSpPr>
            <p:cNvPr id="21" name="Google Shape;21;p2"/>
            <p:cNvCxnSpPr/>
            <p:nvPr/>
          </p:nvCxnSpPr>
          <p:spPr>
            <a:xfrm flipH="1">
              <a:off x="173650" y="-233775"/>
              <a:ext cx="173400" cy="5417100"/>
            </a:xfrm>
            <a:prstGeom prst="straightConnector1">
              <a:avLst/>
            </a:prstGeom>
            <a:noFill/>
            <a:ln cap="rnd" cmpd="sng" w="9525">
              <a:solidFill>
                <a:schemeClr val="accent4"/>
              </a:solidFill>
              <a:prstDash val="solid"/>
              <a:round/>
              <a:headEnd len="sm" w="sm" type="none"/>
              <a:tailEnd len="sm" w="sm" type="none"/>
            </a:ln>
          </p:spPr>
        </p:cxnSp>
        <p:grpSp>
          <p:nvGrpSpPr>
            <p:cNvPr id="22" name="Google Shape;22;p2"/>
            <p:cNvGrpSpPr/>
            <p:nvPr/>
          </p:nvGrpSpPr>
          <p:grpSpPr>
            <a:xfrm>
              <a:off x="-83525" y="4333650"/>
              <a:ext cx="539700" cy="539700"/>
              <a:chOff x="-83525" y="4333650"/>
              <a:chExt cx="539700" cy="539700"/>
            </a:xfrm>
          </p:grpSpPr>
          <p:sp>
            <p:nvSpPr>
              <p:cNvPr id="23" name="Google Shape;23;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
            <p:cNvGrpSpPr/>
            <p:nvPr/>
          </p:nvGrpSpPr>
          <p:grpSpPr>
            <a:xfrm>
              <a:off x="3297225" y="3935250"/>
              <a:ext cx="539700" cy="539700"/>
              <a:chOff x="-83525" y="4333650"/>
              <a:chExt cx="539700" cy="539700"/>
            </a:xfrm>
          </p:grpSpPr>
          <p:sp>
            <p:nvSpPr>
              <p:cNvPr id="26" name="Google Shape;26;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
            <p:cNvGrpSpPr/>
            <p:nvPr/>
          </p:nvGrpSpPr>
          <p:grpSpPr>
            <a:xfrm>
              <a:off x="6542926" y="112425"/>
              <a:ext cx="718341" cy="718341"/>
              <a:chOff x="-83525" y="4333650"/>
              <a:chExt cx="539700" cy="539700"/>
            </a:xfrm>
          </p:grpSpPr>
          <p:sp>
            <p:nvSpPr>
              <p:cNvPr id="29" name="Google Shape;29;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 name="Google Shape;31;p2"/>
            <p:cNvGrpSpPr/>
            <p:nvPr/>
          </p:nvGrpSpPr>
          <p:grpSpPr>
            <a:xfrm>
              <a:off x="7165201" y="112422"/>
              <a:ext cx="265640" cy="265640"/>
              <a:chOff x="-83525" y="4333650"/>
              <a:chExt cx="539700" cy="539700"/>
            </a:xfrm>
          </p:grpSpPr>
          <p:sp>
            <p:nvSpPr>
              <p:cNvPr id="32" name="Google Shape;32;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 name="Google Shape;34;p2"/>
            <p:cNvGrpSpPr/>
            <p:nvPr/>
          </p:nvGrpSpPr>
          <p:grpSpPr>
            <a:xfrm>
              <a:off x="7814201" y="1436147"/>
              <a:ext cx="265640" cy="265640"/>
              <a:chOff x="-83525" y="4333650"/>
              <a:chExt cx="539700" cy="539700"/>
            </a:xfrm>
          </p:grpSpPr>
          <p:sp>
            <p:nvSpPr>
              <p:cNvPr id="35" name="Google Shape;35;p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2"/>
            <p:cNvGrpSpPr/>
            <p:nvPr/>
          </p:nvGrpSpPr>
          <p:grpSpPr>
            <a:xfrm>
              <a:off x="2718476" y="4603497"/>
              <a:ext cx="265640" cy="265640"/>
              <a:chOff x="-83525" y="4333650"/>
              <a:chExt cx="539700" cy="539700"/>
            </a:xfrm>
          </p:grpSpPr>
          <p:sp>
            <p:nvSpPr>
              <p:cNvPr id="38" name="Google Shape;38;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 name="Google Shape;40;p2"/>
            <p:cNvGrpSpPr/>
            <p:nvPr/>
          </p:nvGrpSpPr>
          <p:grpSpPr>
            <a:xfrm>
              <a:off x="546526" y="112422"/>
              <a:ext cx="265640" cy="265640"/>
              <a:chOff x="-83525" y="4333650"/>
              <a:chExt cx="539700" cy="539700"/>
            </a:xfrm>
          </p:grpSpPr>
          <p:sp>
            <p:nvSpPr>
              <p:cNvPr id="41" name="Google Shape;41;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 name="Google Shape;43;p2"/>
            <p:cNvGrpSpPr/>
            <p:nvPr/>
          </p:nvGrpSpPr>
          <p:grpSpPr>
            <a:xfrm>
              <a:off x="308751" y="767847"/>
              <a:ext cx="265640" cy="265640"/>
              <a:chOff x="-83525" y="4333650"/>
              <a:chExt cx="539700" cy="539700"/>
            </a:xfrm>
          </p:grpSpPr>
          <p:sp>
            <p:nvSpPr>
              <p:cNvPr id="44" name="Google Shape;44;p2"/>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6" name="Google Shape;46;p2"/>
          <p:cNvSpPr txBox="1"/>
          <p:nvPr>
            <p:ph idx="1" type="subTitle"/>
          </p:nvPr>
        </p:nvSpPr>
        <p:spPr>
          <a:xfrm rot="-615">
            <a:off x="719999" y="2993858"/>
            <a:ext cx="3354000" cy="426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7" name="Google Shape;47;p2"/>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52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grpSp>
        <p:nvGrpSpPr>
          <p:cNvPr id="49" name="Google Shape;49;p3"/>
          <p:cNvGrpSpPr/>
          <p:nvPr/>
        </p:nvGrpSpPr>
        <p:grpSpPr>
          <a:xfrm>
            <a:off x="0" y="0"/>
            <a:ext cx="9144000" cy="5143500"/>
            <a:chOff x="0" y="0"/>
            <a:chExt cx="9144000" cy="5143500"/>
          </a:xfrm>
        </p:grpSpPr>
        <p:sp>
          <p:nvSpPr>
            <p:cNvPr id="50" name="Google Shape;50;p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3"/>
          <p:cNvGrpSpPr/>
          <p:nvPr/>
        </p:nvGrpSpPr>
        <p:grpSpPr>
          <a:xfrm>
            <a:off x="-38625" y="-124550"/>
            <a:ext cx="9277700" cy="5339850"/>
            <a:chOff x="-38625" y="-124550"/>
            <a:chExt cx="9277700" cy="5339850"/>
          </a:xfrm>
        </p:grpSpPr>
        <p:cxnSp>
          <p:nvCxnSpPr>
            <p:cNvPr id="53" name="Google Shape;53;p3"/>
            <p:cNvCxnSpPr/>
            <p:nvPr/>
          </p:nvCxnSpPr>
          <p:spPr>
            <a:xfrm>
              <a:off x="7441175" y="-66725"/>
              <a:ext cx="1733700" cy="2596200"/>
            </a:xfrm>
            <a:prstGeom prst="straightConnector1">
              <a:avLst/>
            </a:prstGeom>
            <a:noFill/>
            <a:ln cap="rnd" cmpd="sng" w="9525">
              <a:solidFill>
                <a:schemeClr val="accent4"/>
              </a:solidFill>
              <a:prstDash val="solid"/>
              <a:round/>
              <a:headEnd len="sm" w="sm" type="none"/>
              <a:tailEnd len="sm" w="sm" type="none"/>
            </a:ln>
          </p:spPr>
        </p:cxnSp>
        <p:cxnSp>
          <p:nvCxnSpPr>
            <p:cNvPr id="54" name="Google Shape;54;p3"/>
            <p:cNvCxnSpPr/>
            <p:nvPr/>
          </p:nvCxnSpPr>
          <p:spPr>
            <a:xfrm flipH="1">
              <a:off x="2350325" y="4547050"/>
              <a:ext cx="6824400" cy="610500"/>
            </a:xfrm>
            <a:prstGeom prst="straightConnector1">
              <a:avLst/>
            </a:prstGeom>
            <a:noFill/>
            <a:ln cap="rnd" cmpd="sng" w="9525">
              <a:solidFill>
                <a:schemeClr val="accent4"/>
              </a:solidFill>
              <a:prstDash val="solid"/>
              <a:round/>
              <a:headEnd len="sm" w="sm" type="none"/>
              <a:tailEnd len="sm" w="sm" type="none"/>
            </a:ln>
          </p:spPr>
        </p:cxnSp>
        <p:cxnSp>
          <p:nvCxnSpPr>
            <p:cNvPr id="55" name="Google Shape;55;p3"/>
            <p:cNvCxnSpPr/>
            <p:nvPr/>
          </p:nvCxnSpPr>
          <p:spPr>
            <a:xfrm>
              <a:off x="6533700" y="4694850"/>
              <a:ext cx="2255400" cy="462600"/>
            </a:xfrm>
            <a:prstGeom prst="straightConnector1">
              <a:avLst/>
            </a:prstGeom>
            <a:noFill/>
            <a:ln cap="rnd" cmpd="sng" w="9525">
              <a:solidFill>
                <a:schemeClr val="accent4"/>
              </a:solidFill>
              <a:prstDash val="solid"/>
              <a:round/>
              <a:headEnd len="sm" w="sm" type="none"/>
              <a:tailEnd len="sm" w="sm" type="none"/>
            </a:ln>
          </p:spPr>
        </p:cxnSp>
        <p:cxnSp>
          <p:nvCxnSpPr>
            <p:cNvPr id="56" name="Google Shape;56;p3"/>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57" name="Google Shape;57;p3"/>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58" name="Google Shape;58;p3"/>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59" name="Google Shape;59;p3"/>
            <p:cNvCxnSpPr/>
            <p:nvPr/>
          </p:nvCxnSpPr>
          <p:spPr>
            <a:xfrm>
              <a:off x="337800" y="-124550"/>
              <a:ext cx="289200" cy="5288400"/>
            </a:xfrm>
            <a:prstGeom prst="straightConnector1">
              <a:avLst/>
            </a:prstGeom>
            <a:noFill/>
            <a:ln cap="rnd" cmpd="sng" w="9525">
              <a:solidFill>
                <a:schemeClr val="accent4"/>
              </a:solidFill>
              <a:prstDash val="solid"/>
              <a:round/>
              <a:headEnd len="sm" w="sm" type="none"/>
              <a:tailEnd len="sm" w="sm" type="none"/>
            </a:ln>
          </p:spPr>
        </p:cxnSp>
        <p:cxnSp>
          <p:nvCxnSpPr>
            <p:cNvPr id="60" name="Google Shape;60;p3"/>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61" name="Google Shape;61;p3"/>
            <p:cNvGrpSpPr/>
            <p:nvPr/>
          </p:nvGrpSpPr>
          <p:grpSpPr>
            <a:xfrm>
              <a:off x="8673562" y="431300"/>
              <a:ext cx="507588" cy="507588"/>
              <a:chOff x="-83525" y="4333650"/>
              <a:chExt cx="539700" cy="539700"/>
            </a:xfrm>
          </p:grpSpPr>
          <p:sp>
            <p:nvSpPr>
              <p:cNvPr id="62" name="Google Shape;62;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 name="Google Shape;64;p3"/>
            <p:cNvGrpSpPr/>
            <p:nvPr/>
          </p:nvGrpSpPr>
          <p:grpSpPr>
            <a:xfrm>
              <a:off x="7364046" y="-29918"/>
              <a:ext cx="723360" cy="723360"/>
              <a:chOff x="-83525" y="4333650"/>
              <a:chExt cx="539700" cy="539700"/>
            </a:xfrm>
          </p:grpSpPr>
          <p:sp>
            <p:nvSpPr>
              <p:cNvPr id="65" name="Google Shape;65;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3"/>
            <p:cNvGrpSpPr/>
            <p:nvPr/>
          </p:nvGrpSpPr>
          <p:grpSpPr>
            <a:xfrm>
              <a:off x="244196" y="4490620"/>
              <a:ext cx="723360" cy="723360"/>
              <a:chOff x="-83525" y="4333650"/>
              <a:chExt cx="539700" cy="539700"/>
            </a:xfrm>
          </p:grpSpPr>
          <p:sp>
            <p:nvSpPr>
              <p:cNvPr id="68" name="Google Shape;68;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3"/>
            <p:cNvGrpSpPr/>
            <p:nvPr/>
          </p:nvGrpSpPr>
          <p:grpSpPr>
            <a:xfrm>
              <a:off x="206291" y="1036783"/>
              <a:ext cx="389178" cy="389178"/>
              <a:chOff x="-83525" y="4333650"/>
              <a:chExt cx="539700" cy="539700"/>
            </a:xfrm>
          </p:grpSpPr>
          <p:sp>
            <p:nvSpPr>
              <p:cNvPr id="71" name="Google Shape;71;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
            <p:cNvGrpSpPr/>
            <p:nvPr/>
          </p:nvGrpSpPr>
          <p:grpSpPr>
            <a:xfrm>
              <a:off x="1009541" y="107783"/>
              <a:ext cx="389178" cy="389178"/>
              <a:chOff x="-83525" y="4333650"/>
              <a:chExt cx="539700" cy="539700"/>
            </a:xfrm>
          </p:grpSpPr>
          <p:sp>
            <p:nvSpPr>
              <p:cNvPr id="74" name="Google Shape;74;p3"/>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 name="Google Shape;76;p3"/>
            <p:cNvGrpSpPr/>
            <p:nvPr/>
          </p:nvGrpSpPr>
          <p:grpSpPr>
            <a:xfrm>
              <a:off x="6501546" y="4420132"/>
              <a:ext cx="723360" cy="723360"/>
              <a:chOff x="-83525" y="4333650"/>
              <a:chExt cx="539700" cy="539700"/>
            </a:xfrm>
          </p:grpSpPr>
          <p:sp>
            <p:nvSpPr>
              <p:cNvPr id="77" name="Google Shape;77;p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9" name="Google Shape;79;p3"/>
          <p:cNvSpPr txBox="1"/>
          <p:nvPr>
            <p:ph type="title"/>
          </p:nvPr>
        </p:nvSpPr>
        <p:spPr>
          <a:xfrm>
            <a:off x="720000" y="3257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80" name="Google Shape;80;p3"/>
          <p:cNvSpPr txBox="1"/>
          <p:nvPr>
            <p:ph idx="1" type="body"/>
          </p:nvPr>
        </p:nvSpPr>
        <p:spPr>
          <a:xfrm>
            <a:off x="720000" y="1217550"/>
            <a:ext cx="7704000" cy="36996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accent2"/>
              </a:buClr>
              <a:buSzPts val="1400"/>
              <a:buChar char="●"/>
              <a:defRPr sz="105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grpSp>
        <p:nvGrpSpPr>
          <p:cNvPr id="82" name="Google Shape;82;p4"/>
          <p:cNvGrpSpPr/>
          <p:nvPr/>
        </p:nvGrpSpPr>
        <p:grpSpPr>
          <a:xfrm flipH="1" rot="10800000">
            <a:off x="0" y="0"/>
            <a:ext cx="9144000" cy="5143500"/>
            <a:chOff x="0" y="0"/>
            <a:chExt cx="9144000" cy="5143500"/>
          </a:xfrm>
        </p:grpSpPr>
        <p:sp>
          <p:nvSpPr>
            <p:cNvPr id="83" name="Google Shape;83;p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4"/>
          <p:cNvGrpSpPr/>
          <p:nvPr/>
        </p:nvGrpSpPr>
        <p:grpSpPr>
          <a:xfrm>
            <a:off x="-24925" y="-58550"/>
            <a:ext cx="9280375" cy="5214400"/>
            <a:chOff x="-24925" y="-58550"/>
            <a:chExt cx="9280375" cy="5214400"/>
          </a:xfrm>
        </p:grpSpPr>
        <p:cxnSp>
          <p:nvCxnSpPr>
            <p:cNvPr id="86" name="Google Shape;86;p4"/>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87" name="Google Shape;87;p4"/>
            <p:cNvGrpSpPr/>
            <p:nvPr/>
          </p:nvGrpSpPr>
          <p:grpSpPr>
            <a:xfrm>
              <a:off x="8355390" y="368163"/>
              <a:ext cx="718341" cy="718341"/>
              <a:chOff x="-83525" y="4333650"/>
              <a:chExt cx="539700" cy="539700"/>
            </a:xfrm>
          </p:grpSpPr>
          <p:sp>
            <p:nvSpPr>
              <p:cNvPr id="88" name="Google Shape;88;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 name="Google Shape;90;p4"/>
            <p:cNvGrpSpPr/>
            <p:nvPr/>
          </p:nvGrpSpPr>
          <p:grpSpPr>
            <a:xfrm>
              <a:off x="8100801" y="168547"/>
              <a:ext cx="265640" cy="265640"/>
              <a:chOff x="-83525" y="4333650"/>
              <a:chExt cx="539700" cy="539700"/>
            </a:xfrm>
          </p:grpSpPr>
          <p:sp>
            <p:nvSpPr>
              <p:cNvPr id="91" name="Google Shape;91;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93" name="Google Shape;93;p4"/>
            <p:cNvCxnSpPr/>
            <p:nvPr/>
          </p:nvCxnSpPr>
          <p:spPr>
            <a:xfrm>
              <a:off x="8552850" y="-58550"/>
              <a:ext cx="613500" cy="3070800"/>
            </a:xfrm>
            <a:prstGeom prst="straightConnector1">
              <a:avLst/>
            </a:prstGeom>
            <a:noFill/>
            <a:ln cap="rnd" cmpd="sng" w="9525">
              <a:solidFill>
                <a:schemeClr val="accent4"/>
              </a:solidFill>
              <a:prstDash val="solid"/>
              <a:round/>
              <a:headEnd len="sm" w="sm" type="none"/>
              <a:tailEnd len="sm" w="sm" type="none"/>
            </a:ln>
          </p:spPr>
        </p:cxnSp>
        <p:cxnSp>
          <p:nvCxnSpPr>
            <p:cNvPr id="94" name="Google Shape;94;p4"/>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95" name="Google Shape;95;p4"/>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96" name="Google Shape;96;p4"/>
            <p:cNvGrpSpPr/>
            <p:nvPr/>
          </p:nvGrpSpPr>
          <p:grpSpPr>
            <a:xfrm>
              <a:off x="952751" y="4809147"/>
              <a:ext cx="265640" cy="265640"/>
              <a:chOff x="-83525" y="4333650"/>
              <a:chExt cx="539700" cy="539700"/>
            </a:xfrm>
          </p:grpSpPr>
          <p:sp>
            <p:nvSpPr>
              <p:cNvPr id="97" name="Google Shape;97;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 name="Google Shape;99;p4"/>
            <p:cNvGrpSpPr/>
            <p:nvPr/>
          </p:nvGrpSpPr>
          <p:grpSpPr>
            <a:xfrm>
              <a:off x="216751" y="4572122"/>
              <a:ext cx="265640" cy="265640"/>
              <a:chOff x="-83525" y="4333650"/>
              <a:chExt cx="539700" cy="539700"/>
            </a:xfrm>
          </p:grpSpPr>
          <p:sp>
            <p:nvSpPr>
              <p:cNvPr id="100" name="Google Shape;100;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4"/>
            <p:cNvGrpSpPr/>
            <p:nvPr/>
          </p:nvGrpSpPr>
          <p:grpSpPr>
            <a:xfrm>
              <a:off x="3553751" y="4470672"/>
              <a:ext cx="265640" cy="265640"/>
              <a:chOff x="-83525" y="4333650"/>
              <a:chExt cx="539700" cy="539700"/>
            </a:xfrm>
          </p:grpSpPr>
          <p:sp>
            <p:nvSpPr>
              <p:cNvPr id="103" name="Google Shape;103;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 name="Google Shape;105;p4"/>
            <p:cNvGrpSpPr/>
            <p:nvPr/>
          </p:nvGrpSpPr>
          <p:grpSpPr>
            <a:xfrm>
              <a:off x="852951" y="168547"/>
              <a:ext cx="265640" cy="265640"/>
              <a:chOff x="-83525" y="4333650"/>
              <a:chExt cx="539700" cy="539700"/>
            </a:xfrm>
          </p:grpSpPr>
          <p:sp>
            <p:nvSpPr>
              <p:cNvPr id="106" name="Google Shape;106;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 name="Google Shape;108;p4"/>
            <p:cNvGrpSpPr/>
            <p:nvPr/>
          </p:nvGrpSpPr>
          <p:grpSpPr>
            <a:xfrm>
              <a:off x="185551" y="1478397"/>
              <a:ext cx="265640" cy="265640"/>
              <a:chOff x="-83525" y="4333650"/>
              <a:chExt cx="539700" cy="539700"/>
            </a:xfrm>
          </p:grpSpPr>
          <p:sp>
            <p:nvSpPr>
              <p:cNvPr id="109" name="Google Shape;109;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4"/>
            <p:cNvGrpSpPr/>
            <p:nvPr/>
          </p:nvGrpSpPr>
          <p:grpSpPr>
            <a:xfrm>
              <a:off x="89588" y="456150"/>
              <a:ext cx="718341" cy="718341"/>
              <a:chOff x="-83525" y="4333650"/>
              <a:chExt cx="539700" cy="539700"/>
            </a:xfrm>
          </p:grpSpPr>
          <p:sp>
            <p:nvSpPr>
              <p:cNvPr id="112" name="Google Shape;112;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p4"/>
            <p:cNvGrpSpPr/>
            <p:nvPr/>
          </p:nvGrpSpPr>
          <p:grpSpPr>
            <a:xfrm>
              <a:off x="403375" y="4187471"/>
              <a:ext cx="477473" cy="477473"/>
              <a:chOff x="-83525" y="4333650"/>
              <a:chExt cx="539700" cy="539700"/>
            </a:xfrm>
          </p:grpSpPr>
          <p:sp>
            <p:nvSpPr>
              <p:cNvPr id="115" name="Google Shape;115;p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7" name="Google Shape;117;p4"/>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18" name="Google Shape;118;p4"/>
          <p:cNvSpPr txBox="1"/>
          <p:nvPr>
            <p:ph idx="1" type="subTitle"/>
          </p:nvPr>
        </p:nvSpPr>
        <p:spPr>
          <a:xfrm rot="-232">
            <a:off x="720000" y="1994206"/>
            <a:ext cx="4451700" cy="210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grpSp>
        <p:nvGrpSpPr>
          <p:cNvPr id="120" name="Google Shape;120;p5"/>
          <p:cNvGrpSpPr/>
          <p:nvPr/>
        </p:nvGrpSpPr>
        <p:grpSpPr>
          <a:xfrm>
            <a:off x="0" y="0"/>
            <a:ext cx="9144000" cy="5143500"/>
            <a:chOff x="0" y="0"/>
            <a:chExt cx="9144000" cy="5143500"/>
          </a:xfrm>
        </p:grpSpPr>
        <p:sp>
          <p:nvSpPr>
            <p:cNvPr id="121" name="Google Shape;121;p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 name="Google Shape;123;p5"/>
          <p:cNvGrpSpPr/>
          <p:nvPr/>
        </p:nvGrpSpPr>
        <p:grpSpPr>
          <a:xfrm>
            <a:off x="-12750" y="-92425"/>
            <a:ext cx="9188775" cy="5282075"/>
            <a:chOff x="-12750" y="-92425"/>
            <a:chExt cx="9188775" cy="5282075"/>
          </a:xfrm>
        </p:grpSpPr>
        <p:cxnSp>
          <p:nvCxnSpPr>
            <p:cNvPr id="124" name="Google Shape;124;p5"/>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125" name="Google Shape;125;p5"/>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126" name="Google Shape;126;p5"/>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127" name="Google Shape;127;p5"/>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128" name="Google Shape;128;p5"/>
            <p:cNvGrpSpPr/>
            <p:nvPr/>
          </p:nvGrpSpPr>
          <p:grpSpPr>
            <a:xfrm>
              <a:off x="120119" y="996242"/>
              <a:ext cx="419725" cy="419725"/>
              <a:chOff x="-83525" y="4333650"/>
              <a:chExt cx="539700" cy="539700"/>
            </a:xfrm>
          </p:grpSpPr>
          <p:sp>
            <p:nvSpPr>
              <p:cNvPr id="129" name="Google Shape;129;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5"/>
            <p:cNvGrpSpPr/>
            <p:nvPr/>
          </p:nvGrpSpPr>
          <p:grpSpPr>
            <a:xfrm>
              <a:off x="8126742" y="240026"/>
              <a:ext cx="599661" cy="599607"/>
              <a:chOff x="-83525" y="4333650"/>
              <a:chExt cx="539700" cy="539700"/>
            </a:xfrm>
          </p:grpSpPr>
          <p:sp>
            <p:nvSpPr>
              <p:cNvPr id="132" name="Google Shape;132;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 name="Google Shape;134;p5"/>
            <p:cNvGrpSpPr/>
            <p:nvPr/>
          </p:nvGrpSpPr>
          <p:grpSpPr>
            <a:xfrm>
              <a:off x="8756294" y="3264592"/>
              <a:ext cx="419725" cy="419725"/>
              <a:chOff x="-83525" y="4333650"/>
              <a:chExt cx="539700" cy="539700"/>
            </a:xfrm>
          </p:grpSpPr>
          <p:sp>
            <p:nvSpPr>
              <p:cNvPr id="135" name="Google Shape;135;p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7" name="Google Shape;137;p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38" name="Shape 138"/>
        <p:cNvGrpSpPr/>
        <p:nvPr/>
      </p:nvGrpSpPr>
      <p:grpSpPr>
        <a:xfrm>
          <a:off x="0" y="0"/>
          <a:ext cx="0" cy="0"/>
          <a:chOff x="0" y="0"/>
          <a:chExt cx="0" cy="0"/>
        </a:xfrm>
      </p:grpSpPr>
      <p:sp>
        <p:nvSpPr>
          <p:cNvPr id="139" name="Google Shape;139;p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 name="Google Shape;140;p6"/>
          <p:cNvGrpSpPr/>
          <p:nvPr/>
        </p:nvGrpSpPr>
        <p:grpSpPr>
          <a:xfrm>
            <a:off x="-12825" y="-83450"/>
            <a:ext cx="9219397" cy="5308025"/>
            <a:chOff x="-12825" y="-83450"/>
            <a:chExt cx="9219397" cy="5308025"/>
          </a:xfrm>
        </p:grpSpPr>
        <p:cxnSp>
          <p:nvCxnSpPr>
            <p:cNvPr id="141" name="Google Shape;141;p6"/>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42" name="Google Shape;142;p6"/>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43" name="Google Shape;143;p6"/>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44" name="Google Shape;144;p6"/>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45" name="Google Shape;145;p6"/>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46" name="Google Shape;146;p6"/>
            <p:cNvGrpSpPr/>
            <p:nvPr/>
          </p:nvGrpSpPr>
          <p:grpSpPr>
            <a:xfrm>
              <a:off x="64804" y="834125"/>
              <a:ext cx="718341" cy="718341"/>
              <a:chOff x="-83525" y="4333650"/>
              <a:chExt cx="539700" cy="539700"/>
            </a:xfrm>
          </p:grpSpPr>
          <p:sp>
            <p:nvSpPr>
              <p:cNvPr id="147" name="Google Shape;147;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 name="Google Shape;149;p6"/>
            <p:cNvGrpSpPr/>
            <p:nvPr/>
          </p:nvGrpSpPr>
          <p:grpSpPr>
            <a:xfrm>
              <a:off x="8064829" y="180825"/>
              <a:ext cx="718341" cy="718341"/>
              <a:chOff x="-83525" y="4333650"/>
              <a:chExt cx="539700" cy="539700"/>
            </a:xfrm>
          </p:grpSpPr>
          <p:sp>
            <p:nvSpPr>
              <p:cNvPr id="150" name="Google Shape;150;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6"/>
            <p:cNvGrpSpPr/>
            <p:nvPr/>
          </p:nvGrpSpPr>
          <p:grpSpPr>
            <a:xfrm>
              <a:off x="108716" y="3627493"/>
              <a:ext cx="334182" cy="334182"/>
              <a:chOff x="-83525" y="4333650"/>
              <a:chExt cx="539700" cy="539700"/>
            </a:xfrm>
          </p:grpSpPr>
          <p:sp>
            <p:nvSpPr>
              <p:cNvPr id="153" name="Google Shape;153;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 name="Google Shape;155;p6"/>
            <p:cNvGrpSpPr/>
            <p:nvPr/>
          </p:nvGrpSpPr>
          <p:grpSpPr>
            <a:xfrm>
              <a:off x="8872390" y="3652442"/>
              <a:ext cx="334182" cy="334182"/>
              <a:chOff x="-83525" y="4333650"/>
              <a:chExt cx="539700" cy="539700"/>
            </a:xfrm>
          </p:grpSpPr>
          <p:sp>
            <p:nvSpPr>
              <p:cNvPr id="156" name="Google Shape;156;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6"/>
            <p:cNvGrpSpPr/>
            <p:nvPr/>
          </p:nvGrpSpPr>
          <p:grpSpPr>
            <a:xfrm>
              <a:off x="8538215" y="3184617"/>
              <a:ext cx="334182" cy="334182"/>
              <a:chOff x="-83525" y="4333650"/>
              <a:chExt cx="539700" cy="539700"/>
            </a:xfrm>
          </p:grpSpPr>
          <p:sp>
            <p:nvSpPr>
              <p:cNvPr id="159" name="Google Shape;159;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6"/>
            <p:cNvGrpSpPr/>
            <p:nvPr/>
          </p:nvGrpSpPr>
          <p:grpSpPr>
            <a:xfrm>
              <a:off x="8725315" y="1218292"/>
              <a:ext cx="334182" cy="334182"/>
              <a:chOff x="-83525" y="4333650"/>
              <a:chExt cx="539700" cy="539700"/>
            </a:xfrm>
          </p:grpSpPr>
          <p:sp>
            <p:nvSpPr>
              <p:cNvPr id="162" name="Google Shape;162;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 name="Google Shape;164;p6"/>
            <p:cNvGrpSpPr/>
            <p:nvPr/>
          </p:nvGrpSpPr>
          <p:grpSpPr>
            <a:xfrm>
              <a:off x="828790" y="126742"/>
              <a:ext cx="334182" cy="334182"/>
              <a:chOff x="-83525" y="4333650"/>
              <a:chExt cx="539700" cy="539700"/>
            </a:xfrm>
          </p:grpSpPr>
          <p:sp>
            <p:nvSpPr>
              <p:cNvPr id="165" name="Google Shape;165;p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7" name="Google Shape;167;p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68" name="Google Shape;168;p6"/>
          <p:cNvSpPr txBox="1"/>
          <p:nvPr>
            <p:ph idx="2" type="title"/>
          </p:nvPr>
        </p:nvSpPr>
        <p:spPr>
          <a:xfrm>
            <a:off x="1845637"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69" name="Google Shape;169;p6"/>
          <p:cNvSpPr txBox="1"/>
          <p:nvPr>
            <p:ph idx="1" type="subTitle"/>
          </p:nvPr>
        </p:nvSpPr>
        <p:spPr>
          <a:xfrm>
            <a:off x="1845649"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0" name="Google Shape;170;p6"/>
          <p:cNvSpPr txBox="1"/>
          <p:nvPr>
            <p:ph idx="3" type="title"/>
          </p:nvPr>
        </p:nvSpPr>
        <p:spPr>
          <a:xfrm>
            <a:off x="5713462" y="18524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1" name="Google Shape;171;p6"/>
          <p:cNvSpPr txBox="1"/>
          <p:nvPr>
            <p:ph idx="4" type="subTitle"/>
          </p:nvPr>
        </p:nvSpPr>
        <p:spPr>
          <a:xfrm>
            <a:off x="5713471" y="22104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2" name="Google Shape;172;p6"/>
          <p:cNvSpPr txBox="1"/>
          <p:nvPr>
            <p:ph idx="5" type="title"/>
          </p:nvPr>
        </p:nvSpPr>
        <p:spPr>
          <a:xfrm>
            <a:off x="1845625"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3" name="Google Shape;173;p6"/>
          <p:cNvSpPr txBox="1"/>
          <p:nvPr>
            <p:ph idx="6" type="subTitle"/>
          </p:nvPr>
        </p:nvSpPr>
        <p:spPr>
          <a:xfrm>
            <a:off x="1845637"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4" name="Google Shape;174;p6"/>
          <p:cNvSpPr txBox="1"/>
          <p:nvPr>
            <p:ph idx="7" type="title"/>
          </p:nvPr>
        </p:nvSpPr>
        <p:spPr>
          <a:xfrm>
            <a:off x="5713450" y="3452675"/>
            <a:ext cx="27105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5" name="Google Shape;175;p6"/>
          <p:cNvSpPr txBox="1"/>
          <p:nvPr>
            <p:ph idx="8" type="subTitle"/>
          </p:nvPr>
        </p:nvSpPr>
        <p:spPr>
          <a:xfrm>
            <a:off x="5713459" y="3810600"/>
            <a:ext cx="2710500" cy="56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6" name="Shape 176"/>
        <p:cNvGrpSpPr/>
        <p:nvPr/>
      </p:nvGrpSpPr>
      <p:grpSpPr>
        <a:xfrm>
          <a:off x="0" y="0"/>
          <a:ext cx="0" cy="0"/>
          <a:chOff x="0" y="0"/>
          <a:chExt cx="0" cy="0"/>
        </a:xfrm>
      </p:grpSpPr>
      <p:grpSp>
        <p:nvGrpSpPr>
          <p:cNvPr id="177" name="Google Shape;177;p7"/>
          <p:cNvGrpSpPr/>
          <p:nvPr/>
        </p:nvGrpSpPr>
        <p:grpSpPr>
          <a:xfrm>
            <a:off x="0" y="0"/>
            <a:ext cx="9144000" cy="5143500"/>
            <a:chOff x="0" y="0"/>
            <a:chExt cx="9144000" cy="5143500"/>
          </a:xfrm>
        </p:grpSpPr>
        <p:sp>
          <p:nvSpPr>
            <p:cNvPr id="178" name="Google Shape;178;p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7"/>
          <p:cNvGrpSpPr/>
          <p:nvPr/>
        </p:nvGrpSpPr>
        <p:grpSpPr>
          <a:xfrm>
            <a:off x="-57340" y="-86000"/>
            <a:ext cx="9209740" cy="5293875"/>
            <a:chOff x="-57340" y="-86000"/>
            <a:chExt cx="9209740" cy="5293875"/>
          </a:xfrm>
        </p:grpSpPr>
        <p:cxnSp>
          <p:nvCxnSpPr>
            <p:cNvPr id="181" name="Google Shape;181;p7"/>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82" name="Google Shape;182;p7"/>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183" name="Google Shape;183;p7"/>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184" name="Google Shape;184;p7"/>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185" name="Google Shape;185;p7"/>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186" name="Google Shape;186;p7"/>
            <p:cNvGrpSpPr/>
            <p:nvPr/>
          </p:nvGrpSpPr>
          <p:grpSpPr>
            <a:xfrm>
              <a:off x="525404" y="45408"/>
              <a:ext cx="389178" cy="389178"/>
              <a:chOff x="-83525" y="4333650"/>
              <a:chExt cx="539700" cy="539700"/>
            </a:xfrm>
          </p:grpSpPr>
          <p:sp>
            <p:nvSpPr>
              <p:cNvPr id="187" name="Google Shape;187;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 name="Google Shape;189;p7"/>
            <p:cNvGrpSpPr/>
            <p:nvPr/>
          </p:nvGrpSpPr>
          <p:grpSpPr>
            <a:xfrm>
              <a:off x="7894902" y="126998"/>
              <a:ext cx="482600" cy="482600"/>
              <a:chOff x="-83525" y="4333650"/>
              <a:chExt cx="539700" cy="539700"/>
            </a:xfrm>
          </p:grpSpPr>
          <p:sp>
            <p:nvSpPr>
              <p:cNvPr id="190" name="Google Shape;190;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2" name="Google Shape;192;p7"/>
            <p:cNvGrpSpPr/>
            <p:nvPr/>
          </p:nvGrpSpPr>
          <p:grpSpPr>
            <a:xfrm>
              <a:off x="8668547" y="2101235"/>
              <a:ext cx="344976" cy="344976"/>
              <a:chOff x="-83525" y="4333650"/>
              <a:chExt cx="539700" cy="539700"/>
            </a:xfrm>
          </p:grpSpPr>
          <p:sp>
            <p:nvSpPr>
              <p:cNvPr id="193" name="Google Shape;193;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 name="Google Shape;195;p7"/>
            <p:cNvGrpSpPr/>
            <p:nvPr/>
          </p:nvGrpSpPr>
          <p:grpSpPr>
            <a:xfrm>
              <a:off x="758689" y="4234211"/>
              <a:ext cx="482600" cy="482600"/>
              <a:chOff x="-83525" y="4333650"/>
              <a:chExt cx="539700" cy="539700"/>
            </a:xfrm>
          </p:grpSpPr>
          <p:sp>
            <p:nvSpPr>
              <p:cNvPr id="196" name="Google Shape;196;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7"/>
            <p:cNvGrpSpPr/>
            <p:nvPr/>
          </p:nvGrpSpPr>
          <p:grpSpPr>
            <a:xfrm>
              <a:off x="-57340" y="1926598"/>
              <a:ext cx="344976" cy="344976"/>
              <a:chOff x="-83525" y="4333650"/>
              <a:chExt cx="539700" cy="539700"/>
            </a:xfrm>
          </p:grpSpPr>
          <p:sp>
            <p:nvSpPr>
              <p:cNvPr id="199" name="Google Shape;199;p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1" name="Google Shape;201;p7"/>
          <p:cNvSpPr txBox="1"/>
          <p:nvPr>
            <p:ph type="title"/>
          </p:nvPr>
        </p:nvSpPr>
        <p:spPr>
          <a:xfrm>
            <a:off x="40638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2" name="Google Shape;202;p7"/>
          <p:cNvSpPr txBox="1"/>
          <p:nvPr>
            <p:ph idx="2" type="title"/>
          </p:nvPr>
        </p:nvSpPr>
        <p:spPr>
          <a:xfrm>
            <a:off x="54687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03" name="Google Shape;203;p7"/>
          <p:cNvSpPr txBox="1"/>
          <p:nvPr>
            <p:ph idx="1" type="subTitle"/>
          </p:nvPr>
        </p:nvSpPr>
        <p:spPr>
          <a:xfrm rot="462">
            <a:off x="51273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4" name="Shape 204"/>
        <p:cNvGrpSpPr/>
        <p:nvPr/>
      </p:nvGrpSpPr>
      <p:grpSpPr>
        <a:xfrm>
          <a:off x="0" y="0"/>
          <a:ext cx="0" cy="0"/>
          <a:chOff x="0" y="0"/>
          <a:chExt cx="0" cy="0"/>
        </a:xfrm>
      </p:grpSpPr>
      <p:sp>
        <p:nvSpPr>
          <p:cNvPr id="205" name="Google Shape;205;p8"/>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6" name="Google Shape;206;p8"/>
          <p:cNvGrpSpPr/>
          <p:nvPr/>
        </p:nvGrpSpPr>
        <p:grpSpPr>
          <a:xfrm>
            <a:off x="-12825" y="-92425"/>
            <a:ext cx="9277475" cy="5339875"/>
            <a:chOff x="-12825" y="-92425"/>
            <a:chExt cx="9277475" cy="5339875"/>
          </a:xfrm>
        </p:grpSpPr>
        <p:cxnSp>
          <p:nvCxnSpPr>
            <p:cNvPr id="207" name="Google Shape;207;p8"/>
            <p:cNvCxnSpPr/>
            <p:nvPr/>
          </p:nvCxnSpPr>
          <p:spPr>
            <a:xfrm>
              <a:off x="7595400" y="-15300"/>
              <a:ext cx="1566600" cy="3649800"/>
            </a:xfrm>
            <a:prstGeom prst="straightConnector1">
              <a:avLst/>
            </a:prstGeom>
            <a:noFill/>
            <a:ln cap="rnd" cmpd="sng" w="9525">
              <a:solidFill>
                <a:schemeClr val="accent4"/>
              </a:solidFill>
              <a:prstDash val="solid"/>
              <a:round/>
              <a:headEnd len="sm" w="sm" type="none"/>
              <a:tailEnd len="sm" w="sm" type="none"/>
            </a:ln>
          </p:spPr>
        </p:cxnSp>
        <p:cxnSp>
          <p:nvCxnSpPr>
            <p:cNvPr id="208" name="Google Shape;208;p8"/>
            <p:cNvCxnSpPr/>
            <p:nvPr/>
          </p:nvCxnSpPr>
          <p:spPr>
            <a:xfrm flipH="1">
              <a:off x="8397150" y="-53850"/>
              <a:ext cx="334200" cy="5301300"/>
            </a:xfrm>
            <a:prstGeom prst="straightConnector1">
              <a:avLst/>
            </a:prstGeom>
            <a:noFill/>
            <a:ln cap="rnd" cmpd="sng" w="9525">
              <a:solidFill>
                <a:schemeClr val="accent4"/>
              </a:solidFill>
              <a:prstDash val="solid"/>
              <a:round/>
              <a:headEnd len="sm" w="sm" type="none"/>
              <a:tailEnd len="sm" w="sm" type="none"/>
            </a:ln>
          </p:spPr>
        </p:cxnSp>
        <p:cxnSp>
          <p:nvCxnSpPr>
            <p:cNvPr id="209" name="Google Shape;209;p8"/>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210" name="Google Shape;210;p8"/>
            <p:cNvCxnSpPr/>
            <p:nvPr/>
          </p:nvCxnSpPr>
          <p:spPr>
            <a:xfrm>
              <a:off x="-12825" y="3075525"/>
              <a:ext cx="2949600" cy="2127000"/>
            </a:xfrm>
            <a:prstGeom prst="straightConnector1">
              <a:avLst/>
            </a:prstGeom>
            <a:noFill/>
            <a:ln cap="rnd" cmpd="sng" w="9525">
              <a:solidFill>
                <a:schemeClr val="accent4"/>
              </a:solidFill>
              <a:prstDash val="solid"/>
              <a:round/>
              <a:headEnd len="sm" w="sm" type="none"/>
              <a:tailEnd len="sm" w="sm" type="none"/>
            </a:ln>
          </p:spPr>
        </p:cxnSp>
        <p:cxnSp>
          <p:nvCxnSpPr>
            <p:cNvPr id="211" name="Google Shape;211;p8"/>
            <p:cNvCxnSpPr/>
            <p:nvPr/>
          </p:nvCxnSpPr>
          <p:spPr>
            <a:xfrm flipH="1" rot="10800000">
              <a:off x="147875" y="3962200"/>
              <a:ext cx="2750400" cy="1266000"/>
            </a:xfrm>
            <a:prstGeom prst="straightConnector1">
              <a:avLst/>
            </a:prstGeom>
            <a:noFill/>
            <a:ln cap="rnd" cmpd="sng" w="9525">
              <a:solidFill>
                <a:schemeClr val="accent4"/>
              </a:solidFill>
              <a:prstDash val="solid"/>
              <a:round/>
              <a:headEnd len="sm" w="sm" type="none"/>
              <a:tailEnd len="sm" w="sm" type="none"/>
            </a:ln>
          </p:spPr>
        </p:cxnSp>
        <p:cxnSp>
          <p:nvCxnSpPr>
            <p:cNvPr id="212" name="Google Shape;212;p8"/>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213" name="Google Shape;213;p8"/>
            <p:cNvGrpSpPr/>
            <p:nvPr/>
          </p:nvGrpSpPr>
          <p:grpSpPr>
            <a:xfrm>
              <a:off x="8224354" y="1932425"/>
              <a:ext cx="718341" cy="718341"/>
              <a:chOff x="-83525" y="4333650"/>
              <a:chExt cx="539700" cy="539700"/>
            </a:xfrm>
          </p:grpSpPr>
          <p:sp>
            <p:nvSpPr>
              <p:cNvPr id="214" name="Google Shape;214;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8"/>
            <p:cNvGrpSpPr/>
            <p:nvPr/>
          </p:nvGrpSpPr>
          <p:grpSpPr>
            <a:xfrm>
              <a:off x="8197378" y="4416357"/>
              <a:ext cx="533979" cy="533979"/>
              <a:chOff x="-83525" y="4333650"/>
              <a:chExt cx="539700" cy="539700"/>
            </a:xfrm>
          </p:grpSpPr>
          <p:sp>
            <p:nvSpPr>
              <p:cNvPr id="217" name="Google Shape;217;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8"/>
            <p:cNvGrpSpPr/>
            <p:nvPr/>
          </p:nvGrpSpPr>
          <p:grpSpPr>
            <a:xfrm>
              <a:off x="1483629" y="4040125"/>
              <a:ext cx="718341" cy="718341"/>
              <a:chOff x="-83525" y="4333650"/>
              <a:chExt cx="539700" cy="539700"/>
            </a:xfrm>
          </p:grpSpPr>
          <p:sp>
            <p:nvSpPr>
              <p:cNvPr id="220" name="Google Shape;220;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8"/>
            <p:cNvGrpSpPr/>
            <p:nvPr/>
          </p:nvGrpSpPr>
          <p:grpSpPr>
            <a:xfrm>
              <a:off x="-12648" y="3015155"/>
              <a:ext cx="334182" cy="334182"/>
              <a:chOff x="-83525" y="4333650"/>
              <a:chExt cx="539700" cy="539700"/>
            </a:xfrm>
          </p:grpSpPr>
          <p:sp>
            <p:nvSpPr>
              <p:cNvPr id="223" name="Google Shape;223;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8"/>
            <p:cNvGrpSpPr/>
            <p:nvPr/>
          </p:nvGrpSpPr>
          <p:grpSpPr>
            <a:xfrm>
              <a:off x="705394" y="372755"/>
              <a:ext cx="334182" cy="334182"/>
              <a:chOff x="-83525" y="4333650"/>
              <a:chExt cx="539700" cy="539700"/>
            </a:xfrm>
          </p:grpSpPr>
          <p:sp>
            <p:nvSpPr>
              <p:cNvPr id="226" name="Google Shape;226;p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8" name="Google Shape;228;p8"/>
          <p:cNvSpPr txBox="1"/>
          <p:nvPr>
            <p:ph idx="1" type="subTitle"/>
          </p:nvPr>
        </p:nvSpPr>
        <p:spPr>
          <a:xfrm>
            <a:off x="720000" y="1692750"/>
            <a:ext cx="2907600" cy="4773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229" name="Google Shape;229;p8"/>
          <p:cNvSpPr txBox="1"/>
          <p:nvPr>
            <p:ph idx="2" type="subTitle"/>
          </p:nvPr>
        </p:nvSpPr>
        <p:spPr>
          <a:xfrm>
            <a:off x="5516400" y="3158775"/>
            <a:ext cx="2907600" cy="47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Jua"/>
              <a:buNone/>
              <a:defRPr b="1" sz="2000">
                <a:latin typeface="Oxanium"/>
                <a:ea typeface="Oxanium"/>
                <a:cs typeface="Oxanium"/>
                <a:sym typeface="Oxanium"/>
              </a:defRPr>
            </a:lvl1pPr>
            <a:lvl2pPr lvl="1" algn="ctr">
              <a:lnSpc>
                <a:spcPct val="100000"/>
              </a:lnSpc>
              <a:spcBef>
                <a:spcPts val="0"/>
              </a:spcBef>
              <a:spcAft>
                <a:spcPts val="0"/>
              </a:spcAft>
              <a:buSzPts val="2000"/>
              <a:buFont typeface="Jua"/>
              <a:buNone/>
              <a:defRPr b="1" sz="2000">
                <a:latin typeface="Jua"/>
                <a:ea typeface="Jua"/>
                <a:cs typeface="Jua"/>
                <a:sym typeface="Jua"/>
              </a:defRPr>
            </a:lvl2pPr>
            <a:lvl3pPr lvl="2" algn="ctr">
              <a:lnSpc>
                <a:spcPct val="100000"/>
              </a:lnSpc>
              <a:spcBef>
                <a:spcPts val="1600"/>
              </a:spcBef>
              <a:spcAft>
                <a:spcPts val="0"/>
              </a:spcAft>
              <a:buSzPts val="2000"/>
              <a:buFont typeface="Jua"/>
              <a:buNone/>
              <a:defRPr b="1" sz="2000">
                <a:latin typeface="Jua"/>
                <a:ea typeface="Jua"/>
                <a:cs typeface="Jua"/>
                <a:sym typeface="Jua"/>
              </a:defRPr>
            </a:lvl3pPr>
            <a:lvl4pPr lvl="3" algn="ctr">
              <a:lnSpc>
                <a:spcPct val="100000"/>
              </a:lnSpc>
              <a:spcBef>
                <a:spcPts val="1600"/>
              </a:spcBef>
              <a:spcAft>
                <a:spcPts val="0"/>
              </a:spcAft>
              <a:buSzPts val="2000"/>
              <a:buFont typeface="Jua"/>
              <a:buNone/>
              <a:defRPr b="1" sz="2000">
                <a:latin typeface="Jua"/>
                <a:ea typeface="Jua"/>
                <a:cs typeface="Jua"/>
                <a:sym typeface="Jua"/>
              </a:defRPr>
            </a:lvl4pPr>
            <a:lvl5pPr lvl="4" algn="ctr">
              <a:lnSpc>
                <a:spcPct val="100000"/>
              </a:lnSpc>
              <a:spcBef>
                <a:spcPts val="1600"/>
              </a:spcBef>
              <a:spcAft>
                <a:spcPts val="0"/>
              </a:spcAft>
              <a:buSzPts val="2000"/>
              <a:buFont typeface="Jua"/>
              <a:buNone/>
              <a:defRPr b="1" sz="2000">
                <a:latin typeface="Jua"/>
                <a:ea typeface="Jua"/>
                <a:cs typeface="Jua"/>
                <a:sym typeface="Jua"/>
              </a:defRPr>
            </a:lvl5pPr>
            <a:lvl6pPr lvl="5" algn="ctr">
              <a:lnSpc>
                <a:spcPct val="100000"/>
              </a:lnSpc>
              <a:spcBef>
                <a:spcPts val="1600"/>
              </a:spcBef>
              <a:spcAft>
                <a:spcPts val="0"/>
              </a:spcAft>
              <a:buSzPts val="2000"/>
              <a:buFont typeface="Jua"/>
              <a:buNone/>
              <a:defRPr b="1" sz="2000">
                <a:latin typeface="Jua"/>
                <a:ea typeface="Jua"/>
                <a:cs typeface="Jua"/>
                <a:sym typeface="Jua"/>
              </a:defRPr>
            </a:lvl6pPr>
            <a:lvl7pPr lvl="6" algn="ctr">
              <a:lnSpc>
                <a:spcPct val="100000"/>
              </a:lnSpc>
              <a:spcBef>
                <a:spcPts val="1600"/>
              </a:spcBef>
              <a:spcAft>
                <a:spcPts val="0"/>
              </a:spcAft>
              <a:buSzPts val="2000"/>
              <a:buFont typeface="Jua"/>
              <a:buNone/>
              <a:defRPr b="1" sz="2000">
                <a:latin typeface="Jua"/>
                <a:ea typeface="Jua"/>
                <a:cs typeface="Jua"/>
                <a:sym typeface="Jua"/>
              </a:defRPr>
            </a:lvl7pPr>
            <a:lvl8pPr lvl="7" algn="ctr">
              <a:lnSpc>
                <a:spcPct val="100000"/>
              </a:lnSpc>
              <a:spcBef>
                <a:spcPts val="1600"/>
              </a:spcBef>
              <a:spcAft>
                <a:spcPts val="0"/>
              </a:spcAft>
              <a:buSzPts val="2000"/>
              <a:buFont typeface="Jua"/>
              <a:buNone/>
              <a:defRPr b="1" sz="2000">
                <a:latin typeface="Jua"/>
                <a:ea typeface="Jua"/>
                <a:cs typeface="Jua"/>
                <a:sym typeface="Jua"/>
              </a:defRPr>
            </a:lvl8pPr>
            <a:lvl9pPr lvl="8" algn="ctr">
              <a:lnSpc>
                <a:spcPct val="100000"/>
              </a:lnSpc>
              <a:spcBef>
                <a:spcPts val="1600"/>
              </a:spcBef>
              <a:spcAft>
                <a:spcPts val="1600"/>
              </a:spcAft>
              <a:buSzPts val="2000"/>
              <a:buFont typeface="Jua"/>
              <a:buNone/>
              <a:defRPr b="1" sz="2000">
                <a:latin typeface="Jua"/>
                <a:ea typeface="Jua"/>
                <a:cs typeface="Jua"/>
                <a:sym typeface="Jua"/>
              </a:defRPr>
            </a:lvl9pPr>
          </a:lstStyle>
          <a:p/>
        </p:txBody>
      </p:sp>
      <p:sp>
        <p:nvSpPr>
          <p:cNvPr id="230" name="Google Shape;230;p8"/>
          <p:cNvSpPr txBox="1"/>
          <p:nvPr>
            <p:ph idx="3" type="subTitle"/>
          </p:nvPr>
        </p:nvSpPr>
        <p:spPr>
          <a:xfrm>
            <a:off x="720000" y="2073850"/>
            <a:ext cx="2907600" cy="816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31" name="Google Shape;231;p8"/>
          <p:cNvSpPr txBox="1"/>
          <p:nvPr>
            <p:ph idx="4" type="subTitle"/>
          </p:nvPr>
        </p:nvSpPr>
        <p:spPr>
          <a:xfrm>
            <a:off x="5516400" y="3539875"/>
            <a:ext cx="2907600" cy="81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32" name="Google Shape;232;p8"/>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33" name="Shape 233"/>
        <p:cNvGrpSpPr/>
        <p:nvPr/>
      </p:nvGrpSpPr>
      <p:grpSpPr>
        <a:xfrm>
          <a:off x="0" y="0"/>
          <a:ext cx="0" cy="0"/>
          <a:chOff x="0" y="0"/>
          <a:chExt cx="0" cy="0"/>
        </a:xfrm>
      </p:grpSpPr>
      <p:grpSp>
        <p:nvGrpSpPr>
          <p:cNvPr id="234" name="Google Shape;234;p9"/>
          <p:cNvGrpSpPr/>
          <p:nvPr/>
        </p:nvGrpSpPr>
        <p:grpSpPr>
          <a:xfrm flipH="1" rot="10800000">
            <a:off x="0" y="0"/>
            <a:ext cx="9144000" cy="5143500"/>
            <a:chOff x="0" y="0"/>
            <a:chExt cx="9144000" cy="5143500"/>
          </a:xfrm>
        </p:grpSpPr>
        <p:sp>
          <p:nvSpPr>
            <p:cNvPr id="235" name="Google Shape;235;p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9"/>
            <p:cNvSpPr/>
            <p:nvPr/>
          </p:nvSpPr>
          <p:spPr>
            <a:xfrm>
              <a:off x="0" y="0"/>
              <a:ext cx="9144000" cy="5143500"/>
            </a:xfrm>
            <a:prstGeom prst="rect">
              <a:avLst/>
            </a:prstGeom>
            <a:gradFill>
              <a:gsLst>
                <a:gs pos="0">
                  <a:srgbClr val="20F8FD">
                    <a:alpha val="28235"/>
                  </a:srgbClr>
                </a:gs>
                <a:gs pos="50000">
                  <a:srgbClr val="0182AA">
                    <a:alpha val="35294"/>
                  </a:srgbClr>
                </a:gs>
                <a:gs pos="63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 name="Google Shape;237;p9"/>
          <p:cNvGrpSpPr/>
          <p:nvPr/>
        </p:nvGrpSpPr>
        <p:grpSpPr>
          <a:xfrm rot="10800000">
            <a:off x="-24925" y="-37705"/>
            <a:ext cx="9280375" cy="5214400"/>
            <a:chOff x="-24925" y="-58550"/>
            <a:chExt cx="9280375" cy="5214400"/>
          </a:xfrm>
        </p:grpSpPr>
        <p:cxnSp>
          <p:nvCxnSpPr>
            <p:cNvPr id="238" name="Google Shape;238;p9"/>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239" name="Google Shape;239;p9"/>
            <p:cNvGrpSpPr/>
            <p:nvPr/>
          </p:nvGrpSpPr>
          <p:grpSpPr>
            <a:xfrm>
              <a:off x="8355390" y="368163"/>
              <a:ext cx="718341" cy="718341"/>
              <a:chOff x="-83525" y="4333650"/>
              <a:chExt cx="539700" cy="539700"/>
            </a:xfrm>
          </p:grpSpPr>
          <p:sp>
            <p:nvSpPr>
              <p:cNvPr id="240" name="Google Shape;240;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9"/>
            <p:cNvGrpSpPr/>
            <p:nvPr/>
          </p:nvGrpSpPr>
          <p:grpSpPr>
            <a:xfrm>
              <a:off x="8100801" y="168547"/>
              <a:ext cx="265640" cy="265640"/>
              <a:chOff x="-83525" y="4333650"/>
              <a:chExt cx="539700" cy="539700"/>
            </a:xfrm>
          </p:grpSpPr>
          <p:sp>
            <p:nvSpPr>
              <p:cNvPr id="243" name="Google Shape;243;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5" name="Google Shape;245;p9"/>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246" name="Google Shape;246;p9"/>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247" name="Google Shape;247;p9"/>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248" name="Google Shape;248;p9"/>
            <p:cNvGrpSpPr/>
            <p:nvPr/>
          </p:nvGrpSpPr>
          <p:grpSpPr>
            <a:xfrm>
              <a:off x="952751" y="4809147"/>
              <a:ext cx="265640" cy="265640"/>
              <a:chOff x="-83525" y="4333650"/>
              <a:chExt cx="539700" cy="539700"/>
            </a:xfrm>
          </p:grpSpPr>
          <p:sp>
            <p:nvSpPr>
              <p:cNvPr id="249" name="Google Shape;249;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 name="Google Shape;251;p9"/>
            <p:cNvGrpSpPr/>
            <p:nvPr/>
          </p:nvGrpSpPr>
          <p:grpSpPr>
            <a:xfrm>
              <a:off x="216751" y="4572122"/>
              <a:ext cx="265640" cy="265640"/>
              <a:chOff x="-83525" y="4333650"/>
              <a:chExt cx="539700" cy="539700"/>
            </a:xfrm>
          </p:grpSpPr>
          <p:sp>
            <p:nvSpPr>
              <p:cNvPr id="252" name="Google Shape;252;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4" name="Google Shape;254;p9"/>
            <p:cNvGrpSpPr/>
            <p:nvPr/>
          </p:nvGrpSpPr>
          <p:grpSpPr>
            <a:xfrm>
              <a:off x="3553751" y="4470672"/>
              <a:ext cx="265640" cy="265640"/>
              <a:chOff x="-83525" y="4333650"/>
              <a:chExt cx="539700" cy="539700"/>
            </a:xfrm>
          </p:grpSpPr>
          <p:sp>
            <p:nvSpPr>
              <p:cNvPr id="255" name="Google Shape;255;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7" name="Google Shape;257;p9"/>
            <p:cNvGrpSpPr/>
            <p:nvPr/>
          </p:nvGrpSpPr>
          <p:grpSpPr>
            <a:xfrm>
              <a:off x="852951" y="168547"/>
              <a:ext cx="265640" cy="265640"/>
              <a:chOff x="-83525" y="4333650"/>
              <a:chExt cx="539700" cy="539700"/>
            </a:xfrm>
          </p:grpSpPr>
          <p:sp>
            <p:nvSpPr>
              <p:cNvPr id="258" name="Google Shape;258;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 name="Google Shape;260;p9"/>
            <p:cNvGrpSpPr/>
            <p:nvPr/>
          </p:nvGrpSpPr>
          <p:grpSpPr>
            <a:xfrm>
              <a:off x="185551" y="1478397"/>
              <a:ext cx="265640" cy="265640"/>
              <a:chOff x="-83525" y="4333650"/>
              <a:chExt cx="539700" cy="539700"/>
            </a:xfrm>
          </p:grpSpPr>
          <p:sp>
            <p:nvSpPr>
              <p:cNvPr id="261" name="Google Shape;261;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9"/>
            <p:cNvGrpSpPr/>
            <p:nvPr/>
          </p:nvGrpSpPr>
          <p:grpSpPr>
            <a:xfrm>
              <a:off x="89588" y="456150"/>
              <a:ext cx="718341" cy="718341"/>
              <a:chOff x="-83525" y="4333650"/>
              <a:chExt cx="539700" cy="539700"/>
            </a:xfrm>
          </p:grpSpPr>
          <p:sp>
            <p:nvSpPr>
              <p:cNvPr id="264" name="Google Shape;264;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9"/>
            <p:cNvGrpSpPr/>
            <p:nvPr/>
          </p:nvGrpSpPr>
          <p:grpSpPr>
            <a:xfrm>
              <a:off x="403375" y="4187471"/>
              <a:ext cx="477473" cy="477473"/>
              <a:chOff x="-83525" y="4333650"/>
              <a:chExt cx="539700" cy="539700"/>
            </a:xfrm>
          </p:grpSpPr>
          <p:sp>
            <p:nvSpPr>
              <p:cNvPr id="267" name="Google Shape;267;p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9" name="Google Shape;269;p9"/>
          <p:cNvSpPr txBox="1"/>
          <p:nvPr>
            <p:ph type="title"/>
          </p:nvPr>
        </p:nvSpPr>
        <p:spPr>
          <a:xfrm>
            <a:off x="1178850" y="970500"/>
            <a:ext cx="6786300" cy="320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9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0" name="Shape 270"/>
        <p:cNvGrpSpPr/>
        <p:nvPr/>
      </p:nvGrpSpPr>
      <p:grpSpPr>
        <a:xfrm>
          <a:off x="0" y="0"/>
          <a:ext cx="0" cy="0"/>
          <a:chOff x="0" y="0"/>
          <a:chExt cx="0" cy="0"/>
        </a:xfrm>
      </p:grpSpPr>
      <p:grpSp>
        <p:nvGrpSpPr>
          <p:cNvPr id="271" name="Google Shape;271;p10"/>
          <p:cNvGrpSpPr/>
          <p:nvPr/>
        </p:nvGrpSpPr>
        <p:grpSpPr>
          <a:xfrm flipH="1" rot="10800000">
            <a:off x="0" y="0"/>
            <a:ext cx="9144000" cy="5143500"/>
            <a:chOff x="0" y="0"/>
            <a:chExt cx="9144000" cy="5143500"/>
          </a:xfrm>
        </p:grpSpPr>
        <p:sp>
          <p:nvSpPr>
            <p:cNvPr id="272" name="Google Shape;272;p1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 name="Google Shape;274;p10"/>
          <p:cNvGrpSpPr/>
          <p:nvPr/>
        </p:nvGrpSpPr>
        <p:grpSpPr>
          <a:xfrm rot="10800000">
            <a:off x="-12750" y="-92425"/>
            <a:ext cx="9188775" cy="5282075"/>
            <a:chOff x="-12750" y="-92425"/>
            <a:chExt cx="9188775" cy="5282075"/>
          </a:xfrm>
        </p:grpSpPr>
        <p:cxnSp>
          <p:nvCxnSpPr>
            <p:cNvPr id="275" name="Google Shape;275;p10"/>
            <p:cNvCxnSpPr/>
            <p:nvPr/>
          </p:nvCxnSpPr>
          <p:spPr>
            <a:xfrm>
              <a:off x="7254825"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276" name="Google Shape;276;p10"/>
            <p:cNvCxnSpPr/>
            <p:nvPr/>
          </p:nvCxnSpPr>
          <p:spPr>
            <a:xfrm flipH="1">
              <a:off x="-6475"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277" name="Google Shape;277;p10"/>
            <p:cNvCxnSpPr/>
            <p:nvPr/>
          </p:nvCxnSpPr>
          <p:spPr>
            <a:xfrm flipH="1">
              <a:off x="-12750"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278" name="Google Shape;278;p10"/>
            <p:cNvCxnSpPr/>
            <p:nvPr/>
          </p:nvCxnSpPr>
          <p:spPr>
            <a:xfrm flipH="1" rot="10800000">
              <a:off x="8604325"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279" name="Google Shape;279;p10"/>
            <p:cNvGrpSpPr/>
            <p:nvPr/>
          </p:nvGrpSpPr>
          <p:grpSpPr>
            <a:xfrm>
              <a:off x="120119" y="996242"/>
              <a:ext cx="419725" cy="419725"/>
              <a:chOff x="-83525" y="4333650"/>
              <a:chExt cx="539700" cy="539700"/>
            </a:xfrm>
          </p:grpSpPr>
          <p:sp>
            <p:nvSpPr>
              <p:cNvPr id="280" name="Google Shape;280;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 name="Google Shape;282;p10"/>
            <p:cNvGrpSpPr/>
            <p:nvPr/>
          </p:nvGrpSpPr>
          <p:grpSpPr>
            <a:xfrm>
              <a:off x="8126742" y="240026"/>
              <a:ext cx="599661" cy="599607"/>
              <a:chOff x="-83525" y="4333650"/>
              <a:chExt cx="539700" cy="539700"/>
            </a:xfrm>
          </p:grpSpPr>
          <p:sp>
            <p:nvSpPr>
              <p:cNvPr id="283" name="Google Shape;283;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 name="Google Shape;285;p10"/>
            <p:cNvGrpSpPr/>
            <p:nvPr/>
          </p:nvGrpSpPr>
          <p:grpSpPr>
            <a:xfrm>
              <a:off x="8756294" y="3264592"/>
              <a:ext cx="419725" cy="419725"/>
              <a:chOff x="-83525" y="4333650"/>
              <a:chExt cx="539700" cy="539700"/>
            </a:xfrm>
          </p:grpSpPr>
          <p:sp>
            <p:nvSpPr>
              <p:cNvPr id="286" name="Google Shape;286;p1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8" name="Google Shape;288;p10"/>
          <p:cNvSpPr txBox="1"/>
          <p:nvPr>
            <p:ph type="title"/>
          </p:nvPr>
        </p:nvSpPr>
        <p:spPr>
          <a:xfrm>
            <a:off x="2251675" y="951375"/>
            <a:ext cx="4640700" cy="206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6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9" name="Google Shape;289;p10"/>
          <p:cNvSpPr txBox="1"/>
          <p:nvPr>
            <p:ph idx="1" type="subTitle"/>
          </p:nvPr>
        </p:nvSpPr>
        <p:spPr>
          <a:xfrm>
            <a:off x="2070600" y="2988825"/>
            <a:ext cx="5002800" cy="120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0" name="Shape 290"/>
        <p:cNvGrpSpPr/>
        <p:nvPr/>
      </p:nvGrpSpPr>
      <p:grpSpPr>
        <a:xfrm>
          <a:off x="0" y="0"/>
          <a:ext cx="0" cy="0"/>
          <a:chOff x="0" y="0"/>
          <a:chExt cx="0" cy="0"/>
        </a:xfrm>
      </p:grpSpPr>
      <p:grpSp>
        <p:nvGrpSpPr>
          <p:cNvPr id="291" name="Google Shape;291;p11"/>
          <p:cNvGrpSpPr/>
          <p:nvPr/>
        </p:nvGrpSpPr>
        <p:grpSpPr>
          <a:xfrm>
            <a:off x="0" y="0"/>
            <a:ext cx="9144000" cy="5143500"/>
            <a:chOff x="0" y="0"/>
            <a:chExt cx="9144000" cy="5143500"/>
          </a:xfrm>
        </p:grpSpPr>
        <p:sp>
          <p:nvSpPr>
            <p:cNvPr id="292" name="Google Shape;292;p1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0" y="0"/>
              <a:ext cx="9144000" cy="5143500"/>
            </a:xfrm>
            <a:prstGeom prst="rect">
              <a:avLst/>
            </a:prstGeom>
            <a:gradFill>
              <a:gsLst>
                <a:gs pos="0">
                  <a:srgbClr val="748BFF">
                    <a:alpha val="0"/>
                  </a:srgbClr>
                </a:gs>
                <a:gs pos="50000">
                  <a:srgbClr val="F3F3F3">
                    <a:alpha val="0"/>
                  </a:srgbClr>
                </a:gs>
                <a:gs pos="75000">
                  <a:srgbClr val="F3F3F3">
                    <a:alpha val="0"/>
                  </a:srgbClr>
                </a:gs>
                <a:gs pos="88000">
                  <a:srgbClr val="F3F3F3">
                    <a:alpha val="0"/>
                  </a:srgbClr>
                </a:gs>
                <a:gs pos="100000">
                  <a:srgbClr val="7659FF">
                    <a:alpha val="76862"/>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 name="Google Shape;294;p11"/>
          <p:cNvGrpSpPr/>
          <p:nvPr/>
        </p:nvGrpSpPr>
        <p:grpSpPr>
          <a:xfrm>
            <a:off x="-38475" y="-73150"/>
            <a:ext cx="9236700" cy="5340125"/>
            <a:chOff x="-38475" y="-73150"/>
            <a:chExt cx="9236700" cy="5340125"/>
          </a:xfrm>
        </p:grpSpPr>
        <p:cxnSp>
          <p:nvCxnSpPr>
            <p:cNvPr id="295" name="Google Shape;295;p11"/>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296" name="Google Shape;296;p11"/>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297" name="Google Shape;297;p11"/>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298" name="Google Shape;298;p11"/>
            <p:cNvCxnSpPr/>
            <p:nvPr/>
          </p:nvCxnSpPr>
          <p:spPr>
            <a:xfrm flipH="1" rot="10800000">
              <a:off x="-12825" y="-47525"/>
              <a:ext cx="3470100" cy="1420200"/>
            </a:xfrm>
            <a:prstGeom prst="straightConnector1">
              <a:avLst/>
            </a:prstGeom>
            <a:noFill/>
            <a:ln cap="rnd" cmpd="sng" w="9525">
              <a:solidFill>
                <a:schemeClr val="accent4"/>
              </a:solidFill>
              <a:prstDash val="solid"/>
              <a:round/>
              <a:headEnd len="sm" w="sm" type="none"/>
              <a:tailEnd len="sm" w="sm" type="none"/>
            </a:ln>
          </p:spPr>
        </p:cxnSp>
        <p:cxnSp>
          <p:nvCxnSpPr>
            <p:cNvPr id="299" name="Google Shape;299;p11"/>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300" name="Google Shape;300;p11"/>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301" name="Google Shape;301;p11"/>
            <p:cNvGrpSpPr/>
            <p:nvPr/>
          </p:nvGrpSpPr>
          <p:grpSpPr>
            <a:xfrm>
              <a:off x="7828101" y="93150"/>
              <a:ext cx="718341" cy="718341"/>
              <a:chOff x="-83525" y="4333650"/>
              <a:chExt cx="539700" cy="539700"/>
            </a:xfrm>
          </p:grpSpPr>
          <p:sp>
            <p:nvSpPr>
              <p:cNvPr id="302" name="Google Shape;302;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4" name="Google Shape;304;p11"/>
            <p:cNvGrpSpPr/>
            <p:nvPr/>
          </p:nvGrpSpPr>
          <p:grpSpPr>
            <a:xfrm>
              <a:off x="8105174" y="2908534"/>
              <a:ext cx="909610" cy="909610"/>
              <a:chOff x="-83525" y="4333650"/>
              <a:chExt cx="539700" cy="539700"/>
            </a:xfrm>
          </p:grpSpPr>
          <p:sp>
            <p:nvSpPr>
              <p:cNvPr id="305" name="Google Shape;305;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 name="Google Shape;307;p11"/>
            <p:cNvGrpSpPr/>
            <p:nvPr/>
          </p:nvGrpSpPr>
          <p:grpSpPr>
            <a:xfrm>
              <a:off x="6278820" y="4063829"/>
              <a:ext cx="501219" cy="501219"/>
              <a:chOff x="-83525" y="4333650"/>
              <a:chExt cx="539700" cy="539700"/>
            </a:xfrm>
          </p:grpSpPr>
          <p:sp>
            <p:nvSpPr>
              <p:cNvPr id="308" name="Google Shape;308;p1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 name="Google Shape;310;p11"/>
            <p:cNvGrpSpPr/>
            <p:nvPr/>
          </p:nvGrpSpPr>
          <p:grpSpPr>
            <a:xfrm>
              <a:off x="270654" y="580730"/>
              <a:ext cx="1002385" cy="1002385"/>
              <a:chOff x="-83525" y="4333650"/>
              <a:chExt cx="539700" cy="539700"/>
            </a:xfrm>
          </p:grpSpPr>
          <p:sp>
            <p:nvSpPr>
              <p:cNvPr id="311" name="Google Shape;311;p1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3" name="Google Shape;313;p11"/>
            <p:cNvGrpSpPr/>
            <p:nvPr/>
          </p:nvGrpSpPr>
          <p:grpSpPr>
            <a:xfrm>
              <a:off x="2518898" y="28099"/>
              <a:ext cx="438506" cy="438506"/>
              <a:chOff x="-83525" y="4333650"/>
              <a:chExt cx="539700" cy="539700"/>
            </a:xfrm>
          </p:grpSpPr>
          <p:sp>
            <p:nvSpPr>
              <p:cNvPr id="314" name="Google Shape;314;p11"/>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16" name="Google Shape;316;p11"/>
          <p:cNvSpPr txBox="1"/>
          <p:nvPr>
            <p:ph type="title"/>
          </p:nvPr>
        </p:nvSpPr>
        <p:spPr>
          <a:xfrm>
            <a:off x="690075" y="2240175"/>
            <a:ext cx="2946900" cy="24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sz="3700"/>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17" name="Shape 317"/>
        <p:cNvGrpSpPr/>
        <p:nvPr/>
      </p:nvGrpSpPr>
      <p:grpSpPr>
        <a:xfrm>
          <a:off x="0" y="0"/>
          <a:ext cx="0" cy="0"/>
          <a:chOff x="0" y="0"/>
          <a:chExt cx="0" cy="0"/>
        </a:xfrm>
      </p:grpSpPr>
      <p:grpSp>
        <p:nvGrpSpPr>
          <p:cNvPr id="318" name="Google Shape;318;p12"/>
          <p:cNvGrpSpPr/>
          <p:nvPr/>
        </p:nvGrpSpPr>
        <p:grpSpPr>
          <a:xfrm>
            <a:off x="0" y="0"/>
            <a:ext cx="9144000" cy="5143500"/>
            <a:chOff x="0" y="0"/>
            <a:chExt cx="9144000" cy="5143500"/>
          </a:xfrm>
        </p:grpSpPr>
        <p:sp>
          <p:nvSpPr>
            <p:cNvPr id="319" name="Google Shape;319;p1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1" name="Google Shape;321;p12"/>
          <p:cNvGrpSpPr/>
          <p:nvPr/>
        </p:nvGrpSpPr>
        <p:grpSpPr>
          <a:xfrm>
            <a:off x="-34650" y="-92425"/>
            <a:ext cx="9236500" cy="5321150"/>
            <a:chOff x="-34650" y="-92425"/>
            <a:chExt cx="9236500" cy="5321150"/>
          </a:xfrm>
        </p:grpSpPr>
        <p:cxnSp>
          <p:nvCxnSpPr>
            <p:cNvPr id="322" name="Google Shape;322;p12"/>
            <p:cNvCxnSpPr/>
            <p:nvPr/>
          </p:nvCxnSpPr>
          <p:spPr>
            <a:xfrm flipH="1">
              <a:off x="-12750" y="-73150"/>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323" name="Google Shape;323;p12"/>
            <p:cNvCxnSpPr/>
            <p:nvPr/>
          </p:nvCxnSpPr>
          <p:spPr>
            <a:xfrm>
              <a:off x="8070850" y="-53850"/>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324" name="Google Shape;324;p12"/>
            <p:cNvCxnSpPr/>
            <p:nvPr/>
          </p:nvCxnSpPr>
          <p:spPr>
            <a:xfrm>
              <a:off x="8623425" y="-92425"/>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325" name="Google Shape;325;p12"/>
            <p:cNvCxnSpPr/>
            <p:nvPr/>
          </p:nvCxnSpPr>
          <p:spPr>
            <a:xfrm rot="10800000">
              <a:off x="6350" y="2561350"/>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326" name="Google Shape;326;p12"/>
            <p:cNvGrpSpPr/>
            <p:nvPr/>
          </p:nvGrpSpPr>
          <p:grpSpPr>
            <a:xfrm flipH="1">
              <a:off x="8623432" y="996242"/>
              <a:ext cx="419725" cy="419725"/>
              <a:chOff x="-83525" y="4333650"/>
              <a:chExt cx="539700" cy="539700"/>
            </a:xfrm>
          </p:grpSpPr>
          <p:sp>
            <p:nvSpPr>
              <p:cNvPr id="327" name="Google Shape;327;p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 name="Google Shape;329;p12"/>
            <p:cNvGrpSpPr/>
            <p:nvPr/>
          </p:nvGrpSpPr>
          <p:grpSpPr>
            <a:xfrm flipH="1">
              <a:off x="436872" y="240026"/>
              <a:ext cx="599661" cy="599607"/>
              <a:chOff x="-83525" y="4333650"/>
              <a:chExt cx="539700" cy="539700"/>
            </a:xfrm>
          </p:grpSpPr>
          <p:sp>
            <p:nvSpPr>
              <p:cNvPr id="330" name="Google Shape;330;p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2" name="Google Shape;332;p12"/>
            <p:cNvGrpSpPr/>
            <p:nvPr/>
          </p:nvGrpSpPr>
          <p:grpSpPr>
            <a:xfrm flipH="1">
              <a:off x="-12743" y="3264592"/>
              <a:ext cx="419725" cy="419725"/>
              <a:chOff x="-83525" y="4333650"/>
              <a:chExt cx="539700" cy="539700"/>
            </a:xfrm>
          </p:grpSpPr>
          <p:sp>
            <p:nvSpPr>
              <p:cNvPr id="333" name="Google Shape;333;p1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35" name="Google Shape;335;p12"/>
            <p:cNvCxnSpPr/>
            <p:nvPr/>
          </p:nvCxnSpPr>
          <p:spPr>
            <a:xfrm>
              <a:off x="-34650" y="4123825"/>
              <a:ext cx="6746700" cy="1104900"/>
            </a:xfrm>
            <a:prstGeom prst="straightConnector1">
              <a:avLst/>
            </a:prstGeom>
            <a:noFill/>
            <a:ln cap="rnd" cmpd="sng" w="9525">
              <a:solidFill>
                <a:schemeClr val="accent4"/>
              </a:solidFill>
              <a:prstDash val="solid"/>
              <a:round/>
              <a:headEnd len="sm" w="sm" type="none"/>
              <a:tailEnd len="sm" w="sm" type="none"/>
            </a:ln>
          </p:spPr>
        </p:cxnSp>
        <p:cxnSp>
          <p:nvCxnSpPr>
            <p:cNvPr id="336" name="Google Shape;336;p12"/>
            <p:cNvCxnSpPr/>
            <p:nvPr/>
          </p:nvCxnSpPr>
          <p:spPr>
            <a:xfrm>
              <a:off x="1030750" y="-52125"/>
              <a:ext cx="8171100" cy="1306200"/>
            </a:xfrm>
            <a:prstGeom prst="straightConnector1">
              <a:avLst/>
            </a:prstGeom>
            <a:noFill/>
            <a:ln cap="rnd" cmpd="sng" w="9525">
              <a:solidFill>
                <a:schemeClr val="accent4"/>
              </a:solidFill>
              <a:prstDash val="solid"/>
              <a:round/>
              <a:headEnd len="sm" w="sm" type="none"/>
              <a:tailEnd len="sm" w="sm" type="none"/>
            </a:ln>
          </p:spPr>
        </p:cxnSp>
      </p:grpSp>
      <p:sp>
        <p:nvSpPr>
          <p:cNvPr id="337" name="Google Shape;337;p12"/>
          <p:cNvSpPr txBox="1"/>
          <p:nvPr>
            <p:ph hasCustomPrompt="1" type="title"/>
          </p:nvPr>
        </p:nvSpPr>
        <p:spPr>
          <a:xfrm rot="181">
            <a:off x="1727700" y="1402388"/>
            <a:ext cx="5688600" cy="200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12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38" name="Google Shape;338;p12"/>
          <p:cNvSpPr txBox="1"/>
          <p:nvPr>
            <p:ph idx="1" type="subTitle"/>
          </p:nvPr>
        </p:nvSpPr>
        <p:spPr>
          <a:xfrm>
            <a:off x="2458200" y="3300850"/>
            <a:ext cx="42273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39" name="Shape 33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40" name="Shape 340"/>
        <p:cNvGrpSpPr/>
        <p:nvPr/>
      </p:nvGrpSpPr>
      <p:grpSpPr>
        <a:xfrm>
          <a:off x="0" y="0"/>
          <a:ext cx="0" cy="0"/>
          <a:chOff x="0" y="0"/>
          <a:chExt cx="0" cy="0"/>
        </a:xfrm>
      </p:grpSpPr>
      <p:sp>
        <p:nvSpPr>
          <p:cNvPr id="341" name="Google Shape;341;p14"/>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4"/>
          <p:cNvSpPr txBox="1"/>
          <p:nvPr>
            <p:ph type="title"/>
          </p:nvPr>
        </p:nvSpPr>
        <p:spPr>
          <a:xfrm rot="1973">
            <a:off x="4049400" y="752338"/>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43" name="Google Shape;343;p14"/>
          <p:cNvSpPr txBox="1"/>
          <p:nvPr>
            <p:ph idx="2" type="title"/>
          </p:nvPr>
        </p:nvSpPr>
        <p:spPr>
          <a:xfrm>
            <a:off x="720000" y="54142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4" name="Google Shape;344;p14"/>
          <p:cNvSpPr txBox="1"/>
          <p:nvPr>
            <p:ph idx="1" type="subTitle"/>
          </p:nvPr>
        </p:nvSpPr>
        <p:spPr>
          <a:xfrm>
            <a:off x="872400" y="916741"/>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5" name="Google Shape;345;p14"/>
          <p:cNvSpPr txBox="1"/>
          <p:nvPr>
            <p:ph idx="3" type="title"/>
          </p:nvPr>
        </p:nvSpPr>
        <p:spPr>
          <a:xfrm rot="1973">
            <a:off x="4049400" y="383757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46" name="Google Shape;346;p14"/>
          <p:cNvSpPr txBox="1"/>
          <p:nvPr>
            <p:ph idx="4" type="title"/>
          </p:nvPr>
        </p:nvSpPr>
        <p:spPr>
          <a:xfrm>
            <a:off x="720000" y="3626673"/>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7" name="Google Shape;347;p14"/>
          <p:cNvSpPr txBox="1"/>
          <p:nvPr>
            <p:ph idx="5" type="subTitle"/>
          </p:nvPr>
        </p:nvSpPr>
        <p:spPr>
          <a:xfrm>
            <a:off x="872400" y="4001978"/>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348" name="Google Shape;348;p14"/>
          <p:cNvGrpSpPr/>
          <p:nvPr/>
        </p:nvGrpSpPr>
        <p:grpSpPr>
          <a:xfrm>
            <a:off x="-12825" y="-92425"/>
            <a:ext cx="9277475" cy="5348950"/>
            <a:chOff x="-12825" y="-92425"/>
            <a:chExt cx="9277475" cy="5348950"/>
          </a:xfrm>
        </p:grpSpPr>
        <p:cxnSp>
          <p:nvCxnSpPr>
            <p:cNvPr id="349" name="Google Shape;349;p14"/>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350" name="Google Shape;350;p14"/>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351" name="Google Shape;351;p14"/>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352" name="Google Shape;352;p14"/>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353" name="Google Shape;353;p14"/>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354" name="Google Shape;354;p14"/>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355" name="Google Shape;355;p14"/>
            <p:cNvGrpSpPr/>
            <p:nvPr/>
          </p:nvGrpSpPr>
          <p:grpSpPr>
            <a:xfrm>
              <a:off x="8376754" y="637025"/>
              <a:ext cx="718341" cy="718341"/>
              <a:chOff x="30975" y="3360397"/>
              <a:chExt cx="539700" cy="539700"/>
            </a:xfrm>
          </p:grpSpPr>
          <p:sp>
            <p:nvSpPr>
              <p:cNvPr id="356" name="Google Shape;356;p1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8" name="Google Shape;358;p14"/>
            <p:cNvGrpSpPr/>
            <p:nvPr/>
          </p:nvGrpSpPr>
          <p:grpSpPr>
            <a:xfrm>
              <a:off x="8425978" y="4416357"/>
              <a:ext cx="533979" cy="533979"/>
              <a:chOff x="147524" y="4333650"/>
              <a:chExt cx="539700" cy="539700"/>
            </a:xfrm>
          </p:grpSpPr>
          <p:sp>
            <p:nvSpPr>
              <p:cNvPr id="359" name="Google Shape;359;p14"/>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4"/>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1" name="Google Shape;361;p14"/>
            <p:cNvGrpSpPr/>
            <p:nvPr/>
          </p:nvGrpSpPr>
          <p:grpSpPr>
            <a:xfrm>
              <a:off x="-12648" y="3015155"/>
              <a:ext cx="334182" cy="334182"/>
              <a:chOff x="-83525" y="4333650"/>
              <a:chExt cx="539700" cy="539700"/>
            </a:xfrm>
          </p:grpSpPr>
          <p:sp>
            <p:nvSpPr>
              <p:cNvPr id="362" name="Google Shape;362;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4" name="Google Shape;364;p14"/>
            <p:cNvGrpSpPr/>
            <p:nvPr/>
          </p:nvGrpSpPr>
          <p:grpSpPr>
            <a:xfrm>
              <a:off x="705394" y="372755"/>
              <a:ext cx="334182" cy="334182"/>
              <a:chOff x="-83525" y="4333650"/>
              <a:chExt cx="539700" cy="539700"/>
            </a:xfrm>
          </p:grpSpPr>
          <p:sp>
            <p:nvSpPr>
              <p:cNvPr id="365" name="Google Shape;365;p1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67" name="Google Shape;367;p14"/>
          <p:cNvSpPr txBox="1"/>
          <p:nvPr>
            <p:ph idx="6" type="title"/>
          </p:nvPr>
        </p:nvSpPr>
        <p:spPr>
          <a:xfrm rot="1973">
            <a:off x="4049400" y="229495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68" name="Google Shape;368;p14"/>
          <p:cNvSpPr txBox="1"/>
          <p:nvPr>
            <p:ph idx="7" type="title"/>
          </p:nvPr>
        </p:nvSpPr>
        <p:spPr>
          <a:xfrm>
            <a:off x="720000" y="2064655"/>
            <a:ext cx="2488800" cy="527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69" name="Google Shape;369;p14"/>
          <p:cNvSpPr txBox="1"/>
          <p:nvPr>
            <p:ph idx="8" type="subTitle"/>
          </p:nvPr>
        </p:nvSpPr>
        <p:spPr>
          <a:xfrm>
            <a:off x="872400" y="2439966"/>
            <a:ext cx="2336400" cy="60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0" name="Google Shape;370;p14"/>
          <p:cNvSpPr txBox="1"/>
          <p:nvPr>
            <p:ph idx="9" type="title"/>
          </p:nvPr>
        </p:nvSpPr>
        <p:spPr>
          <a:xfrm flipH="1" rot="-1973">
            <a:off x="4049400" y="1523647"/>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71" name="Google Shape;371;p14"/>
          <p:cNvSpPr txBox="1"/>
          <p:nvPr>
            <p:ph idx="13" type="title"/>
          </p:nvPr>
        </p:nvSpPr>
        <p:spPr>
          <a:xfrm flipH="1">
            <a:off x="5934925" y="1349525"/>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72" name="Google Shape;372;p14"/>
          <p:cNvSpPr txBox="1"/>
          <p:nvPr>
            <p:ph idx="14" type="subTitle"/>
          </p:nvPr>
        </p:nvSpPr>
        <p:spPr>
          <a:xfrm flipH="1">
            <a:off x="5935200" y="1724828"/>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3" name="Google Shape;373;p14"/>
          <p:cNvSpPr txBox="1"/>
          <p:nvPr>
            <p:ph idx="15" type="title"/>
          </p:nvPr>
        </p:nvSpPr>
        <p:spPr>
          <a:xfrm flipH="1" rot="-1973">
            <a:off x="4049400" y="3066266"/>
            <a:ext cx="1045200" cy="55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500">
                <a:solidFill>
                  <a:schemeClr val="accent4"/>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74" name="Google Shape;374;p14"/>
          <p:cNvSpPr txBox="1"/>
          <p:nvPr>
            <p:ph idx="16" type="title"/>
          </p:nvPr>
        </p:nvSpPr>
        <p:spPr>
          <a:xfrm flipH="1">
            <a:off x="5935200" y="2836150"/>
            <a:ext cx="25596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hlink"/>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75" name="Google Shape;375;p14"/>
          <p:cNvSpPr txBox="1"/>
          <p:nvPr>
            <p:ph idx="17" type="subTitle"/>
          </p:nvPr>
        </p:nvSpPr>
        <p:spPr>
          <a:xfrm flipH="1">
            <a:off x="5935200" y="3211476"/>
            <a:ext cx="2336400" cy="60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76" name="Shape 376"/>
        <p:cNvGrpSpPr/>
        <p:nvPr/>
      </p:nvGrpSpPr>
      <p:grpSpPr>
        <a:xfrm>
          <a:off x="0" y="0"/>
          <a:ext cx="0" cy="0"/>
          <a:chOff x="0" y="0"/>
          <a:chExt cx="0" cy="0"/>
        </a:xfrm>
      </p:grpSpPr>
      <p:sp>
        <p:nvSpPr>
          <p:cNvPr id="377" name="Google Shape;377;p15"/>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5"/>
          <p:cNvSpPr txBox="1"/>
          <p:nvPr>
            <p:ph idx="1" type="subTitle"/>
          </p:nvPr>
        </p:nvSpPr>
        <p:spPr>
          <a:xfrm>
            <a:off x="720125" y="1409013"/>
            <a:ext cx="4563900" cy="159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grpSp>
        <p:nvGrpSpPr>
          <p:cNvPr id="379" name="Google Shape;379;p15"/>
          <p:cNvGrpSpPr/>
          <p:nvPr/>
        </p:nvGrpSpPr>
        <p:grpSpPr>
          <a:xfrm>
            <a:off x="-38475" y="-149400"/>
            <a:ext cx="9236700" cy="5454600"/>
            <a:chOff x="-38475" y="-149400"/>
            <a:chExt cx="9236700" cy="5454600"/>
          </a:xfrm>
        </p:grpSpPr>
        <p:cxnSp>
          <p:nvCxnSpPr>
            <p:cNvPr id="380" name="Google Shape;380;p15"/>
            <p:cNvCxnSpPr/>
            <p:nvPr/>
          </p:nvCxnSpPr>
          <p:spPr>
            <a:xfrm flipH="1" rot="10800000">
              <a:off x="8103025" y="935750"/>
              <a:ext cx="1073100" cy="4228200"/>
            </a:xfrm>
            <a:prstGeom prst="straightConnector1">
              <a:avLst/>
            </a:prstGeom>
            <a:noFill/>
            <a:ln cap="rnd" cmpd="sng" w="9525">
              <a:solidFill>
                <a:schemeClr val="accent4"/>
              </a:solidFill>
              <a:prstDash val="solid"/>
              <a:round/>
              <a:headEnd len="sm" w="sm" type="none"/>
              <a:tailEnd len="sm" w="sm" type="none"/>
            </a:ln>
          </p:spPr>
        </p:cxnSp>
        <p:cxnSp>
          <p:nvCxnSpPr>
            <p:cNvPr id="381" name="Google Shape;381;p15"/>
            <p:cNvCxnSpPr/>
            <p:nvPr/>
          </p:nvCxnSpPr>
          <p:spPr>
            <a:xfrm flipH="1">
              <a:off x="4433800" y="3088375"/>
              <a:ext cx="4750200" cy="2178600"/>
            </a:xfrm>
            <a:prstGeom prst="straightConnector1">
              <a:avLst/>
            </a:prstGeom>
            <a:noFill/>
            <a:ln cap="rnd" cmpd="sng" w="9525">
              <a:solidFill>
                <a:schemeClr val="accent4"/>
              </a:solidFill>
              <a:prstDash val="solid"/>
              <a:round/>
              <a:headEnd len="sm" w="sm" type="none"/>
              <a:tailEnd len="sm" w="sm" type="none"/>
            </a:ln>
          </p:spPr>
        </p:cxnSp>
        <p:cxnSp>
          <p:nvCxnSpPr>
            <p:cNvPr id="382" name="Google Shape;382;p15"/>
            <p:cNvCxnSpPr/>
            <p:nvPr/>
          </p:nvCxnSpPr>
          <p:spPr>
            <a:xfrm>
              <a:off x="5898975" y="4174350"/>
              <a:ext cx="2917200" cy="616800"/>
            </a:xfrm>
            <a:prstGeom prst="straightConnector1">
              <a:avLst/>
            </a:prstGeom>
            <a:noFill/>
            <a:ln cap="rnd" cmpd="sng" w="9525">
              <a:solidFill>
                <a:schemeClr val="accent4"/>
              </a:solidFill>
              <a:prstDash val="solid"/>
              <a:round/>
              <a:headEnd len="sm" w="sm" type="none"/>
              <a:tailEnd len="sm" w="sm" type="none"/>
            </a:ln>
          </p:spPr>
        </p:cxnSp>
        <p:cxnSp>
          <p:nvCxnSpPr>
            <p:cNvPr id="383" name="Google Shape;383;p15"/>
            <p:cNvCxnSpPr/>
            <p:nvPr/>
          </p:nvCxnSpPr>
          <p:spPr>
            <a:xfrm flipH="1" rot="10800000">
              <a:off x="-27775" y="-47550"/>
              <a:ext cx="3485100" cy="954300"/>
            </a:xfrm>
            <a:prstGeom prst="straightConnector1">
              <a:avLst/>
            </a:prstGeom>
            <a:noFill/>
            <a:ln cap="rnd" cmpd="sng" w="9525">
              <a:solidFill>
                <a:schemeClr val="accent4"/>
              </a:solidFill>
              <a:prstDash val="solid"/>
              <a:round/>
              <a:headEnd len="sm" w="sm" type="none"/>
              <a:tailEnd len="sm" w="sm" type="none"/>
            </a:ln>
          </p:spPr>
        </p:cxnSp>
        <p:cxnSp>
          <p:nvCxnSpPr>
            <p:cNvPr id="384" name="Google Shape;384;p15"/>
            <p:cNvCxnSpPr/>
            <p:nvPr/>
          </p:nvCxnSpPr>
          <p:spPr>
            <a:xfrm>
              <a:off x="-38475" y="158200"/>
              <a:ext cx="9236700" cy="308400"/>
            </a:xfrm>
            <a:prstGeom prst="straightConnector1">
              <a:avLst/>
            </a:prstGeom>
            <a:noFill/>
            <a:ln cap="rnd" cmpd="sng" w="9525">
              <a:solidFill>
                <a:schemeClr val="accent4"/>
              </a:solidFill>
              <a:prstDash val="solid"/>
              <a:round/>
              <a:headEnd len="sm" w="sm" type="none"/>
              <a:tailEnd len="sm" w="sm" type="none"/>
            </a:ln>
          </p:spPr>
        </p:cxnSp>
        <p:cxnSp>
          <p:nvCxnSpPr>
            <p:cNvPr id="385" name="Google Shape;385;p15"/>
            <p:cNvCxnSpPr/>
            <p:nvPr/>
          </p:nvCxnSpPr>
          <p:spPr>
            <a:xfrm>
              <a:off x="8015225" y="-73150"/>
              <a:ext cx="1176000" cy="3547200"/>
            </a:xfrm>
            <a:prstGeom prst="straightConnector1">
              <a:avLst/>
            </a:prstGeom>
            <a:noFill/>
            <a:ln cap="rnd" cmpd="sng" w="9525">
              <a:solidFill>
                <a:schemeClr val="accent4"/>
              </a:solidFill>
              <a:prstDash val="solid"/>
              <a:round/>
              <a:headEnd len="sm" w="sm" type="none"/>
              <a:tailEnd len="sm" w="sm" type="none"/>
            </a:ln>
          </p:spPr>
        </p:cxnSp>
        <p:grpSp>
          <p:nvGrpSpPr>
            <p:cNvPr id="386" name="Google Shape;386;p15"/>
            <p:cNvGrpSpPr/>
            <p:nvPr/>
          </p:nvGrpSpPr>
          <p:grpSpPr>
            <a:xfrm>
              <a:off x="7828101" y="93150"/>
              <a:ext cx="718341" cy="718341"/>
              <a:chOff x="-83525" y="4333650"/>
              <a:chExt cx="539700" cy="539700"/>
            </a:xfrm>
          </p:grpSpPr>
          <p:sp>
            <p:nvSpPr>
              <p:cNvPr id="387" name="Google Shape;387;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9" name="Google Shape;389;p15"/>
            <p:cNvGrpSpPr/>
            <p:nvPr/>
          </p:nvGrpSpPr>
          <p:grpSpPr>
            <a:xfrm>
              <a:off x="8105174" y="2908534"/>
              <a:ext cx="909610" cy="909610"/>
              <a:chOff x="-83525" y="4333650"/>
              <a:chExt cx="539700" cy="539700"/>
            </a:xfrm>
          </p:grpSpPr>
          <p:sp>
            <p:nvSpPr>
              <p:cNvPr id="390" name="Google Shape;390;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2" name="Google Shape;392;p15"/>
            <p:cNvGrpSpPr/>
            <p:nvPr/>
          </p:nvGrpSpPr>
          <p:grpSpPr>
            <a:xfrm>
              <a:off x="2518898" y="28099"/>
              <a:ext cx="438506" cy="438506"/>
              <a:chOff x="-83525" y="4333650"/>
              <a:chExt cx="539700" cy="539700"/>
            </a:xfrm>
          </p:grpSpPr>
          <p:sp>
            <p:nvSpPr>
              <p:cNvPr id="393" name="Google Shape;393;p15"/>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95" name="Google Shape;395;p15"/>
            <p:cNvCxnSpPr/>
            <p:nvPr/>
          </p:nvCxnSpPr>
          <p:spPr>
            <a:xfrm>
              <a:off x="5311625" y="-72950"/>
              <a:ext cx="3863400" cy="2765400"/>
            </a:xfrm>
            <a:prstGeom prst="straightConnector1">
              <a:avLst/>
            </a:prstGeom>
            <a:noFill/>
            <a:ln cap="rnd" cmpd="sng" w="9525">
              <a:solidFill>
                <a:schemeClr val="accent4"/>
              </a:solidFill>
              <a:prstDash val="solid"/>
              <a:round/>
              <a:headEnd len="sm" w="sm" type="none"/>
              <a:tailEnd len="sm" w="sm" type="none"/>
            </a:ln>
          </p:spPr>
        </p:cxnSp>
        <p:cxnSp>
          <p:nvCxnSpPr>
            <p:cNvPr id="396" name="Google Shape;396;p15"/>
            <p:cNvCxnSpPr/>
            <p:nvPr/>
          </p:nvCxnSpPr>
          <p:spPr>
            <a:xfrm flipH="1">
              <a:off x="6374775" y="-149400"/>
              <a:ext cx="826800" cy="5454600"/>
            </a:xfrm>
            <a:prstGeom prst="straightConnector1">
              <a:avLst/>
            </a:prstGeom>
            <a:noFill/>
            <a:ln cap="rnd" cmpd="sng" w="9525">
              <a:solidFill>
                <a:schemeClr val="accent4"/>
              </a:solidFill>
              <a:prstDash val="solid"/>
              <a:round/>
              <a:headEnd len="sm" w="sm" type="none"/>
              <a:tailEnd len="sm" w="sm" type="none"/>
            </a:ln>
          </p:spPr>
        </p:cxnSp>
        <p:grpSp>
          <p:nvGrpSpPr>
            <p:cNvPr id="397" name="Google Shape;397;p15"/>
            <p:cNvGrpSpPr/>
            <p:nvPr/>
          </p:nvGrpSpPr>
          <p:grpSpPr>
            <a:xfrm>
              <a:off x="6278820" y="4063829"/>
              <a:ext cx="501219" cy="501219"/>
              <a:chOff x="-83525" y="4333650"/>
              <a:chExt cx="539700" cy="539700"/>
            </a:xfrm>
          </p:grpSpPr>
          <p:sp>
            <p:nvSpPr>
              <p:cNvPr id="398" name="Google Shape;398;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15"/>
            <p:cNvGrpSpPr/>
            <p:nvPr/>
          </p:nvGrpSpPr>
          <p:grpSpPr>
            <a:xfrm>
              <a:off x="6759200" y="899805"/>
              <a:ext cx="501219" cy="501219"/>
              <a:chOff x="-83525" y="4333650"/>
              <a:chExt cx="539700" cy="539700"/>
            </a:xfrm>
          </p:grpSpPr>
          <p:sp>
            <p:nvSpPr>
              <p:cNvPr id="401" name="Google Shape;401;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3" name="Google Shape;403;p15"/>
            <p:cNvGrpSpPr/>
            <p:nvPr/>
          </p:nvGrpSpPr>
          <p:grpSpPr>
            <a:xfrm>
              <a:off x="5457861" y="-98116"/>
              <a:ext cx="909610" cy="909610"/>
              <a:chOff x="-83525" y="4333650"/>
              <a:chExt cx="539700" cy="539700"/>
            </a:xfrm>
          </p:grpSpPr>
          <p:sp>
            <p:nvSpPr>
              <p:cNvPr id="404" name="Google Shape;404;p1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06" name="Google Shape;406;p15"/>
          <p:cNvSpPr txBox="1"/>
          <p:nvPr>
            <p:ph type="title"/>
          </p:nvPr>
        </p:nvSpPr>
        <p:spPr>
          <a:xfrm rot="-594">
            <a:off x="720000" y="3175576"/>
            <a:ext cx="3472800" cy="55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2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07" name="Shape 407"/>
        <p:cNvGrpSpPr/>
        <p:nvPr/>
      </p:nvGrpSpPr>
      <p:grpSpPr>
        <a:xfrm>
          <a:off x="0" y="0"/>
          <a:ext cx="0" cy="0"/>
          <a:chOff x="0" y="0"/>
          <a:chExt cx="0" cy="0"/>
        </a:xfrm>
      </p:grpSpPr>
      <p:sp>
        <p:nvSpPr>
          <p:cNvPr id="408" name="Google Shape;408;p1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9" name="Google Shape;409;p16"/>
          <p:cNvGrpSpPr/>
          <p:nvPr/>
        </p:nvGrpSpPr>
        <p:grpSpPr>
          <a:xfrm>
            <a:off x="-24925" y="-70975"/>
            <a:ext cx="9226525" cy="5270525"/>
            <a:chOff x="-24925" y="-70975"/>
            <a:chExt cx="9226525" cy="5270525"/>
          </a:xfrm>
        </p:grpSpPr>
        <p:cxnSp>
          <p:nvCxnSpPr>
            <p:cNvPr id="410" name="Google Shape;410;p16"/>
            <p:cNvCxnSpPr/>
            <p:nvPr/>
          </p:nvCxnSpPr>
          <p:spPr>
            <a:xfrm>
              <a:off x="7622100" y="-52250"/>
              <a:ext cx="1529400" cy="3201900"/>
            </a:xfrm>
            <a:prstGeom prst="straightConnector1">
              <a:avLst/>
            </a:prstGeom>
            <a:noFill/>
            <a:ln cap="rnd" cmpd="sng" w="9525">
              <a:solidFill>
                <a:schemeClr val="accent4"/>
              </a:solidFill>
              <a:prstDash val="solid"/>
              <a:round/>
              <a:headEnd len="sm" w="sm" type="none"/>
              <a:tailEnd len="sm" w="sm" type="none"/>
            </a:ln>
          </p:spPr>
        </p:cxnSp>
        <p:cxnSp>
          <p:nvCxnSpPr>
            <p:cNvPr id="411" name="Google Shape;411;p16"/>
            <p:cNvCxnSpPr/>
            <p:nvPr/>
          </p:nvCxnSpPr>
          <p:spPr>
            <a:xfrm flipH="1">
              <a:off x="7715775" y="1949950"/>
              <a:ext cx="1453200" cy="3249600"/>
            </a:xfrm>
            <a:prstGeom prst="straightConnector1">
              <a:avLst/>
            </a:prstGeom>
            <a:noFill/>
            <a:ln cap="rnd" cmpd="sng" w="9525">
              <a:solidFill>
                <a:schemeClr val="accent4"/>
              </a:solidFill>
              <a:prstDash val="solid"/>
              <a:round/>
              <a:headEnd len="sm" w="sm" type="none"/>
              <a:tailEnd len="sm" w="sm" type="none"/>
            </a:ln>
          </p:spPr>
        </p:cxnSp>
        <p:cxnSp>
          <p:nvCxnSpPr>
            <p:cNvPr id="412" name="Google Shape;412;p16"/>
            <p:cNvCxnSpPr/>
            <p:nvPr/>
          </p:nvCxnSpPr>
          <p:spPr>
            <a:xfrm flipH="1">
              <a:off x="12450" y="-52250"/>
              <a:ext cx="1677900" cy="3274500"/>
            </a:xfrm>
            <a:prstGeom prst="straightConnector1">
              <a:avLst/>
            </a:prstGeom>
            <a:noFill/>
            <a:ln cap="rnd" cmpd="sng" w="9525">
              <a:solidFill>
                <a:schemeClr val="accent4"/>
              </a:solidFill>
              <a:prstDash val="solid"/>
              <a:round/>
              <a:headEnd len="sm" w="sm" type="none"/>
              <a:tailEnd len="sm" w="sm" type="none"/>
            </a:ln>
          </p:spPr>
        </p:cxnSp>
        <p:cxnSp>
          <p:nvCxnSpPr>
            <p:cNvPr id="413" name="Google Shape;413;p16"/>
            <p:cNvCxnSpPr/>
            <p:nvPr/>
          </p:nvCxnSpPr>
          <p:spPr>
            <a:xfrm>
              <a:off x="143475" y="-70975"/>
              <a:ext cx="1353600" cy="5233200"/>
            </a:xfrm>
            <a:prstGeom prst="straightConnector1">
              <a:avLst/>
            </a:prstGeom>
            <a:noFill/>
            <a:ln cap="rnd" cmpd="sng" w="9525">
              <a:solidFill>
                <a:schemeClr val="accent4"/>
              </a:solidFill>
              <a:prstDash val="solid"/>
              <a:round/>
              <a:headEnd len="sm" w="sm" type="none"/>
              <a:tailEnd len="sm" w="sm" type="none"/>
            </a:ln>
          </p:spPr>
        </p:cxnSp>
        <p:cxnSp>
          <p:nvCxnSpPr>
            <p:cNvPr id="414" name="Google Shape;414;p16"/>
            <p:cNvCxnSpPr/>
            <p:nvPr/>
          </p:nvCxnSpPr>
          <p:spPr>
            <a:xfrm>
              <a:off x="-24925" y="4432425"/>
              <a:ext cx="4983600" cy="761100"/>
            </a:xfrm>
            <a:prstGeom prst="straightConnector1">
              <a:avLst/>
            </a:prstGeom>
            <a:noFill/>
            <a:ln cap="rnd" cmpd="sng" w="9525">
              <a:solidFill>
                <a:schemeClr val="accent4"/>
              </a:solidFill>
              <a:prstDash val="solid"/>
              <a:round/>
              <a:headEnd len="sm" w="sm" type="none"/>
              <a:tailEnd len="sm" w="sm" type="none"/>
            </a:ln>
          </p:spPr>
        </p:cxnSp>
        <p:cxnSp>
          <p:nvCxnSpPr>
            <p:cNvPr id="415" name="Google Shape;415;p16"/>
            <p:cNvCxnSpPr/>
            <p:nvPr/>
          </p:nvCxnSpPr>
          <p:spPr>
            <a:xfrm>
              <a:off x="5159700" y="-33550"/>
              <a:ext cx="4041900" cy="960600"/>
            </a:xfrm>
            <a:prstGeom prst="straightConnector1">
              <a:avLst/>
            </a:prstGeom>
            <a:noFill/>
            <a:ln cap="rnd" cmpd="sng" w="9525">
              <a:solidFill>
                <a:schemeClr val="accent4"/>
              </a:solidFill>
              <a:prstDash val="solid"/>
              <a:round/>
              <a:headEnd len="sm" w="sm" type="none"/>
              <a:tailEnd len="sm" w="sm" type="none"/>
            </a:ln>
          </p:spPr>
        </p:cxnSp>
        <p:grpSp>
          <p:nvGrpSpPr>
            <p:cNvPr id="416" name="Google Shape;416;p16"/>
            <p:cNvGrpSpPr/>
            <p:nvPr/>
          </p:nvGrpSpPr>
          <p:grpSpPr>
            <a:xfrm>
              <a:off x="7715777" y="407698"/>
              <a:ext cx="482600" cy="482600"/>
              <a:chOff x="-83525" y="4333650"/>
              <a:chExt cx="539700" cy="539700"/>
            </a:xfrm>
          </p:grpSpPr>
          <p:sp>
            <p:nvSpPr>
              <p:cNvPr id="417" name="Google Shape;417;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9" name="Google Shape;419;p16"/>
            <p:cNvGrpSpPr/>
            <p:nvPr/>
          </p:nvGrpSpPr>
          <p:grpSpPr>
            <a:xfrm>
              <a:off x="8718447" y="2450535"/>
              <a:ext cx="344976" cy="344976"/>
              <a:chOff x="-83525" y="4333650"/>
              <a:chExt cx="539700" cy="539700"/>
            </a:xfrm>
          </p:grpSpPr>
          <p:sp>
            <p:nvSpPr>
              <p:cNvPr id="420" name="Google Shape;420;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2" name="Google Shape;422;p16"/>
            <p:cNvGrpSpPr/>
            <p:nvPr/>
          </p:nvGrpSpPr>
          <p:grpSpPr>
            <a:xfrm>
              <a:off x="491347" y="1770660"/>
              <a:ext cx="344976" cy="344976"/>
              <a:chOff x="-83525" y="4333650"/>
              <a:chExt cx="539700" cy="539700"/>
            </a:xfrm>
          </p:grpSpPr>
          <p:sp>
            <p:nvSpPr>
              <p:cNvPr id="423" name="Google Shape;423;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5" name="Google Shape;425;p16"/>
            <p:cNvGrpSpPr/>
            <p:nvPr/>
          </p:nvGrpSpPr>
          <p:grpSpPr>
            <a:xfrm>
              <a:off x="304222" y="2768635"/>
              <a:ext cx="344976" cy="344976"/>
              <a:chOff x="-83525" y="4333650"/>
              <a:chExt cx="539700" cy="539700"/>
            </a:xfrm>
          </p:grpSpPr>
          <p:sp>
            <p:nvSpPr>
              <p:cNvPr id="426" name="Google Shape;426;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8" name="Google Shape;428;p16"/>
            <p:cNvGrpSpPr/>
            <p:nvPr/>
          </p:nvGrpSpPr>
          <p:grpSpPr>
            <a:xfrm>
              <a:off x="1059438" y="4316076"/>
              <a:ext cx="630909" cy="630909"/>
              <a:chOff x="-83525" y="4333650"/>
              <a:chExt cx="539700" cy="539700"/>
            </a:xfrm>
          </p:grpSpPr>
          <p:sp>
            <p:nvSpPr>
              <p:cNvPr id="429" name="Google Shape;429;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1" name="Google Shape;431;p16"/>
            <p:cNvGrpSpPr/>
            <p:nvPr/>
          </p:nvGrpSpPr>
          <p:grpSpPr>
            <a:xfrm>
              <a:off x="1138677" y="298698"/>
              <a:ext cx="482600" cy="482600"/>
              <a:chOff x="-83525" y="4333650"/>
              <a:chExt cx="539700" cy="539700"/>
            </a:xfrm>
          </p:grpSpPr>
          <p:sp>
            <p:nvSpPr>
              <p:cNvPr id="432" name="Google Shape;432;p1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34" name="Google Shape;434;p16"/>
          <p:cNvSpPr txBox="1"/>
          <p:nvPr>
            <p:ph type="title"/>
          </p:nvPr>
        </p:nvSpPr>
        <p:spPr>
          <a:xfrm>
            <a:off x="7200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5" name="Google Shape;435;p16"/>
          <p:cNvSpPr txBox="1"/>
          <p:nvPr>
            <p:ph idx="2" type="title"/>
          </p:nvPr>
        </p:nvSpPr>
        <p:spPr>
          <a:xfrm>
            <a:off x="21249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36" name="Google Shape;436;p16"/>
          <p:cNvSpPr txBox="1"/>
          <p:nvPr>
            <p:ph idx="1" type="subTitle"/>
          </p:nvPr>
        </p:nvSpPr>
        <p:spPr>
          <a:xfrm rot="462">
            <a:off x="17835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437" name="Shape 437"/>
        <p:cNvGrpSpPr/>
        <p:nvPr/>
      </p:nvGrpSpPr>
      <p:grpSpPr>
        <a:xfrm>
          <a:off x="0" y="0"/>
          <a:ext cx="0" cy="0"/>
          <a:chOff x="0" y="0"/>
          <a:chExt cx="0" cy="0"/>
        </a:xfrm>
      </p:grpSpPr>
      <p:grpSp>
        <p:nvGrpSpPr>
          <p:cNvPr id="438" name="Google Shape;438;p17"/>
          <p:cNvGrpSpPr/>
          <p:nvPr/>
        </p:nvGrpSpPr>
        <p:grpSpPr>
          <a:xfrm>
            <a:off x="0" y="0"/>
            <a:ext cx="9144000" cy="5143500"/>
            <a:chOff x="0" y="0"/>
            <a:chExt cx="9144000" cy="5143500"/>
          </a:xfrm>
        </p:grpSpPr>
        <p:sp>
          <p:nvSpPr>
            <p:cNvPr id="439" name="Google Shape;439;p1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1" name="Google Shape;441;p17"/>
          <p:cNvGrpSpPr/>
          <p:nvPr/>
        </p:nvGrpSpPr>
        <p:grpSpPr>
          <a:xfrm>
            <a:off x="-24925" y="-64725"/>
            <a:ext cx="9226450" cy="5333100"/>
            <a:chOff x="-24925" y="-64725"/>
            <a:chExt cx="9226450" cy="5333100"/>
          </a:xfrm>
        </p:grpSpPr>
        <p:cxnSp>
          <p:nvCxnSpPr>
            <p:cNvPr id="442" name="Google Shape;442;p17"/>
            <p:cNvCxnSpPr/>
            <p:nvPr/>
          </p:nvCxnSpPr>
          <p:spPr>
            <a:xfrm flipH="1">
              <a:off x="7029625" y="-37700"/>
              <a:ext cx="968100" cy="5243700"/>
            </a:xfrm>
            <a:prstGeom prst="straightConnector1">
              <a:avLst/>
            </a:prstGeom>
            <a:noFill/>
            <a:ln cap="rnd" cmpd="sng" w="9525">
              <a:solidFill>
                <a:schemeClr val="accent4"/>
              </a:solidFill>
              <a:prstDash val="solid"/>
              <a:round/>
              <a:headEnd len="sm" w="sm" type="none"/>
              <a:tailEnd len="sm" w="sm" type="none"/>
            </a:ln>
          </p:spPr>
        </p:cxnSp>
        <p:cxnSp>
          <p:nvCxnSpPr>
            <p:cNvPr id="443" name="Google Shape;443;p17"/>
            <p:cNvCxnSpPr/>
            <p:nvPr/>
          </p:nvCxnSpPr>
          <p:spPr>
            <a:xfrm>
              <a:off x="6081475" y="-64725"/>
              <a:ext cx="3112500" cy="4135500"/>
            </a:xfrm>
            <a:prstGeom prst="straightConnector1">
              <a:avLst/>
            </a:prstGeom>
            <a:noFill/>
            <a:ln cap="rnd" cmpd="sng" w="9525">
              <a:solidFill>
                <a:schemeClr val="accent4"/>
              </a:solidFill>
              <a:prstDash val="solid"/>
              <a:round/>
              <a:headEnd len="sm" w="sm" type="none"/>
              <a:tailEnd len="sm" w="sm" type="none"/>
            </a:ln>
          </p:spPr>
        </p:cxnSp>
        <p:cxnSp>
          <p:nvCxnSpPr>
            <p:cNvPr id="444" name="Google Shape;444;p17"/>
            <p:cNvCxnSpPr/>
            <p:nvPr/>
          </p:nvCxnSpPr>
          <p:spPr>
            <a:xfrm flipH="1">
              <a:off x="1172650" y="-27300"/>
              <a:ext cx="417900" cy="5177100"/>
            </a:xfrm>
            <a:prstGeom prst="straightConnector1">
              <a:avLst/>
            </a:prstGeom>
            <a:noFill/>
            <a:ln cap="rnd" cmpd="sng" w="9525">
              <a:solidFill>
                <a:schemeClr val="accent4"/>
              </a:solidFill>
              <a:prstDash val="solid"/>
              <a:round/>
              <a:headEnd len="sm" w="sm" type="none"/>
              <a:tailEnd len="sm" w="sm" type="none"/>
            </a:ln>
          </p:spPr>
        </p:cxnSp>
        <p:cxnSp>
          <p:nvCxnSpPr>
            <p:cNvPr id="445" name="Google Shape;445;p17"/>
            <p:cNvCxnSpPr/>
            <p:nvPr/>
          </p:nvCxnSpPr>
          <p:spPr>
            <a:xfrm>
              <a:off x="-24925" y="1606875"/>
              <a:ext cx="2046000" cy="3661500"/>
            </a:xfrm>
            <a:prstGeom prst="straightConnector1">
              <a:avLst/>
            </a:prstGeom>
            <a:noFill/>
            <a:ln cap="rnd" cmpd="sng" w="9525">
              <a:solidFill>
                <a:schemeClr val="accent4"/>
              </a:solidFill>
              <a:prstDash val="solid"/>
              <a:round/>
              <a:headEnd len="sm" w="sm" type="none"/>
              <a:tailEnd len="sm" w="sm" type="none"/>
            </a:ln>
          </p:spPr>
        </p:cxnSp>
        <p:cxnSp>
          <p:nvCxnSpPr>
            <p:cNvPr id="446" name="Google Shape;446;p17"/>
            <p:cNvCxnSpPr/>
            <p:nvPr/>
          </p:nvCxnSpPr>
          <p:spPr>
            <a:xfrm flipH="1" rot="10800000">
              <a:off x="-17325" y="-52225"/>
              <a:ext cx="2831700" cy="923100"/>
            </a:xfrm>
            <a:prstGeom prst="straightConnector1">
              <a:avLst/>
            </a:prstGeom>
            <a:noFill/>
            <a:ln cap="rnd" cmpd="sng" w="9525">
              <a:solidFill>
                <a:schemeClr val="accent4"/>
              </a:solidFill>
              <a:prstDash val="solid"/>
              <a:round/>
              <a:headEnd len="sm" w="sm" type="none"/>
              <a:tailEnd len="sm" w="sm" type="none"/>
            </a:ln>
          </p:spPr>
        </p:cxnSp>
        <p:cxnSp>
          <p:nvCxnSpPr>
            <p:cNvPr id="447" name="Google Shape;447;p17"/>
            <p:cNvCxnSpPr/>
            <p:nvPr/>
          </p:nvCxnSpPr>
          <p:spPr>
            <a:xfrm flipH="1">
              <a:off x="7997625" y="3290975"/>
              <a:ext cx="1203900" cy="1896300"/>
            </a:xfrm>
            <a:prstGeom prst="straightConnector1">
              <a:avLst/>
            </a:prstGeom>
            <a:noFill/>
            <a:ln cap="rnd" cmpd="sng" w="9525">
              <a:solidFill>
                <a:schemeClr val="accent4"/>
              </a:solidFill>
              <a:prstDash val="solid"/>
              <a:round/>
              <a:headEnd len="sm" w="sm" type="none"/>
              <a:tailEnd len="sm" w="sm" type="none"/>
            </a:ln>
          </p:spPr>
        </p:cxnSp>
        <p:grpSp>
          <p:nvGrpSpPr>
            <p:cNvPr id="448" name="Google Shape;448;p17"/>
            <p:cNvGrpSpPr/>
            <p:nvPr/>
          </p:nvGrpSpPr>
          <p:grpSpPr>
            <a:xfrm>
              <a:off x="7309798" y="1681413"/>
              <a:ext cx="630909" cy="630909"/>
              <a:chOff x="-83525" y="4333650"/>
              <a:chExt cx="539700" cy="539700"/>
            </a:xfrm>
          </p:grpSpPr>
          <p:sp>
            <p:nvSpPr>
              <p:cNvPr id="449" name="Google Shape;449;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1" name="Google Shape;451;p17"/>
            <p:cNvGrpSpPr/>
            <p:nvPr/>
          </p:nvGrpSpPr>
          <p:grpSpPr>
            <a:xfrm>
              <a:off x="8107197" y="1261910"/>
              <a:ext cx="344976" cy="344976"/>
              <a:chOff x="-83525" y="4333650"/>
              <a:chExt cx="539700" cy="539700"/>
            </a:xfrm>
          </p:grpSpPr>
          <p:sp>
            <p:nvSpPr>
              <p:cNvPr id="452" name="Google Shape;452;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4" name="Google Shape;454;p17"/>
            <p:cNvGrpSpPr/>
            <p:nvPr/>
          </p:nvGrpSpPr>
          <p:grpSpPr>
            <a:xfrm>
              <a:off x="1028573" y="3702579"/>
              <a:ext cx="493070" cy="493016"/>
              <a:chOff x="-83525" y="4333650"/>
              <a:chExt cx="539700" cy="539700"/>
            </a:xfrm>
          </p:grpSpPr>
          <p:sp>
            <p:nvSpPr>
              <p:cNvPr id="455" name="Google Shape;455;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7" name="Google Shape;457;p17"/>
            <p:cNvGrpSpPr/>
            <p:nvPr/>
          </p:nvGrpSpPr>
          <p:grpSpPr>
            <a:xfrm>
              <a:off x="1315510" y="109854"/>
              <a:ext cx="493070" cy="493016"/>
              <a:chOff x="-83525" y="4333650"/>
              <a:chExt cx="539700" cy="539700"/>
            </a:xfrm>
          </p:grpSpPr>
          <p:sp>
            <p:nvSpPr>
              <p:cNvPr id="458" name="Google Shape;458;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0" name="Google Shape;460;p17"/>
            <p:cNvGrpSpPr/>
            <p:nvPr/>
          </p:nvGrpSpPr>
          <p:grpSpPr>
            <a:xfrm>
              <a:off x="7940697" y="3776610"/>
              <a:ext cx="344976" cy="344976"/>
              <a:chOff x="-83525" y="4333650"/>
              <a:chExt cx="539700" cy="539700"/>
            </a:xfrm>
          </p:grpSpPr>
          <p:sp>
            <p:nvSpPr>
              <p:cNvPr id="461" name="Google Shape;461;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3" name="Google Shape;463;p17"/>
            <p:cNvGrpSpPr/>
            <p:nvPr/>
          </p:nvGrpSpPr>
          <p:grpSpPr>
            <a:xfrm>
              <a:off x="312372" y="3972610"/>
              <a:ext cx="344976" cy="344976"/>
              <a:chOff x="-83525" y="4333650"/>
              <a:chExt cx="539700" cy="539700"/>
            </a:xfrm>
          </p:grpSpPr>
          <p:sp>
            <p:nvSpPr>
              <p:cNvPr id="464" name="Google Shape;464;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6" name="Google Shape;466;p17"/>
            <p:cNvGrpSpPr/>
            <p:nvPr/>
          </p:nvGrpSpPr>
          <p:grpSpPr>
            <a:xfrm>
              <a:off x="1769547" y="654310"/>
              <a:ext cx="344976" cy="344976"/>
              <a:chOff x="-83525" y="4333650"/>
              <a:chExt cx="539700" cy="539700"/>
            </a:xfrm>
          </p:grpSpPr>
          <p:sp>
            <p:nvSpPr>
              <p:cNvPr id="467" name="Google Shape;467;p1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69" name="Google Shape;469;p17"/>
          <p:cNvSpPr txBox="1"/>
          <p:nvPr>
            <p:ph type="title"/>
          </p:nvPr>
        </p:nvSpPr>
        <p:spPr>
          <a:xfrm>
            <a:off x="2391900" y="2677350"/>
            <a:ext cx="4360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70" name="Google Shape;470;p17"/>
          <p:cNvSpPr txBox="1"/>
          <p:nvPr>
            <p:ph idx="2" type="title"/>
          </p:nvPr>
        </p:nvSpPr>
        <p:spPr>
          <a:xfrm>
            <a:off x="3796850" y="7317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71" name="Google Shape;471;p17"/>
          <p:cNvSpPr txBox="1"/>
          <p:nvPr>
            <p:ph idx="1" type="subTitle"/>
          </p:nvPr>
        </p:nvSpPr>
        <p:spPr>
          <a:xfrm rot="462">
            <a:off x="3455476" y="3972750"/>
            <a:ext cx="2233200" cy="63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472" name="Shape 472"/>
        <p:cNvGrpSpPr/>
        <p:nvPr/>
      </p:nvGrpSpPr>
      <p:grpSpPr>
        <a:xfrm>
          <a:off x="0" y="0"/>
          <a:ext cx="0" cy="0"/>
          <a:chOff x="0" y="0"/>
          <a:chExt cx="0" cy="0"/>
        </a:xfrm>
      </p:grpSpPr>
      <p:grpSp>
        <p:nvGrpSpPr>
          <p:cNvPr id="473" name="Google Shape;473;p18"/>
          <p:cNvGrpSpPr/>
          <p:nvPr/>
        </p:nvGrpSpPr>
        <p:grpSpPr>
          <a:xfrm>
            <a:off x="0" y="0"/>
            <a:ext cx="9144000" cy="5143500"/>
            <a:chOff x="0" y="0"/>
            <a:chExt cx="9144000" cy="5143500"/>
          </a:xfrm>
        </p:grpSpPr>
        <p:sp>
          <p:nvSpPr>
            <p:cNvPr id="474" name="Google Shape;474;p18"/>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8"/>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6" name="Google Shape;476;p18"/>
          <p:cNvGrpSpPr/>
          <p:nvPr/>
        </p:nvGrpSpPr>
        <p:grpSpPr>
          <a:xfrm>
            <a:off x="-36725" y="-52250"/>
            <a:ext cx="9274275" cy="5264400"/>
            <a:chOff x="-36725" y="-52250"/>
            <a:chExt cx="9274275" cy="5264400"/>
          </a:xfrm>
        </p:grpSpPr>
        <p:cxnSp>
          <p:nvCxnSpPr>
            <p:cNvPr id="477" name="Google Shape;477;p18"/>
            <p:cNvCxnSpPr/>
            <p:nvPr/>
          </p:nvCxnSpPr>
          <p:spPr>
            <a:xfrm>
              <a:off x="6162550" y="-14825"/>
              <a:ext cx="3075000" cy="1453200"/>
            </a:xfrm>
            <a:prstGeom prst="straightConnector1">
              <a:avLst/>
            </a:prstGeom>
            <a:noFill/>
            <a:ln cap="rnd" cmpd="sng" w="9525">
              <a:solidFill>
                <a:schemeClr val="accent4"/>
              </a:solidFill>
              <a:prstDash val="solid"/>
              <a:round/>
              <a:headEnd len="sm" w="sm" type="none"/>
              <a:tailEnd len="sm" w="sm" type="none"/>
            </a:ln>
          </p:spPr>
        </p:cxnSp>
        <p:cxnSp>
          <p:nvCxnSpPr>
            <p:cNvPr id="478" name="Google Shape;478;p18"/>
            <p:cNvCxnSpPr/>
            <p:nvPr/>
          </p:nvCxnSpPr>
          <p:spPr>
            <a:xfrm flipH="1" rot="10800000">
              <a:off x="-24925" y="-45950"/>
              <a:ext cx="7759200" cy="1515600"/>
            </a:xfrm>
            <a:prstGeom prst="straightConnector1">
              <a:avLst/>
            </a:prstGeom>
            <a:noFill/>
            <a:ln cap="rnd" cmpd="sng" w="9525">
              <a:solidFill>
                <a:schemeClr val="accent4"/>
              </a:solidFill>
              <a:prstDash val="solid"/>
              <a:round/>
              <a:headEnd len="sm" w="sm" type="none"/>
              <a:tailEnd len="sm" w="sm" type="none"/>
            </a:ln>
          </p:spPr>
        </p:cxnSp>
        <p:cxnSp>
          <p:nvCxnSpPr>
            <p:cNvPr id="479" name="Google Shape;479;p18"/>
            <p:cNvCxnSpPr/>
            <p:nvPr/>
          </p:nvCxnSpPr>
          <p:spPr>
            <a:xfrm>
              <a:off x="288300" y="-52250"/>
              <a:ext cx="966900" cy="5264400"/>
            </a:xfrm>
            <a:prstGeom prst="straightConnector1">
              <a:avLst/>
            </a:prstGeom>
            <a:noFill/>
            <a:ln cap="rnd" cmpd="sng" w="9525">
              <a:solidFill>
                <a:schemeClr val="accent4"/>
              </a:solidFill>
              <a:prstDash val="solid"/>
              <a:round/>
              <a:headEnd len="sm" w="sm" type="none"/>
              <a:tailEnd len="sm" w="sm" type="none"/>
            </a:ln>
          </p:spPr>
        </p:cxnSp>
        <p:cxnSp>
          <p:nvCxnSpPr>
            <p:cNvPr id="480" name="Google Shape;480;p18"/>
            <p:cNvCxnSpPr/>
            <p:nvPr/>
          </p:nvCxnSpPr>
          <p:spPr>
            <a:xfrm>
              <a:off x="-36725" y="3696400"/>
              <a:ext cx="5233200" cy="1472100"/>
            </a:xfrm>
            <a:prstGeom prst="straightConnector1">
              <a:avLst/>
            </a:prstGeom>
            <a:noFill/>
            <a:ln cap="rnd" cmpd="sng" w="9525">
              <a:solidFill>
                <a:schemeClr val="accent4"/>
              </a:solidFill>
              <a:prstDash val="solid"/>
              <a:round/>
              <a:headEnd len="sm" w="sm" type="none"/>
              <a:tailEnd len="sm" w="sm" type="none"/>
            </a:ln>
          </p:spPr>
        </p:cxnSp>
        <p:cxnSp>
          <p:nvCxnSpPr>
            <p:cNvPr id="481" name="Google Shape;481;p18"/>
            <p:cNvCxnSpPr/>
            <p:nvPr/>
          </p:nvCxnSpPr>
          <p:spPr>
            <a:xfrm flipH="1" rot="10800000">
              <a:off x="7224300" y="3484225"/>
              <a:ext cx="1952400" cy="1715400"/>
            </a:xfrm>
            <a:prstGeom prst="straightConnector1">
              <a:avLst/>
            </a:prstGeom>
            <a:noFill/>
            <a:ln cap="rnd" cmpd="sng" w="9525">
              <a:solidFill>
                <a:schemeClr val="accent4"/>
              </a:solidFill>
              <a:prstDash val="solid"/>
              <a:round/>
              <a:headEnd len="sm" w="sm" type="none"/>
              <a:tailEnd len="sm" w="sm" type="none"/>
            </a:ln>
          </p:spPr>
        </p:cxnSp>
        <p:grpSp>
          <p:nvGrpSpPr>
            <p:cNvPr id="482" name="Google Shape;482;p18"/>
            <p:cNvGrpSpPr/>
            <p:nvPr/>
          </p:nvGrpSpPr>
          <p:grpSpPr>
            <a:xfrm>
              <a:off x="6335552" y="-45952"/>
              <a:ext cx="482600" cy="482600"/>
              <a:chOff x="-83525" y="4333650"/>
              <a:chExt cx="539700" cy="539700"/>
            </a:xfrm>
          </p:grpSpPr>
          <p:sp>
            <p:nvSpPr>
              <p:cNvPr id="483" name="Google Shape;483;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5" name="Google Shape;485;p18"/>
            <p:cNvGrpSpPr/>
            <p:nvPr/>
          </p:nvGrpSpPr>
          <p:grpSpPr>
            <a:xfrm>
              <a:off x="8347110" y="3885135"/>
              <a:ext cx="344976" cy="344976"/>
              <a:chOff x="-83525" y="4333650"/>
              <a:chExt cx="539700" cy="539700"/>
            </a:xfrm>
          </p:grpSpPr>
          <p:sp>
            <p:nvSpPr>
              <p:cNvPr id="486" name="Google Shape;486;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8" name="Google Shape;488;p18"/>
            <p:cNvGrpSpPr/>
            <p:nvPr/>
          </p:nvGrpSpPr>
          <p:grpSpPr>
            <a:xfrm>
              <a:off x="748661" y="3711952"/>
              <a:ext cx="566361" cy="566361"/>
              <a:chOff x="-83525" y="4333650"/>
              <a:chExt cx="539700" cy="539700"/>
            </a:xfrm>
          </p:grpSpPr>
          <p:sp>
            <p:nvSpPr>
              <p:cNvPr id="489" name="Google Shape;489;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1" name="Google Shape;491;p18"/>
            <p:cNvGrpSpPr/>
            <p:nvPr/>
          </p:nvGrpSpPr>
          <p:grpSpPr>
            <a:xfrm>
              <a:off x="297778" y="1107973"/>
              <a:ext cx="482600" cy="482600"/>
              <a:chOff x="-83525" y="4333650"/>
              <a:chExt cx="539700" cy="539700"/>
            </a:xfrm>
          </p:grpSpPr>
          <p:sp>
            <p:nvSpPr>
              <p:cNvPr id="492" name="Google Shape;492;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4" name="Google Shape;494;p18"/>
            <p:cNvGrpSpPr/>
            <p:nvPr/>
          </p:nvGrpSpPr>
          <p:grpSpPr>
            <a:xfrm>
              <a:off x="403685" y="3351435"/>
              <a:ext cx="344976" cy="344976"/>
              <a:chOff x="-83525" y="4333650"/>
              <a:chExt cx="539700" cy="539700"/>
            </a:xfrm>
          </p:grpSpPr>
          <p:sp>
            <p:nvSpPr>
              <p:cNvPr id="495" name="Google Shape;495;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7" name="Google Shape;497;p18"/>
            <p:cNvGrpSpPr/>
            <p:nvPr/>
          </p:nvGrpSpPr>
          <p:grpSpPr>
            <a:xfrm>
              <a:off x="910235" y="669360"/>
              <a:ext cx="344976" cy="344976"/>
              <a:chOff x="-83525" y="4333650"/>
              <a:chExt cx="539700" cy="539700"/>
            </a:xfrm>
          </p:grpSpPr>
          <p:sp>
            <p:nvSpPr>
              <p:cNvPr id="498" name="Google Shape;498;p1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1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00" name="Google Shape;500;p18"/>
          <p:cNvSpPr txBox="1"/>
          <p:nvPr>
            <p:ph type="title"/>
          </p:nvPr>
        </p:nvSpPr>
        <p:spPr>
          <a:xfrm>
            <a:off x="3221500" y="1872900"/>
            <a:ext cx="52689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3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01" name="Google Shape;501;p18"/>
          <p:cNvSpPr txBox="1"/>
          <p:nvPr>
            <p:ph idx="2" type="title"/>
          </p:nvPr>
        </p:nvSpPr>
        <p:spPr>
          <a:xfrm>
            <a:off x="1172013" y="192150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02" name="Google Shape;502;p18"/>
          <p:cNvSpPr txBox="1"/>
          <p:nvPr>
            <p:ph idx="1" type="subTitle"/>
          </p:nvPr>
        </p:nvSpPr>
        <p:spPr>
          <a:xfrm rot="462">
            <a:off x="3221487" y="2639862"/>
            <a:ext cx="2233200" cy="6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503" name="Shape 503"/>
        <p:cNvGrpSpPr/>
        <p:nvPr/>
      </p:nvGrpSpPr>
      <p:grpSpPr>
        <a:xfrm>
          <a:off x="0" y="0"/>
          <a:ext cx="0" cy="0"/>
          <a:chOff x="0" y="0"/>
          <a:chExt cx="0" cy="0"/>
        </a:xfrm>
      </p:grpSpPr>
      <p:grpSp>
        <p:nvGrpSpPr>
          <p:cNvPr id="504" name="Google Shape;504;p19"/>
          <p:cNvGrpSpPr/>
          <p:nvPr/>
        </p:nvGrpSpPr>
        <p:grpSpPr>
          <a:xfrm flipH="1" rot="10800000">
            <a:off x="0" y="0"/>
            <a:ext cx="9144000" cy="5143500"/>
            <a:chOff x="0" y="0"/>
            <a:chExt cx="9144000" cy="5143500"/>
          </a:xfrm>
        </p:grpSpPr>
        <p:sp>
          <p:nvSpPr>
            <p:cNvPr id="505" name="Google Shape;505;p19"/>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9"/>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7" name="Google Shape;507;p19"/>
          <p:cNvGrpSpPr/>
          <p:nvPr/>
        </p:nvGrpSpPr>
        <p:grpSpPr>
          <a:xfrm>
            <a:off x="-43650" y="-89675"/>
            <a:ext cx="9262500" cy="5307900"/>
            <a:chOff x="-43650" y="-89675"/>
            <a:chExt cx="9262500" cy="5307900"/>
          </a:xfrm>
        </p:grpSpPr>
        <p:cxnSp>
          <p:nvCxnSpPr>
            <p:cNvPr id="508" name="Google Shape;508;p19"/>
            <p:cNvCxnSpPr/>
            <p:nvPr/>
          </p:nvCxnSpPr>
          <p:spPr>
            <a:xfrm flipH="1">
              <a:off x="7908875" y="-89675"/>
              <a:ext cx="910800" cy="5307900"/>
            </a:xfrm>
            <a:prstGeom prst="straightConnector1">
              <a:avLst/>
            </a:prstGeom>
            <a:noFill/>
            <a:ln cap="rnd" cmpd="sng" w="9525">
              <a:solidFill>
                <a:schemeClr val="accent4"/>
              </a:solidFill>
              <a:prstDash val="solid"/>
              <a:round/>
              <a:headEnd len="sm" w="sm" type="none"/>
              <a:tailEnd len="sm" w="sm" type="none"/>
            </a:ln>
          </p:spPr>
        </p:cxnSp>
        <p:cxnSp>
          <p:nvCxnSpPr>
            <p:cNvPr id="509" name="Google Shape;509;p19"/>
            <p:cNvCxnSpPr/>
            <p:nvPr/>
          </p:nvCxnSpPr>
          <p:spPr>
            <a:xfrm>
              <a:off x="-43650" y="3621550"/>
              <a:ext cx="9262500" cy="1135200"/>
            </a:xfrm>
            <a:prstGeom prst="straightConnector1">
              <a:avLst/>
            </a:prstGeom>
            <a:noFill/>
            <a:ln cap="rnd" cmpd="sng" w="9525">
              <a:solidFill>
                <a:schemeClr val="accent4"/>
              </a:solidFill>
              <a:prstDash val="solid"/>
              <a:round/>
              <a:headEnd len="sm" w="sm" type="none"/>
              <a:tailEnd len="sm" w="sm" type="none"/>
            </a:ln>
          </p:spPr>
        </p:cxnSp>
        <p:cxnSp>
          <p:nvCxnSpPr>
            <p:cNvPr id="510" name="Google Shape;510;p19"/>
            <p:cNvCxnSpPr/>
            <p:nvPr/>
          </p:nvCxnSpPr>
          <p:spPr>
            <a:xfrm>
              <a:off x="-21400" y="1263825"/>
              <a:ext cx="1989600" cy="3948300"/>
            </a:xfrm>
            <a:prstGeom prst="straightConnector1">
              <a:avLst/>
            </a:prstGeom>
            <a:noFill/>
            <a:ln cap="rnd" cmpd="sng" w="9525">
              <a:solidFill>
                <a:schemeClr val="accent4"/>
              </a:solidFill>
              <a:prstDash val="solid"/>
              <a:round/>
              <a:headEnd len="sm" w="sm" type="none"/>
              <a:tailEnd len="sm" w="sm" type="none"/>
            </a:ln>
          </p:spPr>
        </p:cxnSp>
        <p:cxnSp>
          <p:nvCxnSpPr>
            <p:cNvPr id="511" name="Google Shape;511;p19"/>
            <p:cNvCxnSpPr/>
            <p:nvPr/>
          </p:nvCxnSpPr>
          <p:spPr>
            <a:xfrm flipH="1" rot="10800000">
              <a:off x="-33875" y="-70975"/>
              <a:ext cx="2732100" cy="2987700"/>
            </a:xfrm>
            <a:prstGeom prst="straightConnector1">
              <a:avLst/>
            </a:prstGeom>
            <a:noFill/>
            <a:ln cap="rnd" cmpd="sng" w="9525">
              <a:solidFill>
                <a:schemeClr val="accent4"/>
              </a:solidFill>
              <a:prstDash val="solid"/>
              <a:round/>
              <a:headEnd len="sm" w="sm" type="none"/>
              <a:tailEnd len="sm" w="sm" type="none"/>
            </a:ln>
          </p:spPr>
        </p:cxnSp>
        <p:cxnSp>
          <p:nvCxnSpPr>
            <p:cNvPr id="512" name="Google Shape;512;p19"/>
            <p:cNvCxnSpPr/>
            <p:nvPr/>
          </p:nvCxnSpPr>
          <p:spPr>
            <a:xfrm>
              <a:off x="7251400" y="-64725"/>
              <a:ext cx="1952400" cy="2077200"/>
            </a:xfrm>
            <a:prstGeom prst="straightConnector1">
              <a:avLst/>
            </a:prstGeom>
            <a:noFill/>
            <a:ln cap="rnd" cmpd="sng" w="9525">
              <a:solidFill>
                <a:schemeClr val="accent4"/>
              </a:solidFill>
              <a:prstDash val="solid"/>
              <a:round/>
              <a:headEnd len="sm" w="sm" type="none"/>
              <a:tailEnd len="sm" w="sm" type="none"/>
            </a:ln>
          </p:spPr>
        </p:cxnSp>
        <p:grpSp>
          <p:nvGrpSpPr>
            <p:cNvPr id="513" name="Google Shape;513;p19"/>
            <p:cNvGrpSpPr/>
            <p:nvPr/>
          </p:nvGrpSpPr>
          <p:grpSpPr>
            <a:xfrm>
              <a:off x="8337077" y="1118748"/>
              <a:ext cx="482600" cy="482600"/>
              <a:chOff x="-83525" y="4333650"/>
              <a:chExt cx="539700" cy="539700"/>
            </a:xfrm>
          </p:grpSpPr>
          <p:sp>
            <p:nvSpPr>
              <p:cNvPr id="514" name="Google Shape;514;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6" name="Google Shape;516;p19"/>
            <p:cNvGrpSpPr/>
            <p:nvPr/>
          </p:nvGrpSpPr>
          <p:grpSpPr>
            <a:xfrm>
              <a:off x="8668547" y="2101235"/>
              <a:ext cx="344976" cy="344976"/>
              <a:chOff x="-83525" y="4333650"/>
              <a:chExt cx="539700" cy="539700"/>
            </a:xfrm>
          </p:grpSpPr>
          <p:sp>
            <p:nvSpPr>
              <p:cNvPr id="517" name="Google Shape;517;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19"/>
            <p:cNvGrpSpPr/>
            <p:nvPr/>
          </p:nvGrpSpPr>
          <p:grpSpPr>
            <a:xfrm>
              <a:off x="916890" y="3446705"/>
              <a:ext cx="666476" cy="666476"/>
              <a:chOff x="-83525" y="4333650"/>
              <a:chExt cx="539700" cy="539700"/>
            </a:xfrm>
          </p:grpSpPr>
          <p:sp>
            <p:nvSpPr>
              <p:cNvPr id="520" name="Google Shape;520;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2" name="Google Shape;522;p19"/>
            <p:cNvGrpSpPr/>
            <p:nvPr/>
          </p:nvGrpSpPr>
          <p:grpSpPr>
            <a:xfrm>
              <a:off x="7832747" y="4411785"/>
              <a:ext cx="344976" cy="344976"/>
              <a:chOff x="-83525" y="4333650"/>
              <a:chExt cx="539700" cy="539700"/>
            </a:xfrm>
          </p:grpSpPr>
          <p:sp>
            <p:nvSpPr>
              <p:cNvPr id="523" name="Google Shape;523;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5" name="Google Shape;525;p19"/>
            <p:cNvGrpSpPr/>
            <p:nvPr/>
          </p:nvGrpSpPr>
          <p:grpSpPr>
            <a:xfrm>
              <a:off x="7078022" y="4016673"/>
              <a:ext cx="344976" cy="344976"/>
              <a:chOff x="-83525" y="4333650"/>
              <a:chExt cx="539700" cy="539700"/>
            </a:xfrm>
          </p:grpSpPr>
          <p:sp>
            <p:nvSpPr>
              <p:cNvPr id="526" name="Google Shape;526;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8" name="Google Shape;528;p19"/>
            <p:cNvGrpSpPr/>
            <p:nvPr/>
          </p:nvGrpSpPr>
          <p:grpSpPr>
            <a:xfrm>
              <a:off x="335397" y="2164173"/>
              <a:ext cx="344976" cy="344976"/>
              <a:chOff x="-83525" y="4333650"/>
              <a:chExt cx="539700" cy="539700"/>
            </a:xfrm>
          </p:grpSpPr>
          <p:sp>
            <p:nvSpPr>
              <p:cNvPr id="529" name="Google Shape;529;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p19"/>
            <p:cNvGrpSpPr/>
            <p:nvPr/>
          </p:nvGrpSpPr>
          <p:grpSpPr>
            <a:xfrm>
              <a:off x="771997" y="801385"/>
              <a:ext cx="344976" cy="344976"/>
              <a:chOff x="-83525" y="4333650"/>
              <a:chExt cx="539700" cy="539700"/>
            </a:xfrm>
          </p:grpSpPr>
          <p:sp>
            <p:nvSpPr>
              <p:cNvPr id="532" name="Google Shape;532;p1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34" name="Google Shape;534;p19"/>
          <p:cNvSpPr txBox="1"/>
          <p:nvPr>
            <p:ph type="title"/>
          </p:nvPr>
        </p:nvSpPr>
        <p:spPr>
          <a:xfrm>
            <a:off x="1539575" y="1840150"/>
            <a:ext cx="39714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3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535" name="Google Shape;535;p19"/>
          <p:cNvSpPr txBox="1"/>
          <p:nvPr>
            <p:ph idx="2" type="title"/>
          </p:nvPr>
        </p:nvSpPr>
        <p:spPr>
          <a:xfrm>
            <a:off x="5987400" y="1888750"/>
            <a:ext cx="1550100" cy="1300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36" name="Google Shape;536;p19"/>
          <p:cNvSpPr txBox="1"/>
          <p:nvPr>
            <p:ph idx="1" type="subTitle"/>
          </p:nvPr>
        </p:nvSpPr>
        <p:spPr>
          <a:xfrm rot="462">
            <a:off x="3277675" y="2607112"/>
            <a:ext cx="2233200" cy="630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37" name="Shape 537"/>
        <p:cNvGrpSpPr/>
        <p:nvPr/>
      </p:nvGrpSpPr>
      <p:grpSpPr>
        <a:xfrm>
          <a:off x="0" y="0"/>
          <a:ext cx="0" cy="0"/>
          <a:chOff x="0" y="0"/>
          <a:chExt cx="0" cy="0"/>
        </a:xfrm>
      </p:grpSpPr>
      <p:grpSp>
        <p:nvGrpSpPr>
          <p:cNvPr id="538" name="Google Shape;538;p20"/>
          <p:cNvGrpSpPr/>
          <p:nvPr/>
        </p:nvGrpSpPr>
        <p:grpSpPr>
          <a:xfrm>
            <a:off x="0" y="0"/>
            <a:ext cx="9144000" cy="5143500"/>
            <a:chOff x="0" y="0"/>
            <a:chExt cx="9144000" cy="5143500"/>
          </a:xfrm>
        </p:grpSpPr>
        <p:sp>
          <p:nvSpPr>
            <p:cNvPr id="539" name="Google Shape;539;p2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1" name="Google Shape;541;p20"/>
          <p:cNvGrpSpPr/>
          <p:nvPr/>
        </p:nvGrpSpPr>
        <p:grpSpPr>
          <a:xfrm>
            <a:off x="-38625" y="-86000"/>
            <a:ext cx="9277700" cy="5409180"/>
            <a:chOff x="-38625" y="-86000"/>
            <a:chExt cx="9277700" cy="5409180"/>
          </a:xfrm>
        </p:grpSpPr>
        <p:cxnSp>
          <p:nvCxnSpPr>
            <p:cNvPr id="542" name="Google Shape;542;p20"/>
            <p:cNvCxnSpPr/>
            <p:nvPr/>
          </p:nvCxnSpPr>
          <p:spPr>
            <a:xfrm>
              <a:off x="7441175" y="-66725"/>
              <a:ext cx="1747500" cy="1473900"/>
            </a:xfrm>
            <a:prstGeom prst="straightConnector1">
              <a:avLst/>
            </a:prstGeom>
            <a:noFill/>
            <a:ln cap="rnd" cmpd="sng" w="9525">
              <a:solidFill>
                <a:schemeClr val="accent4"/>
              </a:solidFill>
              <a:prstDash val="solid"/>
              <a:round/>
              <a:headEnd len="sm" w="sm" type="none"/>
              <a:tailEnd len="sm" w="sm" type="none"/>
            </a:ln>
          </p:spPr>
        </p:cxnSp>
        <p:cxnSp>
          <p:nvCxnSpPr>
            <p:cNvPr id="543" name="Google Shape;543;p20"/>
            <p:cNvCxnSpPr/>
            <p:nvPr/>
          </p:nvCxnSpPr>
          <p:spPr>
            <a:xfrm>
              <a:off x="7143150" y="4924000"/>
              <a:ext cx="2054400" cy="78900"/>
            </a:xfrm>
            <a:prstGeom prst="straightConnector1">
              <a:avLst/>
            </a:prstGeom>
            <a:noFill/>
            <a:ln cap="rnd" cmpd="sng" w="9525">
              <a:solidFill>
                <a:schemeClr val="accent4"/>
              </a:solidFill>
              <a:prstDash val="solid"/>
              <a:round/>
              <a:headEnd len="sm" w="sm" type="none"/>
              <a:tailEnd len="sm" w="sm" type="none"/>
            </a:ln>
          </p:spPr>
        </p:cxnSp>
        <p:cxnSp>
          <p:nvCxnSpPr>
            <p:cNvPr id="544" name="Google Shape;544;p20"/>
            <p:cNvCxnSpPr/>
            <p:nvPr/>
          </p:nvCxnSpPr>
          <p:spPr>
            <a:xfrm flipH="1">
              <a:off x="8911300" y="-73150"/>
              <a:ext cx="32100" cy="1516500"/>
            </a:xfrm>
            <a:prstGeom prst="straightConnector1">
              <a:avLst/>
            </a:prstGeom>
            <a:noFill/>
            <a:ln cap="rnd" cmpd="sng" w="9525">
              <a:solidFill>
                <a:schemeClr val="accent4"/>
              </a:solidFill>
              <a:prstDash val="solid"/>
              <a:round/>
              <a:headEnd len="sm" w="sm" type="none"/>
              <a:tailEnd len="sm" w="sm" type="none"/>
            </a:ln>
          </p:spPr>
        </p:cxnSp>
        <p:cxnSp>
          <p:nvCxnSpPr>
            <p:cNvPr id="545" name="Google Shape;545;p20"/>
            <p:cNvCxnSpPr/>
            <p:nvPr/>
          </p:nvCxnSpPr>
          <p:spPr>
            <a:xfrm>
              <a:off x="7420475" y="241725"/>
              <a:ext cx="1818600" cy="533400"/>
            </a:xfrm>
            <a:prstGeom prst="straightConnector1">
              <a:avLst/>
            </a:prstGeom>
            <a:noFill/>
            <a:ln cap="rnd" cmpd="sng" w="9525">
              <a:solidFill>
                <a:schemeClr val="accent4"/>
              </a:solidFill>
              <a:prstDash val="solid"/>
              <a:round/>
              <a:headEnd len="sm" w="sm" type="none"/>
              <a:tailEnd len="sm" w="sm" type="none"/>
            </a:ln>
          </p:spPr>
        </p:cxnSp>
        <p:cxnSp>
          <p:nvCxnSpPr>
            <p:cNvPr id="546" name="Google Shape;546;p20"/>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547" name="Google Shape;547;p20"/>
            <p:cNvCxnSpPr/>
            <p:nvPr/>
          </p:nvCxnSpPr>
          <p:spPr>
            <a:xfrm>
              <a:off x="-28475" y="4707700"/>
              <a:ext cx="1767000" cy="507600"/>
            </a:xfrm>
            <a:prstGeom prst="straightConnector1">
              <a:avLst/>
            </a:prstGeom>
            <a:noFill/>
            <a:ln cap="rnd" cmpd="sng" w="9525">
              <a:solidFill>
                <a:schemeClr val="accent4"/>
              </a:solidFill>
              <a:prstDash val="solid"/>
              <a:round/>
              <a:headEnd len="sm" w="sm" type="none"/>
              <a:tailEnd len="sm" w="sm" type="none"/>
            </a:ln>
          </p:spPr>
        </p:cxnSp>
        <p:grpSp>
          <p:nvGrpSpPr>
            <p:cNvPr id="548" name="Google Shape;548;p20"/>
            <p:cNvGrpSpPr/>
            <p:nvPr/>
          </p:nvGrpSpPr>
          <p:grpSpPr>
            <a:xfrm>
              <a:off x="8673562" y="431300"/>
              <a:ext cx="507588" cy="507588"/>
              <a:chOff x="-83525" y="4333650"/>
              <a:chExt cx="539700" cy="539700"/>
            </a:xfrm>
          </p:grpSpPr>
          <p:sp>
            <p:nvSpPr>
              <p:cNvPr id="549" name="Google Shape;549;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p20"/>
            <p:cNvGrpSpPr/>
            <p:nvPr/>
          </p:nvGrpSpPr>
          <p:grpSpPr>
            <a:xfrm>
              <a:off x="7364046" y="-29918"/>
              <a:ext cx="723360" cy="723360"/>
              <a:chOff x="-83525" y="4333650"/>
              <a:chExt cx="539700" cy="539700"/>
            </a:xfrm>
          </p:grpSpPr>
          <p:sp>
            <p:nvSpPr>
              <p:cNvPr id="552" name="Google Shape;552;p2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4" name="Google Shape;554;p20"/>
            <p:cNvGrpSpPr/>
            <p:nvPr/>
          </p:nvGrpSpPr>
          <p:grpSpPr>
            <a:xfrm>
              <a:off x="206291" y="1036783"/>
              <a:ext cx="389178" cy="389178"/>
              <a:chOff x="-83525" y="4333650"/>
              <a:chExt cx="539700" cy="539700"/>
            </a:xfrm>
          </p:grpSpPr>
          <p:sp>
            <p:nvSpPr>
              <p:cNvPr id="555" name="Google Shape;555;p20"/>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7" name="Google Shape;557;p20"/>
            <p:cNvGrpSpPr/>
            <p:nvPr/>
          </p:nvGrpSpPr>
          <p:grpSpPr>
            <a:xfrm>
              <a:off x="1009541" y="107783"/>
              <a:ext cx="389178" cy="389178"/>
              <a:chOff x="-83525" y="4333650"/>
              <a:chExt cx="539700" cy="539700"/>
            </a:xfrm>
          </p:grpSpPr>
          <p:sp>
            <p:nvSpPr>
              <p:cNvPr id="558" name="Google Shape;558;p20"/>
              <p:cNvSpPr/>
              <p:nvPr/>
            </p:nvSpPr>
            <p:spPr>
              <a:xfrm>
                <a:off x="-83525" y="4333650"/>
                <a:ext cx="539700" cy="539700"/>
              </a:xfrm>
              <a:prstGeom prst="ellipse">
                <a:avLst/>
              </a:prstGeom>
              <a:gradFill>
                <a:gsLst>
                  <a:gs pos="0">
                    <a:schemeClr val="dk1"/>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0" name="Google Shape;560;p20"/>
            <p:cNvGrpSpPr/>
            <p:nvPr/>
          </p:nvGrpSpPr>
          <p:grpSpPr>
            <a:xfrm>
              <a:off x="7441171" y="4599820"/>
              <a:ext cx="723360" cy="723360"/>
              <a:chOff x="617531" y="4467715"/>
              <a:chExt cx="539700" cy="539700"/>
            </a:xfrm>
          </p:grpSpPr>
          <p:sp>
            <p:nvSpPr>
              <p:cNvPr id="561" name="Google Shape;561;p20"/>
              <p:cNvSpPr/>
              <p:nvPr/>
            </p:nvSpPr>
            <p:spPr>
              <a:xfrm>
                <a:off x="617531" y="4467715"/>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0"/>
              <p:cNvSpPr/>
              <p:nvPr/>
            </p:nvSpPr>
            <p:spPr>
              <a:xfrm>
                <a:off x="726656" y="4576765"/>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63" name="Google Shape;563;p20"/>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564" name="Shape 564"/>
        <p:cNvGrpSpPr/>
        <p:nvPr/>
      </p:nvGrpSpPr>
      <p:grpSpPr>
        <a:xfrm>
          <a:off x="0" y="0"/>
          <a:ext cx="0" cy="0"/>
          <a:chOff x="0" y="0"/>
          <a:chExt cx="0" cy="0"/>
        </a:xfrm>
      </p:grpSpPr>
      <p:grpSp>
        <p:nvGrpSpPr>
          <p:cNvPr id="565" name="Google Shape;565;p21"/>
          <p:cNvGrpSpPr/>
          <p:nvPr/>
        </p:nvGrpSpPr>
        <p:grpSpPr>
          <a:xfrm>
            <a:off x="0" y="0"/>
            <a:ext cx="9144000" cy="5143500"/>
            <a:chOff x="0" y="0"/>
            <a:chExt cx="9144000" cy="5143500"/>
          </a:xfrm>
        </p:grpSpPr>
        <p:sp>
          <p:nvSpPr>
            <p:cNvPr id="566" name="Google Shape;566;p2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8" name="Google Shape;568;p21"/>
          <p:cNvGrpSpPr/>
          <p:nvPr/>
        </p:nvGrpSpPr>
        <p:grpSpPr>
          <a:xfrm>
            <a:off x="-49850" y="-102075"/>
            <a:ext cx="9227925" cy="5291725"/>
            <a:chOff x="-49850" y="-102075"/>
            <a:chExt cx="9227925" cy="5291725"/>
          </a:xfrm>
        </p:grpSpPr>
        <p:cxnSp>
          <p:nvCxnSpPr>
            <p:cNvPr id="569" name="Google Shape;569;p21"/>
            <p:cNvCxnSpPr/>
            <p:nvPr/>
          </p:nvCxnSpPr>
          <p:spPr>
            <a:xfrm flipH="1" rot="10800000">
              <a:off x="7254825" y="4167775"/>
              <a:ext cx="1921200" cy="1002600"/>
            </a:xfrm>
            <a:prstGeom prst="straightConnector1">
              <a:avLst/>
            </a:prstGeom>
            <a:noFill/>
            <a:ln cap="rnd" cmpd="sng" w="9525">
              <a:solidFill>
                <a:schemeClr val="accent4"/>
              </a:solidFill>
              <a:prstDash val="solid"/>
              <a:round/>
              <a:headEnd len="sm" w="sm" type="none"/>
              <a:tailEnd len="sm" w="sm" type="none"/>
            </a:ln>
          </p:spPr>
        </p:cxnSp>
        <p:cxnSp>
          <p:nvCxnSpPr>
            <p:cNvPr id="570" name="Google Shape;570;p21"/>
            <p:cNvCxnSpPr/>
            <p:nvPr/>
          </p:nvCxnSpPr>
          <p:spPr>
            <a:xfrm rot="10800000">
              <a:off x="-6475" y="3339075"/>
              <a:ext cx="1098900" cy="1812000"/>
            </a:xfrm>
            <a:prstGeom prst="straightConnector1">
              <a:avLst/>
            </a:prstGeom>
            <a:noFill/>
            <a:ln cap="rnd" cmpd="sng" w="9525">
              <a:solidFill>
                <a:schemeClr val="accent4"/>
              </a:solidFill>
              <a:prstDash val="solid"/>
              <a:round/>
              <a:headEnd len="sm" w="sm" type="none"/>
              <a:tailEnd len="sm" w="sm" type="none"/>
            </a:ln>
          </p:spPr>
        </p:cxnSp>
        <p:cxnSp>
          <p:nvCxnSpPr>
            <p:cNvPr id="571" name="Google Shape;571;p21"/>
            <p:cNvCxnSpPr/>
            <p:nvPr/>
          </p:nvCxnSpPr>
          <p:spPr>
            <a:xfrm rot="10800000">
              <a:off x="-12750" y="1623250"/>
              <a:ext cx="552600" cy="3566400"/>
            </a:xfrm>
            <a:prstGeom prst="straightConnector1">
              <a:avLst/>
            </a:prstGeom>
            <a:noFill/>
            <a:ln cap="rnd" cmpd="sng" w="9525">
              <a:solidFill>
                <a:schemeClr val="accent4"/>
              </a:solidFill>
              <a:prstDash val="solid"/>
              <a:round/>
              <a:headEnd len="sm" w="sm" type="none"/>
              <a:tailEnd len="sm" w="sm" type="none"/>
            </a:ln>
          </p:spPr>
        </p:cxnSp>
        <p:cxnSp>
          <p:nvCxnSpPr>
            <p:cNvPr id="572" name="Google Shape;572;p21"/>
            <p:cNvCxnSpPr/>
            <p:nvPr/>
          </p:nvCxnSpPr>
          <p:spPr>
            <a:xfrm>
              <a:off x="8604325" y="-92425"/>
              <a:ext cx="552600" cy="2628300"/>
            </a:xfrm>
            <a:prstGeom prst="straightConnector1">
              <a:avLst/>
            </a:prstGeom>
            <a:noFill/>
            <a:ln cap="rnd" cmpd="sng" w="9525">
              <a:solidFill>
                <a:schemeClr val="accent4"/>
              </a:solidFill>
              <a:prstDash val="solid"/>
              <a:round/>
              <a:headEnd len="sm" w="sm" type="none"/>
              <a:tailEnd len="sm" w="sm" type="none"/>
            </a:ln>
          </p:spPr>
        </p:cxnSp>
        <p:grpSp>
          <p:nvGrpSpPr>
            <p:cNvPr id="573" name="Google Shape;573;p21"/>
            <p:cNvGrpSpPr/>
            <p:nvPr/>
          </p:nvGrpSpPr>
          <p:grpSpPr>
            <a:xfrm flipH="1" rot="10800000">
              <a:off x="120119" y="3681259"/>
              <a:ext cx="419725" cy="419725"/>
              <a:chOff x="-83525" y="4333650"/>
              <a:chExt cx="539700" cy="539700"/>
            </a:xfrm>
          </p:grpSpPr>
          <p:sp>
            <p:nvSpPr>
              <p:cNvPr id="574" name="Google Shape;574;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6" name="Google Shape;576;p21"/>
            <p:cNvGrpSpPr/>
            <p:nvPr/>
          </p:nvGrpSpPr>
          <p:grpSpPr>
            <a:xfrm flipH="1" rot="10800000">
              <a:off x="8126742" y="4257592"/>
              <a:ext cx="599661" cy="599607"/>
              <a:chOff x="-83525" y="4333650"/>
              <a:chExt cx="539700" cy="539700"/>
            </a:xfrm>
          </p:grpSpPr>
          <p:sp>
            <p:nvSpPr>
              <p:cNvPr id="577" name="Google Shape;577;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9" name="Google Shape;579;p21"/>
            <p:cNvGrpSpPr/>
            <p:nvPr/>
          </p:nvGrpSpPr>
          <p:grpSpPr>
            <a:xfrm flipH="1" rot="10800000">
              <a:off x="8756294" y="1412909"/>
              <a:ext cx="419725" cy="419725"/>
              <a:chOff x="-83525" y="4333650"/>
              <a:chExt cx="539700" cy="539700"/>
            </a:xfrm>
          </p:grpSpPr>
          <p:sp>
            <p:nvSpPr>
              <p:cNvPr id="580" name="Google Shape;580;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82" name="Google Shape;582;p21"/>
            <p:cNvCxnSpPr/>
            <p:nvPr/>
          </p:nvCxnSpPr>
          <p:spPr>
            <a:xfrm flipH="1" rot="10800000">
              <a:off x="-49850" y="-102075"/>
              <a:ext cx="4440900" cy="1216200"/>
            </a:xfrm>
            <a:prstGeom prst="straightConnector1">
              <a:avLst/>
            </a:prstGeom>
            <a:noFill/>
            <a:ln cap="rnd" cmpd="sng" w="9525">
              <a:solidFill>
                <a:schemeClr val="accent4"/>
              </a:solidFill>
              <a:prstDash val="solid"/>
              <a:round/>
              <a:headEnd len="sm" w="sm" type="none"/>
              <a:tailEnd len="sm" w="sm" type="none"/>
            </a:ln>
          </p:spPr>
        </p:cxnSp>
        <p:cxnSp>
          <p:nvCxnSpPr>
            <p:cNvPr id="583" name="Google Shape;583;p21"/>
            <p:cNvCxnSpPr/>
            <p:nvPr/>
          </p:nvCxnSpPr>
          <p:spPr>
            <a:xfrm>
              <a:off x="3015475" y="-58500"/>
              <a:ext cx="6162600" cy="848400"/>
            </a:xfrm>
            <a:prstGeom prst="straightConnector1">
              <a:avLst/>
            </a:prstGeom>
            <a:noFill/>
            <a:ln cap="rnd" cmpd="sng" w="9525">
              <a:solidFill>
                <a:schemeClr val="accent4"/>
              </a:solidFill>
              <a:prstDash val="solid"/>
              <a:round/>
              <a:headEnd len="sm" w="sm" type="none"/>
              <a:tailEnd len="sm" w="sm" type="none"/>
            </a:ln>
          </p:spPr>
        </p:cxnSp>
        <p:grpSp>
          <p:nvGrpSpPr>
            <p:cNvPr id="584" name="Google Shape;584;p21"/>
            <p:cNvGrpSpPr/>
            <p:nvPr/>
          </p:nvGrpSpPr>
          <p:grpSpPr>
            <a:xfrm flipH="1" rot="10800000">
              <a:off x="218656" y="394747"/>
              <a:ext cx="1002709" cy="1002601"/>
              <a:chOff x="-83525" y="4333650"/>
              <a:chExt cx="539700" cy="539700"/>
            </a:xfrm>
          </p:grpSpPr>
          <p:sp>
            <p:nvSpPr>
              <p:cNvPr id="585" name="Google Shape;585;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7" name="Google Shape;587;p21"/>
            <p:cNvGrpSpPr/>
            <p:nvPr/>
          </p:nvGrpSpPr>
          <p:grpSpPr>
            <a:xfrm flipH="1" rot="10800000">
              <a:off x="807194" y="84334"/>
              <a:ext cx="419725" cy="419725"/>
              <a:chOff x="-83525" y="4333650"/>
              <a:chExt cx="539700" cy="539700"/>
            </a:xfrm>
          </p:grpSpPr>
          <p:sp>
            <p:nvSpPr>
              <p:cNvPr id="588" name="Google Shape;588;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0" name="Google Shape;590;p21"/>
            <p:cNvGrpSpPr/>
            <p:nvPr/>
          </p:nvGrpSpPr>
          <p:grpSpPr>
            <a:xfrm flipH="1" rot="10800000">
              <a:off x="4275169" y="330146"/>
              <a:ext cx="419725" cy="419725"/>
              <a:chOff x="-83525" y="4333650"/>
              <a:chExt cx="539700" cy="539700"/>
            </a:xfrm>
          </p:grpSpPr>
          <p:sp>
            <p:nvSpPr>
              <p:cNvPr id="591" name="Google Shape;591;p2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93" name="Google Shape;593;p21"/>
          <p:cNvSpPr txBox="1"/>
          <p:nvPr>
            <p:ph idx="1" type="subTitle"/>
          </p:nvPr>
        </p:nvSpPr>
        <p:spPr>
          <a:xfrm>
            <a:off x="5025625" y="3064425"/>
            <a:ext cx="2891400" cy="105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594" name="Google Shape;594;p21"/>
          <p:cNvSpPr txBox="1"/>
          <p:nvPr>
            <p:ph type="title"/>
          </p:nvPr>
        </p:nvSpPr>
        <p:spPr>
          <a:xfrm>
            <a:off x="5025674" y="1026975"/>
            <a:ext cx="2891400" cy="206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100"/>
              <a:buNone/>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
    <p:spTree>
      <p:nvGrpSpPr>
        <p:cNvPr id="595" name="Shape 595"/>
        <p:cNvGrpSpPr/>
        <p:nvPr/>
      </p:nvGrpSpPr>
      <p:grpSpPr>
        <a:xfrm>
          <a:off x="0" y="0"/>
          <a:ext cx="0" cy="0"/>
          <a:chOff x="0" y="0"/>
          <a:chExt cx="0" cy="0"/>
        </a:xfrm>
      </p:grpSpPr>
      <p:grpSp>
        <p:nvGrpSpPr>
          <p:cNvPr id="596" name="Google Shape;596;p22"/>
          <p:cNvGrpSpPr/>
          <p:nvPr/>
        </p:nvGrpSpPr>
        <p:grpSpPr>
          <a:xfrm>
            <a:off x="0" y="0"/>
            <a:ext cx="9144000" cy="5143500"/>
            <a:chOff x="0" y="0"/>
            <a:chExt cx="9144000" cy="5143500"/>
          </a:xfrm>
        </p:grpSpPr>
        <p:sp>
          <p:nvSpPr>
            <p:cNvPr id="597" name="Google Shape;597;p2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9" name="Google Shape;599;p22"/>
          <p:cNvGrpSpPr/>
          <p:nvPr/>
        </p:nvGrpSpPr>
        <p:grpSpPr>
          <a:xfrm>
            <a:off x="-12825" y="-92425"/>
            <a:ext cx="9277475" cy="5348950"/>
            <a:chOff x="-12825" y="-92425"/>
            <a:chExt cx="9277475" cy="5348950"/>
          </a:xfrm>
        </p:grpSpPr>
        <p:cxnSp>
          <p:nvCxnSpPr>
            <p:cNvPr id="600" name="Google Shape;600;p22"/>
            <p:cNvCxnSpPr/>
            <p:nvPr/>
          </p:nvCxnSpPr>
          <p:spPr>
            <a:xfrm>
              <a:off x="8573550" y="-24325"/>
              <a:ext cx="588600" cy="3658800"/>
            </a:xfrm>
            <a:prstGeom prst="straightConnector1">
              <a:avLst/>
            </a:prstGeom>
            <a:noFill/>
            <a:ln cap="rnd" cmpd="sng" w="9525">
              <a:solidFill>
                <a:schemeClr val="accent4"/>
              </a:solidFill>
              <a:prstDash val="solid"/>
              <a:round/>
              <a:headEnd len="sm" w="sm" type="none"/>
              <a:tailEnd len="sm" w="sm" type="none"/>
            </a:ln>
          </p:spPr>
        </p:cxnSp>
        <p:cxnSp>
          <p:nvCxnSpPr>
            <p:cNvPr id="601" name="Google Shape;601;p22"/>
            <p:cNvCxnSpPr/>
            <p:nvPr/>
          </p:nvCxnSpPr>
          <p:spPr>
            <a:xfrm flipH="1">
              <a:off x="8705550" y="-53850"/>
              <a:ext cx="25800" cy="5289300"/>
            </a:xfrm>
            <a:prstGeom prst="straightConnector1">
              <a:avLst/>
            </a:prstGeom>
            <a:noFill/>
            <a:ln cap="rnd" cmpd="sng" w="9525">
              <a:solidFill>
                <a:schemeClr val="accent4"/>
              </a:solidFill>
              <a:prstDash val="solid"/>
              <a:round/>
              <a:headEnd len="sm" w="sm" type="none"/>
              <a:tailEnd len="sm" w="sm" type="none"/>
            </a:ln>
          </p:spPr>
        </p:cxnSp>
        <p:cxnSp>
          <p:nvCxnSpPr>
            <p:cNvPr id="602" name="Google Shape;602;p22"/>
            <p:cNvCxnSpPr/>
            <p:nvPr/>
          </p:nvCxnSpPr>
          <p:spPr>
            <a:xfrm flipH="1" rot="10800000">
              <a:off x="3442850" y="4604900"/>
              <a:ext cx="5821800" cy="552600"/>
            </a:xfrm>
            <a:prstGeom prst="straightConnector1">
              <a:avLst/>
            </a:prstGeom>
            <a:noFill/>
            <a:ln cap="rnd" cmpd="sng" w="9525">
              <a:solidFill>
                <a:schemeClr val="accent4"/>
              </a:solidFill>
              <a:prstDash val="solid"/>
              <a:round/>
              <a:headEnd len="sm" w="sm" type="none"/>
              <a:tailEnd len="sm" w="sm" type="none"/>
            </a:ln>
          </p:spPr>
        </p:cxnSp>
        <p:cxnSp>
          <p:nvCxnSpPr>
            <p:cNvPr id="603" name="Google Shape;603;p22"/>
            <p:cNvCxnSpPr/>
            <p:nvPr/>
          </p:nvCxnSpPr>
          <p:spPr>
            <a:xfrm>
              <a:off x="-12825" y="3075525"/>
              <a:ext cx="769500" cy="2181000"/>
            </a:xfrm>
            <a:prstGeom prst="straightConnector1">
              <a:avLst/>
            </a:prstGeom>
            <a:noFill/>
            <a:ln cap="rnd" cmpd="sng" w="9525">
              <a:solidFill>
                <a:schemeClr val="accent4"/>
              </a:solidFill>
              <a:prstDash val="solid"/>
              <a:round/>
              <a:headEnd len="sm" w="sm" type="none"/>
              <a:tailEnd len="sm" w="sm" type="none"/>
            </a:ln>
          </p:spPr>
        </p:cxnSp>
        <p:cxnSp>
          <p:nvCxnSpPr>
            <p:cNvPr id="604" name="Google Shape;604;p22"/>
            <p:cNvCxnSpPr/>
            <p:nvPr/>
          </p:nvCxnSpPr>
          <p:spPr>
            <a:xfrm flipH="1" rot="10800000">
              <a:off x="147875" y="3331600"/>
              <a:ext cx="358800" cy="1896600"/>
            </a:xfrm>
            <a:prstGeom prst="straightConnector1">
              <a:avLst/>
            </a:prstGeom>
            <a:noFill/>
            <a:ln cap="rnd" cmpd="sng" w="9525">
              <a:solidFill>
                <a:schemeClr val="accent4"/>
              </a:solidFill>
              <a:prstDash val="solid"/>
              <a:round/>
              <a:headEnd len="sm" w="sm" type="none"/>
              <a:tailEnd len="sm" w="sm" type="none"/>
            </a:ln>
          </p:spPr>
        </p:cxnSp>
        <p:cxnSp>
          <p:nvCxnSpPr>
            <p:cNvPr id="605" name="Google Shape;605;p22"/>
            <p:cNvCxnSpPr/>
            <p:nvPr/>
          </p:nvCxnSpPr>
          <p:spPr>
            <a:xfrm flipH="1">
              <a:off x="-12650" y="-92425"/>
              <a:ext cx="1047300" cy="3887700"/>
            </a:xfrm>
            <a:prstGeom prst="straightConnector1">
              <a:avLst/>
            </a:prstGeom>
            <a:noFill/>
            <a:ln cap="rnd" cmpd="sng" w="9525">
              <a:solidFill>
                <a:schemeClr val="accent4"/>
              </a:solidFill>
              <a:prstDash val="solid"/>
              <a:round/>
              <a:headEnd len="sm" w="sm" type="none"/>
              <a:tailEnd len="sm" w="sm" type="none"/>
            </a:ln>
          </p:spPr>
        </p:cxnSp>
        <p:grpSp>
          <p:nvGrpSpPr>
            <p:cNvPr id="606" name="Google Shape;606;p22"/>
            <p:cNvGrpSpPr/>
            <p:nvPr/>
          </p:nvGrpSpPr>
          <p:grpSpPr>
            <a:xfrm>
              <a:off x="8376754" y="637025"/>
              <a:ext cx="718341" cy="718341"/>
              <a:chOff x="30975" y="3360397"/>
              <a:chExt cx="539700" cy="539700"/>
            </a:xfrm>
          </p:grpSpPr>
          <p:sp>
            <p:nvSpPr>
              <p:cNvPr id="607" name="Google Shape;607;p22"/>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2"/>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9" name="Google Shape;609;p22"/>
            <p:cNvGrpSpPr/>
            <p:nvPr/>
          </p:nvGrpSpPr>
          <p:grpSpPr>
            <a:xfrm>
              <a:off x="8425978" y="4416357"/>
              <a:ext cx="533979" cy="533979"/>
              <a:chOff x="147524" y="4333650"/>
              <a:chExt cx="539700" cy="539700"/>
            </a:xfrm>
          </p:grpSpPr>
          <p:sp>
            <p:nvSpPr>
              <p:cNvPr id="610" name="Google Shape;610;p22"/>
              <p:cNvSpPr/>
              <p:nvPr/>
            </p:nvSpPr>
            <p:spPr>
              <a:xfrm>
                <a:off x="147524"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2"/>
              <p:cNvSpPr/>
              <p:nvPr/>
            </p:nvSpPr>
            <p:spPr>
              <a:xfrm>
                <a:off x="256649"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2" name="Google Shape;612;p22"/>
            <p:cNvGrpSpPr/>
            <p:nvPr/>
          </p:nvGrpSpPr>
          <p:grpSpPr>
            <a:xfrm>
              <a:off x="-12648" y="3015155"/>
              <a:ext cx="334182" cy="334182"/>
              <a:chOff x="-83525" y="4333650"/>
              <a:chExt cx="539700" cy="539700"/>
            </a:xfrm>
          </p:grpSpPr>
          <p:sp>
            <p:nvSpPr>
              <p:cNvPr id="613" name="Google Shape;613;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5" name="Google Shape;615;p22"/>
            <p:cNvGrpSpPr/>
            <p:nvPr/>
          </p:nvGrpSpPr>
          <p:grpSpPr>
            <a:xfrm>
              <a:off x="705394" y="372755"/>
              <a:ext cx="334182" cy="334182"/>
              <a:chOff x="-83525" y="4333650"/>
              <a:chExt cx="539700" cy="539700"/>
            </a:xfrm>
          </p:grpSpPr>
          <p:sp>
            <p:nvSpPr>
              <p:cNvPr id="616" name="Google Shape;616;p2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18" name="Google Shape;618;p22"/>
          <p:cNvSpPr txBox="1"/>
          <p:nvPr>
            <p:ph idx="1" type="subTitle"/>
          </p:nvPr>
        </p:nvSpPr>
        <p:spPr>
          <a:xfrm>
            <a:off x="1332025" y="2409625"/>
            <a:ext cx="2653800" cy="1037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r">
              <a:lnSpc>
                <a:spcPct val="100000"/>
              </a:lnSpc>
              <a:spcBef>
                <a:spcPts val="1600"/>
              </a:spcBef>
              <a:spcAft>
                <a:spcPts val="0"/>
              </a:spcAft>
              <a:buSzPts val="1400"/>
              <a:buNone/>
              <a:defRPr/>
            </a:lvl2pPr>
            <a:lvl3pPr lvl="2" algn="r">
              <a:lnSpc>
                <a:spcPct val="100000"/>
              </a:lnSpc>
              <a:spcBef>
                <a:spcPts val="1600"/>
              </a:spcBef>
              <a:spcAft>
                <a:spcPts val="0"/>
              </a:spcAft>
              <a:buSzPts val="1400"/>
              <a:buNone/>
              <a:defRPr/>
            </a:lvl3pPr>
            <a:lvl4pPr lvl="3" algn="r">
              <a:lnSpc>
                <a:spcPct val="100000"/>
              </a:lnSpc>
              <a:spcBef>
                <a:spcPts val="1600"/>
              </a:spcBef>
              <a:spcAft>
                <a:spcPts val="0"/>
              </a:spcAft>
              <a:buSzPts val="1400"/>
              <a:buNone/>
              <a:defRPr/>
            </a:lvl4pPr>
            <a:lvl5pPr lvl="4" algn="r">
              <a:lnSpc>
                <a:spcPct val="100000"/>
              </a:lnSpc>
              <a:spcBef>
                <a:spcPts val="1600"/>
              </a:spcBef>
              <a:spcAft>
                <a:spcPts val="0"/>
              </a:spcAft>
              <a:buSzPts val="1400"/>
              <a:buNone/>
              <a:defRPr/>
            </a:lvl5pPr>
            <a:lvl6pPr lvl="5" algn="r">
              <a:lnSpc>
                <a:spcPct val="100000"/>
              </a:lnSpc>
              <a:spcBef>
                <a:spcPts val="1600"/>
              </a:spcBef>
              <a:spcAft>
                <a:spcPts val="0"/>
              </a:spcAft>
              <a:buSzPts val="1400"/>
              <a:buNone/>
              <a:defRPr/>
            </a:lvl6pPr>
            <a:lvl7pPr lvl="6" algn="r">
              <a:lnSpc>
                <a:spcPct val="100000"/>
              </a:lnSpc>
              <a:spcBef>
                <a:spcPts val="1600"/>
              </a:spcBef>
              <a:spcAft>
                <a:spcPts val="0"/>
              </a:spcAft>
              <a:buSzPts val="1400"/>
              <a:buNone/>
              <a:defRPr/>
            </a:lvl7pPr>
            <a:lvl8pPr lvl="7" algn="r">
              <a:lnSpc>
                <a:spcPct val="100000"/>
              </a:lnSpc>
              <a:spcBef>
                <a:spcPts val="1600"/>
              </a:spcBef>
              <a:spcAft>
                <a:spcPts val="0"/>
              </a:spcAft>
              <a:buSzPts val="1400"/>
              <a:buNone/>
              <a:defRPr/>
            </a:lvl8pPr>
            <a:lvl9pPr lvl="8" algn="r">
              <a:lnSpc>
                <a:spcPct val="100000"/>
              </a:lnSpc>
              <a:spcBef>
                <a:spcPts val="1600"/>
              </a:spcBef>
              <a:spcAft>
                <a:spcPts val="1600"/>
              </a:spcAft>
              <a:buSzPts val="1400"/>
              <a:buNone/>
              <a:defRPr/>
            </a:lvl9pPr>
          </a:lstStyle>
          <a:p/>
        </p:txBody>
      </p:sp>
      <p:sp>
        <p:nvSpPr>
          <p:cNvPr id="619" name="Google Shape;619;p22"/>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_1_1_2_1_1">
    <p:spTree>
      <p:nvGrpSpPr>
        <p:cNvPr id="620" name="Shape 620"/>
        <p:cNvGrpSpPr/>
        <p:nvPr/>
      </p:nvGrpSpPr>
      <p:grpSpPr>
        <a:xfrm>
          <a:off x="0" y="0"/>
          <a:ext cx="0" cy="0"/>
          <a:chOff x="0" y="0"/>
          <a:chExt cx="0" cy="0"/>
        </a:xfrm>
      </p:grpSpPr>
      <p:grpSp>
        <p:nvGrpSpPr>
          <p:cNvPr id="621" name="Google Shape;621;p23"/>
          <p:cNvGrpSpPr/>
          <p:nvPr/>
        </p:nvGrpSpPr>
        <p:grpSpPr>
          <a:xfrm>
            <a:off x="0" y="0"/>
            <a:ext cx="9144000" cy="5143500"/>
            <a:chOff x="0" y="0"/>
            <a:chExt cx="9144000" cy="5143500"/>
          </a:xfrm>
        </p:grpSpPr>
        <p:sp>
          <p:nvSpPr>
            <p:cNvPr id="622" name="Google Shape;622;p23"/>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23"/>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4" name="Google Shape;624;p23"/>
          <p:cNvGrpSpPr/>
          <p:nvPr/>
        </p:nvGrpSpPr>
        <p:grpSpPr>
          <a:xfrm>
            <a:off x="-211800" y="-216925"/>
            <a:ext cx="9518250" cy="5601275"/>
            <a:chOff x="-211800" y="-216925"/>
            <a:chExt cx="9518250" cy="5601275"/>
          </a:xfrm>
        </p:grpSpPr>
        <p:cxnSp>
          <p:nvCxnSpPr>
            <p:cNvPr id="625" name="Google Shape;625;p23"/>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626" name="Google Shape;626;p23"/>
            <p:cNvGrpSpPr/>
            <p:nvPr/>
          </p:nvGrpSpPr>
          <p:grpSpPr>
            <a:xfrm>
              <a:off x="263431" y="690168"/>
              <a:ext cx="334182" cy="334182"/>
              <a:chOff x="-83525" y="4333650"/>
              <a:chExt cx="539700" cy="539700"/>
            </a:xfrm>
          </p:grpSpPr>
          <p:sp>
            <p:nvSpPr>
              <p:cNvPr id="627" name="Google Shape;627;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29" name="Google Shape;629;p23"/>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630" name="Google Shape;630;p23"/>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631" name="Google Shape;631;p23"/>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632" name="Google Shape;632;p23"/>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633" name="Google Shape;633;p23"/>
            <p:cNvGrpSpPr/>
            <p:nvPr/>
          </p:nvGrpSpPr>
          <p:grpSpPr>
            <a:xfrm>
              <a:off x="7774404" y="406675"/>
              <a:ext cx="718341" cy="718341"/>
              <a:chOff x="30975" y="3360397"/>
              <a:chExt cx="539700" cy="539700"/>
            </a:xfrm>
          </p:grpSpPr>
          <p:sp>
            <p:nvSpPr>
              <p:cNvPr id="634" name="Google Shape;634;p2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2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6" name="Google Shape;636;p23"/>
            <p:cNvGrpSpPr/>
            <p:nvPr/>
          </p:nvGrpSpPr>
          <p:grpSpPr>
            <a:xfrm>
              <a:off x="360829" y="3949925"/>
              <a:ext cx="718341" cy="718341"/>
              <a:chOff x="30975" y="3360397"/>
              <a:chExt cx="539700" cy="539700"/>
            </a:xfrm>
          </p:grpSpPr>
          <p:sp>
            <p:nvSpPr>
              <p:cNvPr id="637" name="Google Shape;637;p23"/>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23"/>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9" name="Google Shape;639;p23"/>
            <p:cNvGrpSpPr/>
            <p:nvPr/>
          </p:nvGrpSpPr>
          <p:grpSpPr>
            <a:xfrm>
              <a:off x="837256" y="1663218"/>
              <a:ext cx="334182" cy="334182"/>
              <a:chOff x="-83525" y="4333650"/>
              <a:chExt cx="539700" cy="539700"/>
            </a:xfrm>
          </p:grpSpPr>
          <p:sp>
            <p:nvSpPr>
              <p:cNvPr id="640" name="Google Shape;640;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2" name="Google Shape;642;p23"/>
            <p:cNvGrpSpPr/>
            <p:nvPr/>
          </p:nvGrpSpPr>
          <p:grpSpPr>
            <a:xfrm>
              <a:off x="8158556" y="3680318"/>
              <a:ext cx="334182" cy="334182"/>
              <a:chOff x="-83525" y="4333650"/>
              <a:chExt cx="539700" cy="539700"/>
            </a:xfrm>
          </p:grpSpPr>
          <p:sp>
            <p:nvSpPr>
              <p:cNvPr id="643" name="Google Shape;643;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5" name="Google Shape;645;p23"/>
            <p:cNvGrpSpPr/>
            <p:nvPr/>
          </p:nvGrpSpPr>
          <p:grpSpPr>
            <a:xfrm>
              <a:off x="7721931" y="2571743"/>
              <a:ext cx="334182" cy="334182"/>
              <a:chOff x="-83525" y="4333650"/>
              <a:chExt cx="539700" cy="539700"/>
            </a:xfrm>
          </p:grpSpPr>
          <p:sp>
            <p:nvSpPr>
              <p:cNvPr id="646" name="Google Shape;646;p23"/>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23"/>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48" name="Google Shape;648;p23"/>
          <p:cNvSpPr txBox="1"/>
          <p:nvPr>
            <p:ph idx="1" type="subTitle"/>
          </p:nvPr>
        </p:nvSpPr>
        <p:spPr>
          <a:xfrm>
            <a:off x="2064650" y="4014500"/>
            <a:ext cx="5014800" cy="58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649" name="Google Shape;649;p2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BLANK_1_1_1_2_1_1_1">
    <p:spTree>
      <p:nvGrpSpPr>
        <p:cNvPr id="650" name="Shape 650"/>
        <p:cNvGrpSpPr/>
        <p:nvPr/>
      </p:nvGrpSpPr>
      <p:grpSpPr>
        <a:xfrm>
          <a:off x="0" y="0"/>
          <a:ext cx="0" cy="0"/>
          <a:chOff x="0" y="0"/>
          <a:chExt cx="0" cy="0"/>
        </a:xfrm>
      </p:grpSpPr>
      <p:grpSp>
        <p:nvGrpSpPr>
          <p:cNvPr id="651" name="Google Shape;651;p24"/>
          <p:cNvGrpSpPr/>
          <p:nvPr/>
        </p:nvGrpSpPr>
        <p:grpSpPr>
          <a:xfrm flipH="1" rot="10800000">
            <a:off x="0" y="0"/>
            <a:ext cx="9144000" cy="5143500"/>
            <a:chOff x="0" y="0"/>
            <a:chExt cx="9144000" cy="5143500"/>
          </a:xfrm>
        </p:grpSpPr>
        <p:sp>
          <p:nvSpPr>
            <p:cNvPr id="652" name="Google Shape;652;p2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24"/>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4" name="Google Shape;654;p24"/>
          <p:cNvGrpSpPr/>
          <p:nvPr/>
        </p:nvGrpSpPr>
        <p:grpSpPr>
          <a:xfrm>
            <a:off x="-162000" y="-104750"/>
            <a:ext cx="9456100" cy="5526550"/>
            <a:chOff x="-162000" y="-104750"/>
            <a:chExt cx="9456100" cy="5526550"/>
          </a:xfrm>
        </p:grpSpPr>
        <p:cxnSp>
          <p:nvCxnSpPr>
            <p:cNvPr id="655" name="Google Shape;655;p24"/>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656" name="Google Shape;656;p24"/>
            <p:cNvGrpSpPr/>
            <p:nvPr/>
          </p:nvGrpSpPr>
          <p:grpSpPr>
            <a:xfrm>
              <a:off x="786069" y="205830"/>
              <a:ext cx="334182" cy="334182"/>
              <a:chOff x="-83525" y="4333650"/>
              <a:chExt cx="539700" cy="539700"/>
            </a:xfrm>
          </p:grpSpPr>
          <p:sp>
            <p:nvSpPr>
              <p:cNvPr id="657" name="Google Shape;657;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59" name="Google Shape;659;p24"/>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660" name="Google Shape;660;p24"/>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661" name="Google Shape;661;p24"/>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662" name="Google Shape;662;p24"/>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663" name="Google Shape;663;p24"/>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664" name="Google Shape;664;p24"/>
            <p:cNvGrpSpPr/>
            <p:nvPr/>
          </p:nvGrpSpPr>
          <p:grpSpPr>
            <a:xfrm>
              <a:off x="7800479" y="4080050"/>
              <a:ext cx="718341" cy="718341"/>
              <a:chOff x="30975" y="3360397"/>
              <a:chExt cx="539700" cy="539700"/>
            </a:xfrm>
          </p:grpSpPr>
          <p:sp>
            <p:nvSpPr>
              <p:cNvPr id="665" name="Google Shape;665;p2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2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7" name="Google Shape;667;p24"/>
            <p:cNvGrpSpPr/>
            <p:nvPr/>
          </p:nvGrpSpPr>
          <p:grpSpPr>
            <a:xfrm>
              <a:off x="242254" y="540000"/>
              <a:ext cx="718341" cy="718341"/>
              <a:chOff x="30975" y="3360397"/>
              <a:chExt cx="539700" cy="539700"/>
            </a:xfrm>
          </p:grpSpPr>
          <p:sp>
            <p:nvSpPr>
              <p:cNvPr id="668" name="Google Shape;668;p2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2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0" name="Google Shape;670;p24"/>
            <p:cNvGrpSpPr/>
            <p:nvPr/>
          </p:nvGrpSpPr>
          <p:grpSpPr>
            <a:xfrm>
              <a:off x="434331" y="3745880"/>
              <a:ext cx="334182" cy="334182"/>
              <a:chOff x="-83525" y="4333650"/>
              <a:chExt cx="539700" cy="539700"/>
            </a:xfrm>
          </p:grpSpPr>
          <p:sp>
            <p:nvSpPr>
              <p:cNvPr id="671" name="Google Shape;671;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3" name="Google Shape;673;p24"/>
            <p:cNvGrpSpPr/>
            <p:nvPr/>
          </p:nvGrpSpPr>
          <p:grpSpPr>
            <a:xfrm>
              <a:off x="100131" y="4568543"/>
              <a:ext cx="334182" cy="334182"/>
              <a:chOff x="-83525" y="4333650"/>
              <a:chExt cx="539700" cy="539700"/>
            </a:xfrm>
          </p:grpSpPr>
          <p:sp>
            <p:nvSpPr>
              <p:cNvPr id="674" name="Google Shape;674;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6" name="Google Shape;676;p24"/>
            <p:cNvGrpSpPr/>
            <p:nvPr/>
          </p:nvGrpSpPr>
          <p:grpSpPr>
            <a:xfrm>
              <a:off x="7992556" y="924168"/>
              <a:ext cx="334182" cy="334182"/>
              <a:chOff x="-83525" y="4333650"/>
              <a:chExt cx="539700" cy="539700"/>
            </a:xfrm>
          </p:grpSpPr>
          <p:sp>
            <p:nvSpPr>
              <p:cNvPr id="677" name="Google Shape;677;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9" name="Google Shape;679;p24"/>
            <p:cNvGrpSpPr/>
            <p:nvPr/>
          </p:nvGrpSpPr>
          <p:grpSpPr>
            <a:xfrm>
              <a:off x="8809806" y="1398218"/>
              <a:ext cx="334182" cy="334182"/>
              <a:chOff x="-83525" y="4333650"/>
              <a:chExt cx="539700" cy="539700"/>
            </a:xfrm>
          </p:grpSpPr>
          <p:sp>
            <p:nvSpPr>
              <p:cNvPr id="680" name="Google Shape;680;p2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2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82" name="Google Shape;682;p24"/>
          <p:cNvSpPr txBox="1"/>
          <p:nvPr>
            <p:ph idx="1" type="subTitle"/>
          </p:nvPr>
        </p:nvSpPr>
        <p:spPr>
          <a:xfrm>
            <a:off x="5146675" y="2409625"/>
            <a:ext cx="2653800" cy="103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683" name="Google Shape;683;p24"/>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MAIN_POINT_1">
    <p:spTree>
      <p:nvGrpSpPr>
        <p:cNvPr id="684" name="Shape 684"/>
        <p:cNvGrpSpPr/>
        <p:nvPr/>
      </p:nvGrpSpPr>
      <p:grpSpPr>
        <a:xfrm>
          <a:off x="0" y="0"/>
          <a:ext cx="0" cy="0"/>
          <a:chOff x="0" y="0"/>
          <a:chExt cx="0" cy="0"/>
        </a:xfrm>
      </p:grpSpPr>
      <p:grpSp>
        <p:nvGrpSpPr>
          <p:cNvPr id="685" name="Google Shape;685;p25"/>
          <p:cNvGrpSpPr/>
          <p:nvPr/>
        </p:nvGrpSpPr>
        <p:grpSpPr>
          <a:xfrm>
            <a:off x="0" y="0"/>
            <a:ext cx="9144000" cy="5143500"/>
            <a:chOff x="0" y="0"/>
            <a:chExt cx="9144000" cy="5143500"/>
          </a:xfrm>
        </p:grpSpPr>
        <p:sp>
          <p:nvSpPr>
            <p:cNvPr id="686" name="Google Shape;686;p2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5"/>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8" name="Google Shape;688;p25"/>
          <p:cNvGrpSpPr/>
          <p:nvPr/>
        </p:nvGrpSpPr>
        <p:grpSpPr>
          <a:xfrm rot="10800000">
            <a:off x="-24925" y="-37705"/>
            <a:ext cx="9280375" cy="5214400"/>
            <a:chOff x="-24925" y="-58550"/>
            <a:chExt cx="9280375" cy="5214400"/>
          </a:xfrm>
        </p:grpSpPr>
        <p:cxnSp>
          <p:nvCxnSpPr>
            <p:cNvPr id="689" name="Google Shape;689;p25"/>
            <p:cNvCxnSpPr/>
            <p:nvPr/>
          </p:nvCxnSpPr>
          <p:spPr>
            <a:xfrm>
              <a:off x="6519450" y="-46075"/>
              <a:ext cx="2736000" cy="949800"/>
            </a:xfrm>
            <a:prstGeom prst="straightConnector1">
              <a:avLst/>
            </a:prstGeom>
            <a:noFill/>
            <a:ln cap="rnd" cmpd="sng" w="9525">
              <a:solidFill>
                <a:schemeClr val="accent4"/>
              </a:solidFill>
              <a:prstDash val="solid"/>
              <a:round/>
              <a:headEnd len="sm" w="sm" type="none"/>
              <a:tailEnd len="sm" w="sm" type="none"/>
            </a:ln>
          </p:spPr>
        </p:cxnSp>
        <p:grpSp>
          <p:nvGrpSpPr>
            <p:cNvPr id="690" name="Google Shape;690;p25"/>
            <p:cNvGrpSpPr/>
            <p:nvPr/>
          </p:nvGrpSpPr>
          <p:grpSpPr>
            <a:xfrm>
              <a:off x="8355390" y="368163"/>
              <a:ext cx="718341" cy="718341"/>
              <a:chOff x="-83525" y="4333650"/>
              <a:chExt cx="539700" cy="539700"/>
            </a:xfrm>
          </p:grpSpPr>
          <p:sp>
            <p:nvSpPr>
              <p:cNvPr id="691" name="Google Shape;691;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3" name="Google Shape;693;p25"/>
            <p:cNvGrpSpPr/>
            <p:nvPr/>
          </p:nvGrpSpPr>
          <p:grpSpPr>
            <a:xfrm>
              <a:off x="8100801" y="168547"/>
              <a:ext cx="265640" cy="265640"/>
              <a:chOff x="-83525" y="4333650"/>
              <a:chExt cx="539700" cy="539700"/>
            </a:xfrm>
          </p:grpSpPr>
          <p:sp>
            <p:nvSpPr>
              <p:cNvPr id="694" name="Google Shape;694;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96" name="Google Shape;696;p25"/>
            <p:cNvCxnSpPr/>
            <p:nvPr/>
          </p:nvCxnSpPr>
          <p:spPr>
            <a:xfrm>
              <a:off x="8552850" y="-58550"/>
              <a:ext cx="690000" cy="3040200"/>
            </a:xfrm>
            <a:prstGeom prst="straightConnector1">
              <a:avLst/>
            </a:prstGeom>
            <a:noFill/>
            <a:ln cap="rnd" cmpd="sng" w="9525">
              <a:solidFill>
                <a:schemeClr val="accent4"/>
              </a:solidFill>
              <a:prstDash val="solid"/>
              <a:round/>
              <a:headEnd len="sm" w="sm" type="none"/>
              <a:tailEnd len="sm" w="sm" type="none"/>
            </a:ln>
          </p:spPr>
        </p:cxnSp>
        <p:cxnSp>
          <p:nvCxnSpPr>
            <p:cNvPr id="697" name="Google Shape;697;p25"/>
            <p:cNvCxnSpPr/>
            <p:nvPr/>
          </p:nvCxnSpPr>
          <p:spPr>
            <a:xfrm>
              <a:off x="406150" y="-46075"/>
              <a:ext cx="261900" cy="5195700"/>
            </a:xfrm>
            <a:prstGeom prst="straightConnector1">
              <a:avLst/>
            </a:prstGeom>
            <a:noFill/>
            <a:ln cap="rnd" cmpd="sng" w="9525">
              <a:solidFill>
                <a:schemeClr val="accent4"/>
              </a:solidFill>
              <a:prstDash val="solid"/>
              <a:round/>
              <a:headEnd len="sm" w="sm" type="none"/>
              <a:tailEnd len="sm" w="sm" type="none"/>
            </a:ln>
          </p:spPr>
        </p:cxnSp>
        <p:cxnSp>
          <p:nvCxnSpPr>
            <p:cNvPr id="698" name="Google Shape;698;p25"/>
            <p:cNvCxnSpPr/>
            <p:nvPr/>
          </p:nvCxnSpPr>
          <p:spPr>
            <a:xfrm>
              <a:off x="-24925" y="4326350"/>
              <a:ext cx="6293400" cy="829500"/>
            </a:xfrm>
            <a:prstGeom prst="straightConnector1">
              <a:avLst/>
            </a:prstGeom>
            <a:noFill/>
            <a:ln cap="rnd" cmpd="sng" w="9525">
              <a:solidFill>
                <a:schemeClr val="accent4"/>
              </a:solidFill>
              <a:prstDash val="solid"/>
              <a:round/>
              <a:headEnd len="sm" w="sm" type="none"/>
              <a:tailEnd len="sm" w="sm" type="none"/>
            </a:ln>
          </p:spPr>
        </p:cxnSp>
        <p:grpSp>
          <p:nvGrpSpPr>
            <p:cNvPr id="699" name="Google Shape;699;p25"/>
            <p:cNvGrpSpPr/>
            <p:nvPr/>
          </p:nvGrpSpPr>
          <p:grpSpPr>
            <a:xfrm>
              <a:off x="952751" y="4809147"/>
              <a:ext cx="265640" cy="265640"/>
              <a:chOff x="-83525" y="4333650"/>
              <a:chExt cx="539700" cy="539700"/>
            </a:xfrm>
          </p:grpSpPr>
          <p:sp>
            <p:nvSpPr>
              <p:cNvPr id="700" name="Google Shape;700;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2" name="Google Shape;702;p25"/>
            <p:cNvGrpSpPr/>
            <p:nvPr/>
          </p:nvGrpSpPr>
          <p:grpSpPr>
            <a:xfrm>
              <a:off x="216751" y="4572122"/>
              <a:ext cx="265640" cy="265640"/>
              <a:chOff x="-83525" y="4333650"/>
              <a:chExt cx="539700" cy="539700"/>
            </a:xfrm>
          </p:grpSpPr>
          <p:sp>
            <p:nvSpPr>
              <p:cNvPr id="703" name="Google Shape;703;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5" name="Google Shape;705;p25"/>
            <p:cNvGrpSpPr/>
            <p:nvPr/>
          </p:nvGrpSpPr>
          <p:grpSpPr>
            <a:xfrm>
              <a:off x="3553751" y="4470672"/>
              <a:ext cx="265640" cy="265640"/>
              <a:chOff x="-83525" y="4333650"/>
              <a:chExt cx="539700" cy="539700"/>
            </a:xfrm>
          </p:grpSpPr>
          <p:sp>
            <p:nvSpPr>
              <p:cNvPr id="706" name="Google Shape;706;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8" name="Google Shape;708;p25"/>
            <p:cNvGrpSpPr/>
            <p:nvPr/>
          </p:nvGrpSpPr>
          <p:grpSpPr>
            <a:xfrm>
              <a:off x="852951" y="168547"/>
              <a:ext cx="265640" cy="265640"/>
              <a:chOff x="-83525" y="4333650"/>
              <a:chExt cx="539700" cy="539700"/>
            </a:xfrm>
          </p:grpSpPr>
          <p:sp>
            <p:nvSpPr>
              <p:cNvPr id="709" name="Google Shape;709;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1" name="Google Shape;711;p25"/>
            <p:cNvGrpSpPr/>
            <p:nvPr/>
          </p:nvGrpSpPr>
          <p:grpSpPr>
            <a:xfrm>
              <a:off x="185551" y="1478397"/>
              <a:ext cx="265640" cy="265640"/>
              <a:chOff x="-83525" y="4333650"/>
              <a:chExt cx="539700" cy="539700"/>
            </a:xfrm>
          </p:grpSpPr>
          <p:sp>
            <p:nvSpPr>
              <p:cNvPr id="712" name="Google Shape;712;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4" name="Google Shape;714;p25"/>
            <p:cNvGrpSpPr/>
            <p:nvPr/>
          </p:nvGrpSpPr>
          <p:grpSpPr>
            <a:xfrm>
              <a:off x="89588" y="456150"/>
              <a:ext cx="718341" cy="718341"/>
              <a:chOff x="-83525" y="4333650"/>
              <a:chExt cx="539700" cy="539700"/>
            </a:xfrm>
          </p:grpSpPr>
          <p:sp>
            <p:nvSpPr>
              <p:cNvPr id="715" name="Google Shape;715;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7" name="Google Shape;717;p25"/>
            <p:cNvGrpSpPr/>
            <p:nvPr/>
          </p:nvGrpSpPr>
          <p:grpSpPr>
            <a:xfrm>
              <a:off x="403375" y="4187471"/>
              <a:ext cx="477473" cy="477473"/>
              <a:chOff x="-83525" y="4333650"/>
              <a:chExt cx="539700" cy="539700"/>
            </a:xfrm>
          </p:grpSpPr>
          <p:sp>
            <p:nvSpPr>
              <p:cNvPr id="718" name="Google Shape;718;p2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20" name="Google Shape;720;p25"/>
          <p:cNvSpPr txBox="1"/>
          <p:nvPr>
            <p:ph idx="1" type="subTitle"/>
          </p:nvPr>
        </p:nvSpPr>
        <p:spPr>
          <a:xfrm>
            <a:off x="2638550" y="3294450"/>
            <a:ext cx="38670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21" name="Google Shape;721;p25"/>
          <p:cNvSpPr txBox="1"/>
          <p:nvPr>
            <p:ph type="title"/>
          </p:nvPr>
        </p:nvSpPr>
        <p:spPr>
          <a:xfrm>
            <a:off x="1178850" y="1246350"/>
            <a:ext cx="6786300" cy="227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14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BLANK_1_1_1_2_1_1_1_2">
    <p:spTree>
      <p:nvGrpSpPr>
        <p:cNvPr id="722" name="Shape 722"/>
        <p:cNvGrpSpPr/>
        <p:nvPr/>
      </p:nvGrpSpPr>
      <p:grpSpPr>
        <a:xfrm>
          <a:off x="0" y="0"/>
          <a:ext cx="0" cy="0"/>
          <a:chOff x="0" y="0"/>
          <a:chExt cx="0" cy="0"/>
        </a:xfrm>
      </p:grpSpPr>
      <p:grpSp>
        <p:nvGrpSpPr>
          <p:cNvPr id="723" name="Google Shape;723;p26"/>
          <p:cNvGrpSpPr/>
          <p:nvPr/>
        </p:nvGrpSpPr>
        <p:grpSpPr>
          <a:xfrm flipH="1" rot="10800000">
            <a:off x="0" y="0"/>
            <a:ext cx="9144000" cy="5143500"/>
            <a:chOff x="0" y="0"/>
            <a:chExt cx="9144000" cy="5143500"/>
          </a:xfrm>
        </p:grpSpPr>
        <p:sp>
          <p:nvSpPr>
            <p:cNvPr id="724" name="Google Shape;724;p26"/>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26"/>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6" name="Google Shape;726;p26"/>
          <p:cNvGrpSpPr/>
          <p:nvPr/>
        </p:nvGrpSpPr>
        <p:grpSpPr>
          <a:xfrm flipH="1">
            <a:off x="-162000" y="-104750"/>
            <a:ext cx="9456100" cy="5526550"/>
            <a:chOff x="-162000" y="-104750"/>
            <a:chExt cx="9456100" cy="5526550"/>
          </a:xfrm>
        </p:grpSpPr>
        <p:cxnSp>
          <p:nvCxnSpPr>
            <p:cNvPr id="727" name="Google Shape;727;p26"/>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728" name="Google Shape;728;p26"/>
            <p:cNvGrpSpPr/>
            <p:nvPr/>
          </p:nvGrpSpPr>
          <p:grpSpPr>
            <a:xfrm>
              <a:off x="786069" y="205830"/>
              <a:ext cx="334182" cy="334182"/>
              <a:chOff x="-83525" y="4333650"/>
              <a:chExt cx="539700" cy="539700"/>
            </a:xfrm>
          </p:grpSpPr>
          <p:sp>
            <p:nvSpPr>
              <p:cNvPr id="729" name="Google Shape;729;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31" name="Google Shape;731;p26"/>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732" name="Google Shape;732;p26"/>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733" name="Google Shape;733;p26"/>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734" name="Google Shape;734;p26"/>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735" name="Google Shape;735;p26"/>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736" name="Google Shape;736;p26"/>
            <p:cNvGrpSpPr/>
            <p:nvPr/>
          </p:nvGrpSpPr>
          <p:grpSpPr>
            <a:xfrm>
              <a:off x="7800479" y="4080050"/>
              <a:ext cx="718341" cy="718341"/>
              <a:chOff x="30975" y="3360397"/>
              <a:chExt cx="539700" cy="539700"/>
            </a:xfrm>
          </p:grpSpPr>
          <p:sp>
            <p:nvSpPr>
              <p:cNvPr id="737" name="Google Shape;737;p2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2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9" name="Google Shape;739;p26"/>
            <p:cNvGrpSpPr/>
            <p:nvPr/>
          </p:nvGrpSpPr>
          <p:grpSpPr>
            <a:xfrm>
              <a:off x="242254" y="540000"/>
              <a:ext cx="718341" cy="718341"/>
              <a:chOff x="30975" y="3360397"/>
              <a:chExt cx="539700" cy="539700"/>
            </a:xfrm>
          </p:grpSpPr>
          <p:sp>
            <p:nvSpPr>
              <p:cNvPr id="740" name="Google Shape;740;p26"/>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26"/>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2" name="Google Shape;742;p26"/>
            <p:cNvGrpSpPr/>
            <p:nvPr/>
          </p:nvGrpSpPr>
          <p:grpSpPr>
            <a:xfrm>
              <a:off x="434331" y="3745880"/>
              <a:ext cx="334182" cy="334182"/>
              <a:chOff x="-83525" y="4333650"/>
              <a:chExt cx="539700" cy="539700"/>
            </a:xfrm>
          </p:grpSpPr>
          <p:sp>
            <p:nvSpPr>
              <p:cNvPr id="743" name="Google Shape;743;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5" name="Google Shape;745;p26"/>
            <p:cNvGrpSpPr/>
            <p:nvPr/>
          </p:nvGrpSpPr>
          <p:grpSpPr>
            <a:xfrm>
              <a:off x="100131" y="4568543"/>
              <a:ext cx="334182" cy="334182"/>
              <a:chOff x="-83525" y="4333650"/>
              <a:chExt cx="539700" cy="539700"/>
            </a:xfrm>
          </p:grpSpPr>
          <p:sp>
            <p:nvSpPr>
              <p:cNvPr id="746" name="Google Shape;746;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8" name="Google Shape;748;p26"/>
            <p:cNvGrpSpPr/>
            <p:nvPr/>
          </p:nvGrpSpPr>
          <p:grpSpPr>
            <a:xfrm>
              <a:off x="7992556" y="924168"/>
              <a:ext cx="334182" cy="334182"/>
              <a:chOff x="-83525" y="4333650"/>
              <a:chExt cx="539700" cy="539700"/>
            </a:xfrm>
          </p:grpSpPr>
          <p:sp>
            <p:nvSpPr>
              <p:cNvPr id="749" name="Google Shape;749;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1" name="Google Shape;751;p26"/>
            <p:cNvGrpSpPr/>
            <p:nvPr/>
          </p:nvGrpSpPr>
          <p:grpSpPr>
            <a:xfrm>
              <a:off x="8809806" y="1398218"/>
              <a:ext cx="334182" cy="334182"/>
              <a:chOff x="-83525" y="4333650"/>
              <a:chExt cx="539700" cy="539700"/>
            </a:xfrm>
          </p:grpSpPr>
          <p:sp>
            <p:nvSpPr>
              <p:cNvPr id="752" name="Google Shape;752;p2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2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54" name="Google Shape;754;p26"/>
          <p:cNvSpPr txBox="1"/>
          <p:nvPr>
            <p:ph idx="1" type="subTitle"/>
          </p:nvPr>
        </p:nvSpPr>
        <p:spPr>
          <a:xfrm>
            <a:off x="2211600" y="1818425"/>
            <a:ext cx="4720800" cy="233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400"/>
              <a:buChar char="●"/>
              <a:defRPr sz="1400"/>
            </a:lvl1pPr>
            <a:lvl2pPr lvl="1" algn="l">
              <a:lnSpc>
                <a:spcPct val="100000"/>
              </a:lnSpc>
              <a:spcBef>
                <a:spcPts val="160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p:txBody>
      </p:sp>
      <p:sp>
        <p:nvSpPr>
          <p:cNvPr id="755" name="Google Shape;755;p26"/>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56" name="Shape 756"/>
        <p:cNvGrpSpPr/>
        <p:nvPr/>
      </p:nvGrpSpPr>
      <p:grpSpPr>
        <a:xfrm>
          <a:off x="0" y="0"/>
          <a:ext cx="0" cy="0"/>
          <a:chOff x="0" y="0"/>
          <a:chExt cx="0" cy="0"/>
        </a:xfrm>
      </p:grpSpPr>
      <p:grpSp>
        <p:nvGrpSpPr>
          <p:cNvPr id="757" name="Google Shape;757;p27"/>
          <p:cNvGrpSpPr/>
          <p:nvPr/>
        </p:nvGrpSpPr>
        <p:grpSpPr>
          <a:xfrm flipH="1" rot="10800000">
            <a:off x="0" y="0"/>
            <a:ext cx="9144000" cy="5143500"/>
            <a:chOff x="0" y="0"/>
            <a:chExt cx="9144000" cy="5143500"/>
          </a:xfrm>
        </p:grpSpPr>
        <p:sp>
          <p:nvSpPr>
            <p:cNvPr id="758" name="Google Shape;758;p2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2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0" name="Google Shape;760;p27"/>
          <p:cNvGrpSpPr/>
          <p:nvPr/>
        </p:nvGrpSpPr>
        <p:grpSpPr>
          <a:xfrm>
            <a:off x="-49850" y="-92250"/>
            <a:ext cx="9311158" cy="5310575"/>
            <a:chOff x="-49850" y="-92250"/>
            <a:chExt cx="9311158" cy="5310575"/>
          </a:xfrm>
        </p:grpSpPr>
        <p:grpSp>
          <p:nvGrpSpPr>
            <p:cNvPr id="761" name="Google Shape;761;p27"/>
            <p:cNvGrpSpPr/>
            <p:nvPr/>
          </p:nvGrpSpPr>
          <p:grpSpPr>
            <a:xfrm>
              <a:off x="222781" y="149705"/>
              <a:ext cx="334182" cy="334182"/>
              <a:chOff x="-83525" y="4333650"/>
              <a:chExt cx="539700" cy="539700"/>
            </a:xfrm>
          </p:grpSpPr>
          <p:sp>
            <p:nvSpPr>
              <p:cNvPr id="762" name="Google Shape;762;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64" name="Google Shape;764;p27"/>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765" name="Google Shape;765;p27"/>
            <p:cNvCxnSpPr/>
            <p:nvPr/>
          </p:nvCxnSpPr>
          <p:spPr>
            <a:xfrm>
              <a:off x="-24900" y="340700"/>
              <a:ext cx="617400" cy="2862900"/>
            </a:xfrm>
            <a:prstGeom prst="straightConnector1">
              <a:avLst/>
            </a:prstGeom>
            <a:noFill/>
            <a:ln cap="rnd" cmpd="sng" w="9525">
              <a:solidFill>
                <a:schemeClr val="accent4"/>
              </a:solidFill>
              <a:prstDash val="solid"/>
              <a:round/>
              <a:headEnd len="sm" w="sm" type="none"/>
              <a:tailEnd len="sm" w="sm" type="none"/>
            </a:ln>
          </p:spPr>
        </p:cxnSp>
        <p:cxnSp>
          <p:nvCxnSpPr>
            <p:cNvPr id="766" name="Google Shape;766;p27"/>
            <p:cNvCxnSpPr/>
            <p:nvPr/>
          </p:nvCxnSpPr>
          <p:spPr>
            <a:xfrm>
              <a:off x="7884100" y="-39775"/>
              <a:ext cx="1297500" cy="1715400"/>
            </a:xfrm>
            <a:prstGeom prst="straightConnector1">
              <a:avLst/>
            </a:prstGeom>
            <a:noFill/>
            <a:ln cap="rnd" cmpd="sng" w="9525">
              <a:solidFill>
                <a:schemeClr val="accent4"/>
              </a:solidFill>
              <a:prstDash val="solid"/>
              <a:round/>
              <a:headEnd len="sm" w="sm" type="none"/>
              <a:tailEnd len="sm" w="sm" type="none"/>
            </a:ln>
          </p:spPr>
        </p:cxnSp>
        <p:cxnSp>
          <p:nvCxnSpPr>
            <p:cNvPr id="767" name="Google Shape;767;p27"/>
            <p:cNvCxnSpPr/>
            <p:nvPr/>
          </p:nvCxnSpPr>
          <p:spPr>
            <a:xfrm flipH="1" rot="10800000">
              <a:off x="7890325" y="4501025"/>
              <a:ext cx="1303500" cy="717300"/>
            </a:xfrm>
            <a:prstGeom prst="straightConnector1">
              <a:avLst/>
            </a:prstGeom>
            <a:noFill/>
            <a:ln cap="rnd" cmpd="sng" w="9525">
              <a:solidFill>
                <a:schemeClr val="accent4"/>
              </a:solidFill>
              <a:prstDash val="solid"/>
              <a:round/>
              <a:headEnd len="sm" w="sm" type="none"/>
              <a:tailEnd len="sm" w="sm" type="none"/>
            </a:ln>
          </p:spPr>
        </p:cxnSp>
        <p:cxnSp>
          <p:nvCxnSpPr>
            <p:cNvPr id="768" name="Google Shape;768;p27"/>
            <p:cNvCxnSpPr/>
            <p:nvPr/>
          </p:nvCxnSpPr>
          <p:spPr>
            <a:xfrm rot="10800000">
              <a:off x="8751100" y="3758675"/>
              <a:ext cx="237000" cy="1416000"/>
            </a:xfrm>
            <a:prstGeom prst="straightConnector1">
              <a:avLst/>
            </a:prstGeom>
            <a:noFill/>
            <a:ln cap="rnd" cmpd="sng" w="9525">
              <a:solidFill>
                <a:schemeClr val="accent4"/>
              </a:solidFill>
              <a:prstDash val="solid"/>
              <a:round/>
              <a:headEnd len="sm" w="sm" type="none"/>
              <a:tailEnd len="sm" w="sm" type="none"/>
            </a:ln>
          </p:spPr>
        </p:cxnSp>
        <p:cxnSp>
          <p:nvCxnSpPr>
            <p:cNvPr id="769" name="Google Shape;769;p27"/>
            <p:cNvCxnSpPr/>
            <p:nvPr/>
          </p:nvCxnSpPr>
          <p:spPr>
            <a:xfrm flipH="1" rot="10800000">
              <a:off x="-49850" y="4900350"/>
              <a:ext cx="3449400" cy="105900"/>
            </a:xfrm>
            <a:prstGeom prst="straightConnector1">
              <a:avLst/>
            </a:prstGeom>
            <a:noFill/>
            <a:ln cap="rnd" cmpd="sng" w="9525">
              <a:solidFill>
                <a:schemeClr val="accent4"/>
              </a:solidFill>
              <a:prstDash val="solid"/>
              <a:round/>
              <a:headEnd len="sm" w="sm" type="none"/>
              <a:tailEnd len="sm" w="sm" type="none"/>
            </a:ln>
          </p:spPr>
        </p:cxnSp>
        <p:cxnSp>
          <p:nvCxnSpPr>
            <p:cNvPr id="770" name="Google Shape;770;p27"/>
            <p:cNvCxnSpPr/>
            <p:nvPr/>
          </p:nvCxnSpPr>
          <p:spPr>
            <a:xfrm>
              <a:off x="-43625" y="3652750"/>
              <a:ext cx="867000" cy="1528200"/>
            </a:xfrm>
            <a:prstGeom prst="straightConnector1">
              <a:avLst/>
            </a:prstGeom>
            <a:noFill/>
            <a:ln cap="rnd" cmpd="sng" w="9525">
              <a:solidFill>
                <a:schemeClr val="accent4"/>
              </a:solidFill>
              <a:prstDash val="solid"/>
              <a:round/>
              <a:headEnd len="sm" w="sm" type="none"/>
              <a:tailEnd len="sm" w="sm" type="none"/>
            </a:ln>
          </p:spPr>
        </p:cxnSp>
        <p:grpSp>
          <p:nvGrpSpPr>
            <p:cNvPr id="771" name="Google Shape;771;p27"/>
            <p:cNvGrpSpPr/>
            <p:nvPr/>
          </p:nvGrpSpPr>
          <p:grpSpPr>
            <a:xfrm>
              <a:off x="9004" y="1818650"/>
              <a:ext cx="718341" cy="718341"/>
              <a:chOff x="30975" y="3360397"/>
              <a:chExt cx="539700" cy="539700"/>
            </a:xfrm>
          </p:grpSpPr>
          <p:sp>
            <p:nvSpPr>
              <p:cNvPr id="772" name="Google Shape;772;p2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2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4" name="Google Shape;774;p27"/>
            <p:cNvGrpSpPr/>
            <p:nvPr/>
          </p:nvGrpSpPr>
          <p:grpSpPr>
            <a:xfrm>
              <a:off x="8542967" y="4287900"/>
              <a:ext cx="718341" cy="718341"/>
              <a:chOff x="30975" y="3360397"/>
              <a:chExt cx="539700" cy="539700"/>
            </a:xfrm>
          </p:grpSpPr>
          <p:sp>
            <p:nvSpPr>
              <p:cNvPr id="775" name="Google Shape;775;p27"/>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27"/>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7" name="Google Shape;777;p27"/>
            <p:cNvGrpSpPr/>
            <p:nvPr/>
          </p:nvGrpSpPr>
          <p:grpSpPr>
            <a:xfrm>
              <a:off x="201081" y="3758680"/>
              <a:ext cx="334182" cy="334182"/>
              <a:chOff x="-83525" y="4333650"/>
              <a:chExt cx="539700" cy="539700"/>
            </a:xfrm>
          </p:grpSpPr>
          <p:sp>
            <p:nvSpPr>
              <p:cNvPr id="778" name="Google Shape;778;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0" name="Google Shape;780;p27"/>
            <p:cNvGrpSpPr/>
            <p:nvPr/>
          </p:nvGrpSpPr>
          <p:grpSpPr>
            <a:xfrm>
              <a:off x="58706" y="4436418"/>
              <a:ext cx="334182" cy="334182"/>
              <a:chOff x="-83525" y="4333650"/>
              <a:chExt cx="539700" cy="539700"/>
            </a:xfrm>
          </p:grpSpPr>
          <p:sp>
            <p:nvSpPr>
              <p:cNvPr id="781" name="Google Shape;781;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3" name="Google Shape;783;p27"/>
            <p:cNvGrpSpPr/>
            <p:nvPr/>
          </p:nvGrpSpPr>
          <p:grpSpPr>
            <a:xfrm>
              <a:off x="8653906" y="340693"/>
              <a:ext cx="334182" cy="334182"/>
              <a:chOff x="-83525" y="4333650"/>
              <a:chExt cx="539700" cy="539700"/>
            </a:xfrm>
          </p:grpSpPr>
          <p:sp>
            <p:nvSpPr>
              <p:cNvPr id="784" name="Google Shape;784;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6" name="Google Shape;786;p27"/>
            <p:cNvGrpSpPr/>
            <p:nvPr/>
          </p:nvGrpSpPr>
          <p:grpSpPr>
            <a:xfrm>
              <a:off x="8460556" y="1450943"/>
              <a:ext cx="334182" cy="334182"/>
              <a:chOff x="-83525" y="4333650"/>
              <a:chExt cx="539700" cy="539700"/>
            </a:xfrm>
          </p:grpSpPr>
          <p:sp>
            <p:nvSpPr>
              <p:cNvPr id="787" name="Google Shape;787;p2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2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89" name="Google Shape;789;p2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790" name="Google Shape;790;p27"/>
          <p:cNvSpPr txBox="1"/>
          <p:nvPr>
            <p:ph idx="2" type="title"/>
          </p:nvPr>
        </p:nvSpPr>
        <p:spPr>
          <a:xfrm>
            <a:off x="7200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1" name="Google Shape;791;p27"/>
          <p:cNvSpPr txBox="1"/>
          <p:nvPr>
            <p:ph idx="1" type="subTitle"/>
          </p:nvPr>
        </p:nvSpPr>
        <p:spPr>
          <a:xfrm>
            <a:off x="7200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2" name="Google Shape;792;p27"/>
          <p:cNvSpPr txBox="1"/>
          <p:nvPr>
            <p:ph idx="3" type="title"/>
          </p:nvPr>
        </p:nvSpPr>
        <p:spPr>
          <a:xfrm>
            <a:off x="3403800" y="3610450"/>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3" name="Google Shape;793;p27"/>
          <p:cNvSpPr txBox="1"/>
          <p:nvPr>
            <p:ph idx="4" type="subTitle"/>
          </p:nvPr>
        </p:nvSpPr>
        <p:spPr>
          <a:xfrm>
            <a:off x="3403800" y="4000791"/>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4" name="Google Shape;794;p27"/>
          <p:cNvSpPr txBox="1"/>
          <p:nvPr>
            <p:ph idx="5" type="title"/>
          </p:nvPr>
        </p:nvSpPr>
        <p:spPr>
          <a:xfrm>
            <a:off x="6087600" y="3610438"/>
            <a:ext cx="23364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95" name="Google Shape;795;p27"/>
          <p:cNvSpPr txBox="1"/>
          <p:nvPr>
            <p:ph idx="6" type="subTitle"/>
          </p:nvPr>
        </p:nvSpPr>
        <p:spPr>
          <a:xfrm>
            <a:off x="6087600" y="4000778"/>
            <a:ext cx="2336400" cy="6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1_2">
    <p:spTree>
      <p:nvGrpSpPr>
        <p:cNvPr id="796" name="Shape 796"/>
        <p:cNvGrpSpPr/>
        <p:nvPr/>
      </p:nvGrpSpPr>
      <p:grpSpPr>
        <a:xfrm>
          <a:off x="0" y="0"/>
          <a:ext cx="0" cy="0"/>
          <a:chOff x="0" y="0"/>
          <a:chExt cx="0" cy="0"/>
        </a:xfrm>
      </p:grpSpPr>
      <p:sp>
        <p:nvSpPr>
          <p:cNvPr id="797" name="Google Shape;797;p28"/>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98" name="Google Shape;798;p28"/>
          <p:cNvGrpSpPr/>
          <p:nvPr/>
        </p:nvGrpSpPr>
        <p:grpSpPr>
          <a:xfrm flipH="1">
            <a:off x="-12824" y="-7250"/>
            <a:ext cx="9219397" cy="5308025"/>
            <a:chOff x="-12825" y="-83450"/>
            <a:chExt cx="9219397" cy="5308025"/>
          </a:xfrm>
        </p:grpSpPr>
        <p:cxnSp>
          <p:nvCxnSpPr>
            <p:cNvPr id="799" name="Google Shape;799;p28"/>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800" name="Google Shape;800;p28"/>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801" name="Google Shape;801;p28"/>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802" name="Google Shape;802;p28"/>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803" name="Google Shape;803;p28"/>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804" name="Google Shape;804;p28"/>
            <p:cNvGrpSpPr/>
            <p:nvPr/>
          </p:nvGrpSpPr>
          <p:grpSpPr>
            <a:xfrm>
              <a:off x="64804" y="834125"/>
              <a:ext cx="718341" cy="718341"/>
              <a:chOff x="-83525" y="4333650"/>
              <a:chExt cx="539700" cy="539700"/>
            </a:xfrm>
          </p:grpSpPr>
          <p:sp>
            <p:nvSpPr>
              <p:cNvPr id="805" name="Google Shape;805;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7" name="Google Shape;807;p28"/>
            <p:cNvGrpSpPr/>
            <p:nvPr/>
          </p:nvGrpSpPr>
          <p:grpSpPr>
            <a:xfrm>
              <a:off x="8064829" y="180825"/>
              <a:ext cx="718341" cy="718341"/>
              <a:chOff x="-83525" y="4333650"/>
              <a:chExt cx="539700" cy="539700"/>
            </a:xfrm>
          </p:grpSpPr>
          <p:sp>
            <p:nvSpPr>
              <p:cNvPr id="808" name="Google Shape;808;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0" name="Google Shape;810;p28"/>
            <p:cNvGrpSpPr/>
            <p:nvPr/>
          </p:nvGrpSpPr>
          <p:grpSpPr>
            <a:xfrm>
              <a:off x="108716" y="3627493"/>
              <a:ext cx="334182" cy="334182"/>
              <a:chOff x="-83525" y="4333650"/>
              <a:chExt cx="539700" cy="539700"/>
            </a:xfrm>
          </p:grpSpPr>
          <p:sp>
            <p:nvSpPr>
              <p:cNvPr id="811" name="Google Shape;811;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3" name="Google Shape;813;p28"/>
            <p:cNvGrpSpPr/>
            <p:nvPr/>
          </p:nvGrpSpPr>
          <p:grpSpPr>
            <a:xfrm>
              <a:off x="8872390" y="3652442"/>
              <a:ext cx="334182" cy="334182"/>
              <a:chOff x="-83525" y="4333650"/>
              <a:chExt cx="539700" cy="539700"/>
            </a:xfrm>
          </p:grpSpPr>
          <p:sp>
            <p:nvSpPr>
              <p:cNvPr id="814" name="Google Shape;814;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6" name="Google Shape;816;p28"/>
            <p:cNvGrpSpPr/>
            <p:nvPr/>
          </p:nvGrpSpPr>
          <p:grpSpPr>
            <a:xfrm>
              <a:off x="8538215" y="3184617"/>
              <a:ext cx="334182" cy="334182"/>
              <a:chOff x="-83525" y="4333650"/>
              <a:chExt cx="539700" cy="539700"/>
            </a:xfrm>
          </p:grpSpPr>
          <p:sp>
            <p:nvSpPr>
              <p:cNvPr id="817" name="Google Shape;817;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9" name="Google Shape;819;p28"/>
            <p:cNvGrpSpPr/>
            <p:nvPr/>
          </p:nvGrpSpPr>
          <p:grpSpPr>
            <a:xfrm>
              <a:off x="8725315" y="1218292"/>
              <a:ext cx="334182" cy="334182"/>
              <a:chOff x="-83525" y="4333650"/>
              <a:chExt cx="539700" cy="539700"/>
            </a:xfrm>
          </p:grpSpPr>
          <p:sp>
            <p:nvSpPr>
              <p:cNvPr id="820" name="Google Shape;820;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2" name="Google Shape;822;p28"/>
            <p:cNvGrpSpPr/>
            <p:nvPr/>
          </p:nvGrpSpPr>
          <p:grpSpPr>
            <a:xfrm>
              <a:off x="828790" y="126742"/>
              <a:ext cx="334182" cy="334182"/>
              <a:chOff x="-83525" y="4333650"/>
              <a:chExt cx="539700" cy="539700"/>
            </a:xfrm>
          </p:grpSpPr>
          <p:sp>
            <p:nvSpPr>
              <p:cNvPr id="823" name="Google Shape;823;p28"/>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28"/>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25" name="Google Shape;825;p28"/>
          <p:cNvSpPr txBox="1"/>
          <p:nvPr>
            <p:ph type="title"/>
          </p:nvPr>
        </p:nvSpPr>
        <p:spPr>
          <a:xfrm>
            <a:off x="720000"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26" name="Google Shape;826;p28"/>
          <p:cNvSpPr txBox="1"/>
          <p:nvPr>
            <p:ph idx="1" type="subTitle"/>
          </p:nvPr>
        </p:nvSpPr>
        <p:spPr>
          <a:xfrm>
            <a:off x="72000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7" name="Google Shape;827;p28"/>
          <p:cNvSpPr txBox="1"/>
          <p:nvPr>
            <p:ph idx="2" type="title"/>
          </p:nvPr>
        </p:nvSpPr>
        <p:spPr>
          <a:xfrm>
            <a:off x="3419269"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28" name="Google Shape;828;p28"/>
          <p:cNvSpPr txBox="1"/>
          <p:nvPr>
            <p:ph idx="3" type="subTitle"/>
          </p:nvPr>
        </p:nvSpPr>
        <p:spPr>
          <a:xfrm>
            <a:off x="3419272"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9" name="Google Shape;829;p28"/>
          <p:cNvSpPr txBox="1"/>
          <p:nvPr>
            <p:ph idx="4" type="title"/>
          </p:nvPr>
        </p:nvSpPr>
        <p:spPr>
          <a:xfrm>
            <a:off x="2094488"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0" name="Google Shape;830;p28"/>
          <p:cNvSpPr txBox="1"/>
          <p:nvPr>
            <p:ph idx="5" type="subTitle"/>
          </p:nvPr>
        </p:nvSpPr>
        <p:spPr>
          <a:xfrm>
            <a:off x="209450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1" name="Google Shape;831;p28"/>
          <p:cNvSpPr txBox="1"/>
          <p:nvPr>
            <p:ph idx="6" type="title"/>
          </p:nvPr>
        </p:nvSpPr>
        <p:spPr>
          <a:xfrm>
            <a:off x="4793757" y="383802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2" name="Google Shape;832;p28"/>
          <p:cNvSpPr txBox="1"/>
          <p:nvPr>
            <p:ph idx="7" type="subTitle"/>
          </p:nvPr>
        </p:nvSpPr>
        <p:spPr>
          <a:xfrm>
            <a:off x="4793760" y="4195950"/>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3" name="Google Shape;833;p28"/>
          <p:cNvSpPr txBox="1"/>
          <p:nvPr>
            <p:ph idx="8" type="title"/>
          </p:nvPr>
        </p:nvSpPr>
        <p:spPr>
          <a:xfrm>
            <a:off x="6118545" y="2123650"/>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4" name="Google Shape;834;p28"/>
          <p:cNvSpPr txBox="1"/>
          <p:nvPr>
            <p:ph idx="9" type="subTitle"/>
          </p:nvPr>
        </p:nvSpPr>
        <p:spPr>
          <a:xfrm>
            <a:off x="6118550" y="2481575"/>
            <a:ext cx="2305500" cy="40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5" name="Google Shape;835;p28"/>
          <p:cNvSpPr txBox="1"/>
          <p:nvPr>
            <p:ph idx="13"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36" name="Shape 836"/>
        <p:cNvGrpSpPr/>
        <p:nvPr/>
      </p:nvGrpSpPr>
      <p:grpSpPr>
        <a:xfrm>
          <a:off x="0" y="0"/>
          <a:ext cx="0" cy="0"/>
          <a:chOff x="0" y="0"/>
          <a:chExt cx="0" cy="0"/>
        </a:xfrm>
      </p:grpSpPr>
      <p:sp>
        <p:nvSpPr>
          <p:cNvPr id="837" name="Google Shape;837;p29"/>
          <p:cNvSpPr/>
          <p:nvPr/>
        </p:nvSpPr>
        <p:spPr>
          <a:xfrm flipH="1">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8" name="Google Shape;838;p29"/>
          <p:cNvGrpSpPr/>
          <p:nvPr/>
        </p:nvGrpSpPr>
        <p:grpSpPr>
          <a:xfrm flipH="1" rot="10800000">
            <a:off x="-12825" y="-7250"/>
            <a:ext cx="9219397" cy="5308025"/>
            <a:chOff x="-12825" y="-83450"/>
            <a:chExt cx="9219397" cy="5308025"/>
          </a:xfrm>
        </p:grpSpPr>
        <p:cxnSp>
          <p:nvCxnSpPr>
            <p:cNvPr id="839" name="Google Shape;839;p29"/>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840" name="Google Shape;840;p29"/>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841" name="Google Shape;841;p29"/>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842" name="Google Shape;842;p29"/>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843" name="Google Shape;843;p29"/>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844" name="Google Shape;844;p29"/>
            <p:cNvGrpSpPr/>
            <p:nvPr/>
          </p:nvGrpSpPr>
          <p:grpSpPr>
            <a:xfrm>
              <a:off x="64804" y="834125"/>
              <a:ext cx="718341" cy="718341"/>
              <a:chOff x="-83525" y="4333650"/>
              <a:chExt cx="539700" cy="539700"/>
            </a:xfrm>
          </p:grpSpPr>
          <p:sp>
            <p:nvSpPr>
              <p:cNvPr id="845" name="Google Shape;845;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7" name="Google Shape;847;p29"/>
            <p:cNvGrpSpPr/>
            <p:nvPr/>
          </p:nvGrpSpPr>
          <p:grpSpPr>
            <a:xfrm>
              <a:off x="8064829" y="180825"/>
              <a:ext cx="718341" cy="718341"/>
              <a:chOff x="-83525" y="4333650"/>
              <a:chExt cx="539700" cy="539700"/>
            </a:xfrm>
          </p:grpSpPr>
          <p:sp>
            <p:nvSpPr>
              <p:cNvPr id="848" name="Google Shape;848;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0" name="Google Shape;850;p29"/>
            <p:cNvGrpSpPr/>
            <p:nvPr/>
          </p:nvGrpSpPr>
          <p:grpSpPr>
            <a:xfrm>
              <a:off x="108716" y="3627493"/>
              <a:ext cx="334182" cy="334182"/>
              <a:chOff x="-83525" y="4333650"/>
              <a:chExt cx="539700" cy="539700"/>
            </a:xfrm>
          </p:grpSpPr>
          <p:sp>
            <p:nvSpPr>
              <p:cNvPr id="851" name="Google Shape;851;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3" name="Google Shape;853;p29"/>
            <p:cNvGrpSpPr/>
            <p:nvPr/>
          </p:nvGrpSpPr>
          <p:grpSpPr>
            <a:xfrm>
              <a:off x="8872390" y="3652442"/>
              <a:ext cx="334182" cy="334182"/>
              <a:chOff x="-83525" y="4333650"/>
              <a:chExt cx="539700" cy="539700"/>
            </a:xfrm>
          </p:grpSpPr>
          <p:sp>
            <p:nvSpPr>
              <p:cNvPr id="854" name="Google Shape;854;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6" name="Google Shape;856;p29"/>
            <p:cNvGrpSpPr/>
            <p:nvPr/>
          </p:nvGrpSpPr>
          <p:grpSpPr>
            <a:xfrm>
              <a:off x="8538215" y="3184617"/>
              <a:ext cx="334182" cy="334182"/>
              <a:chOff x="-83525" y="4333650"/>
              <a:chExt cx="539700" cy="539700"/>
            </a:xfrm>
          </p:grpSpPr>
          <p:sp>
            <p:nvSpPr>
              <p:cNvPr id="857" name="Google Shape;857;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9" name="Google Shape;859;p29"/>
            <p:cNvGrpSpPr/>
            <p:nvPr/>
          </p:nvGrpSpPr>
          <p:grpSpPr>
            <a:xfrm>
              <a:off x="8725315" y="1218292"/>
              <a:ext cx="334182" cy="334182"/>
              <a:chOff x="-83525" y="4333650"/>
              <a:chExt cx="539700" cy="539700"/>
            </a:xfrm>
          </p:grpSpPr>
          <p:sp>
            <p:nvSpPr>
              <p:cNvPr id="860" name="Google Shape;860;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2" name="Google Shape;862;p29"/>
            <p:cNvGrpSpPr/>
            <p:nvPr/>
          </p:nvGrpSpPr>
          <p:grpSpPr>
            <a:xfrm>
              <a:off x="828790" y="126742"/>
              <a:ext cx="334182" cy="334182"/>
              <a:chOff x="-83525" y="4333650"/>
              <a:chExt cx="539700" cy="539700"/>
            </a:xfrm>
          </p:grpSpPr>
          <p:sp>
            <p:nvSpPr>
              <p:cNvPr id="863" name="Google Shape;863;p29"/>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29"/>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65" name="Google Shape;865;p29"/>
          <p:cNvSpPr txBox="1"/>
          <p:nvPr>
            <p:ph type="title"/>
          </p:nvPr>
        </p:nvSpPr>
        <p:spPr>
          <a:xfrm>
            <a:off x="720000"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66" name="Google Shape;866;p29"/>
          <p:cNvSpPr txBox="1"/>
          <p:nvPr>
            <p:ph idx="1" type="subTitle"/>
          </p:nvPr>
        </p:nvSpPr>
        <p:spPr>
          <a:xfrm>
            <a:off x="72000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67" name="Google Shape;867;p29"/>
          <p:cNvSpPr txBox="1"/>
          <p:nvPr>
            <p:ph idx="2" type="title"/>
          </p:nvPr>
        </p:nvSpPr>
        <p:spPr>
          <a:xfrm>
            <a:off x="3419269"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68" name="Google Shape;868;p29"/>
          <p:cNvSpPr txBox="1"/>
          <p:nvPr>
            <p:ph idx="3" type="subTitle"/>
          </p:nvPr>
        </p:nvSpPr>
        <p:spPr>
          <a:xfrm>
            <a:off x="3419271"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69" name="Google Shape;869;p29"/>
          <p:cNvSpPr txBox="1"/>
          <p:nvPr>
            <p:ph idx="4" type="title"/>
          </p:nvPr>
        </p:nvSpPr>
        <p:spPr>
          <a:xfrm>
            <a:off x="720000"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0" name="Google Shape;870;p29"/>
          <p:cNvSpPr txBox="1"/>
          <p:nvPr>
            <p:ph idx="5" type="subTitle"/>
          </p:nvPr>
        </p:nvSpPr>
        <p:spPr>
          <a:xfrm>
            <a:off x="72000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1" name="Google Shape;871;p29"/>
          <p:cNvSpPr txBox="1"/>
          <p:nvPr>
            <p:ph idx="6" type="title"/>
          </p:nvPr>
        </p:nvSpPr>
        <p:spPr>
          <a:xfrm>
            <a:off x="3419269"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2" name="Google Shape;872;p29"/>
          <p:cNvSpPr txBox="1"/>
          <p:nvPr>
            <p:ph idx="7" type="subTitle"/>
          </p:nvPr>
        </p:nvSpPr>
        <p:spPr>
          <a:xfrm>
            <a:off x="3419271"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3" name="Google Shape;873;p29"/>
          <p:cNvSpPr txBox="1"/>
          <p:nvPr>
            <p:ph idx="8" type="title"/>
          </p:nvPr>
        </p:nvSpPr>
        <p:spPr>
          <a:xfrm>
            <a:off x="6118545" y="18203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4" name="Google Shape;874;p29"/>
          <p:cNvSpPr txBox="1"/>
          <p:nvPr>
            <p:ph idx="9" type="subTitle"/>
          </p:nvPr>
        </p:nvSpPr>
        <p:spPr>
          <a:xfrm>
            <a:off x="6118550" y="22545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5" name="Google Shape;875;p29"/>
          <p:cNvSpPr txBox="1"/>
          <p:nvPr>
            <p:ph idx="13" type="title"/>
          </p:nvPr>
        </p:nvSpPr>
        <p:spPr>
          <a:xfrm>
            <a:off x="6118545" y="3534875"/>
            <a:ext cx="23055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0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76" name="Google Shape;876;p29"/>
          <p:cNvSpPr txBox="1"/>
          <p:nvPr>
            <p:ph idx="14" type="subTitle"/>
          </p:nvPr>
        </p:nvSpPr>
        <p:spPr>
          <a:xfrm>
            <a:off x="6118550" y="3969000"/>
            <a:ext cx="23055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7" name="Google Shape;877;p29"/>
          <p:cNvSpPr txBox="1"/>
          <p:nvPr>
            <p:ph idx="15"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78" name="Shape 878"/>
        <p:cNvGrpSpPr/>
        <p:nvPr/>
      </p:nvGrpSpPr>
      <p:grpSpPr>
        <a:xfrm>
          <a:off x="0" y="0"/>
          <a:ext cx="0" cy="0"/>
          <a:chOff x="0" y="0"/>
          <a:chExt cx="0" cy="0"/>
        </a:xfrm>
      </p:grpSpPr>
      <p:grpSp>
        <p:nvGrpSpPr>
          <p:cNvPr id="879" name="Google Shape;879;p30"/>
          <p:cNvGrpSpPr/>
          <p:nvPr/>
        </p:nvGrpSpPr>
        <p:grpSpPr>
          <a:xfrm flipH="1" rot="10800000">
            <a:off x="0" y="0"/>
            <a:ext cx="9144000" cy="5143500"/>
            <a:chOff x="0" y="0"/>
            <a:chExt cx="9144000" cy="5143500"/>
          </a:xfrm>
        </p:grpSpPr>
        <p:sp>
          <p:nvSpPr>
            <p:cNvPr id="880" name="Google Shape;880;p30"/>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30"/>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2" name="Google Shape;882;p30"/>
          <p:cNvGrpSpPr/>
          <p:nvPr/>
        </p:nvGrpSpPr>
        <p:grpSpPr>
          <a:xfrm>
            <a:off x="-240525" y="-164575"/>
            <a:ext cx="9446850" cy="5376725"/>
            <a:chOff x="-240525" y="-164575"/>
            <a:chExt cx="9446850" cy="5376725"/>
          </a:xfrm>
        </p:grpSpPr>
        <p:cxnSp>
          <p:nvCxnSpPr>
            <p:cNvPr id="883" name="Google Shape;883;p30"/>
            <p:cNvCxnSpPr/>
            <p:nvPr/>
          </p:nvCxnSpPr>
          <p:spPr>
            <a:xfrm>
              <a:off x="5994150" y="-58550"/>
              <a:ext cx="3193500" cy="3455400"/>
            </a:xfrm>
            <a:prstGeom prst="straightConnector1">
              <a:avLst/>
            </a:prstGeom>
            <a:noFill/>
            <a:ln cap="rnd" cmpd="sng" w="9525">
              <a:solidFill>
                <a:schemeClr val="accent4"/>
              </a:solidFill>
              <a:prstDash val="solid"/>
              <a:round/>
              <a:headEnd len="sm" w="sm" type="none"/>
              <a:tailEnd len="sm" w="sm" type="none"/>
            </a:ln>
          </p:spPr>
        </p:cxnSp>
        <p:cxnSp>
          <p:nvCxnSpPr>
            <p:cNvPr id="884" name="Google Shape;884;p30"/>
            <p:cNvCxnSpPr/>
            <p:nvPr/>
          </p:nvCxnSpPr>
          <p:spPr>
            <a:xfrm flipH="1" rot="10800000">
              <a:off x="6075225" y="1245050"/>
              <a:ext cx="3131100" cy="361800"/>
            </a:xfrm>
            <a:prstGeom prst="straightConnector1">
              <a:avLst/>
            </a:prstGeom>
            <a:noFill/>
            <a:ln cap="rnd" cmpd="sng" w="9525">
              <a:solidFill>
                <a:schemeClr val="accent4"/>
              </a:solidFill>
              <a:prstDash val="solid"/>
              <a:round/>
              <a:headEnd len="sm" w="sm" type="none"/>
              <a:tailEnd len="sm" w="sm" type="none"/>
            </a:ln>
          </p:spPr>
        </p:cxnSp>
        <p:cxnSp>
          <p:nvCxnSpPr>
            <p:cNvPr id="885" name="Google Shape;885;p30"/>
            <p:cNvCxnSpPr/>
            <p:nvPr/>
          </p:nvCxnSpPr>
          <p:spPr>
            <a:xfrm>
              <a:off x="8102375" y="-58550"/>
              <a:ext cx="430500" cy="5270700"/>
            </a:xfrm>
            <a:prstGeom prst="straightConnector1">
              <a:avLst/>
            </a:prstGeom>
            <a:noFill/>
            <a:ln cap="rnd" cmpd="sng" w="9525">
              <a:solidFill>
                <a:schemeClr val="accent4"/>
              </a:solidFill>
              <a:prstDash val="solid"/>
              <a:round/>
              <a:headEnd len="sm" w="sm" type="none"/>
              <a:tailEnd len="sm" w="sm" type="none"/>
            </a:ln>
          </p:spPr>
        </p:cxnSp>
        <p:cxnSp>
          <p:nvCxnSpPr>
            <p:cNvPr id="886" name="Google Shape;886;p30"/>
            <p:cNvCxnSpPr/>
            <p:nvPr/>
          </p:nvCxnSpPr>
          <p:spPr>
            <a:xfrm flipH="1" rot="10800000">
              <a:off x="3711275" y="4688125"/>
              <a:ext cx="5476500" cy="505200"/>
            </a:xfrm>
            <a:prstGeom prst="straightConnector1">
              <a:avLst/>
            </a:prstGeom>
            <a:noFill/>
            <a:ln cap="rnd" cmpd="sng" w="9525">
              <a:solidFill>
                <a:schemeClr val="accent4"/>
              </a:solidFill>
              <a:prstDash val="solid"/>
              <a:round/>
              <a:headEnd len="sm" w="sm" type="none"/>
              <a:tailEnd len="sm" w="sm" type="none"/>
            </a:ln>
          </p:spPr>
        </p:cxnSp>
        <p:cxnSp>
          <p:nvCxnSpPr>
            <p:cNvPr id="887" name="Google Shape;887;p30"/>
            <p:cNvCxnSpPr/>
            <p:nvPr/>
          </p:nvCxnSpPr>
          <p:spPr>
            <a:xfrm flipH="1">
              <a:off x="1365950" y="2997775"/>
              <a:ext cx="2102100" cy="2164500"/>
            </a:xfrm>
            <a:prstGeom prst="straightConnector1">
              <a:avLst/>
            </a:prstGeom>
            <a:noFill/>
            <a:ln cap="rnd" cmpd="sng" w="9525">
              <a:solidFill>
                <a:schemeClr val="accent4"/>
              </a:solidFill>
              <a:prstDash val="solid"/>
              <a:round/>
              <a:headEnd len="sm" w="sm" type="none"/>
              <a:tailEnd len="sm" w="sm" type="none"/>
            </a:ln>
          </p:spPr>
        </p:cxnSp>
        <p:cxnSp>
          <p:nvCxnSpPr>
            <p:cNvPr id="888" name="Google Shape;888;p30"/>
            <p:cNvCxnSpPr/>
            <p:nvPr/>
          </p:nvCxnSpPr>
          <p:spPr>
            <a:xfrm>
              <a:off x="-31125" y="852125"/>
              <a:ext cx="2177100" cy="4353600"/>
            </a:xfrm>
            <a:prstGeom prst="straightConnector1">
              <a:avLst/>
            </a:prstGeom>
            <a:noFill/>
            <a:ln cap="rnd" cmpd="sng" w="9525">
              <a:solidFill>
                <a:schemeClr val="accent4"/>
              </a:solidFill>
              <a:prstDash val="solid"/>
              <a:round/>
              <a:headEnd len="sm" w="sm" type="none"/>
              <a:tailEnd len="sm" w="sm" type="none"/>
            </a:ln>
          </p:spPr>
        </p:cxnSp>
        <p:cxnSp>
          <p:nvCxnSpPr>
            <p:cNvPr id="889" name="Google Shape;889;p30"/>
            <p:cNvCxnSpPr/>
            <p:nvPr/>
          </p:nvCxnSpPr>
          <p:spPr>
            <a:xfrm>
              <a:off x="-31125" y="4020700"/>
              <a:ext cx="5725800" cy="1153800"/>
            </a:xfrm>
            <a:prstGeom prst="straightConnector1">
              <a:avLst/>
            </a:prstGeom>
            <a:noFill/>
            <a:ln cap="rnd" cmpd="sng" w="9525">
              <a:solidFill>
                <a:schemeClr val="accent4"/>
              </a:solidFill>
              <a:prstDash val="solid"/>
              <a:round/>
              <a:headEnd len="sm" w="sm" type="none"/>
              <a:tailEnd len="sm" w="sm" type="none"/>
            </a:ln>
          </p:spPr>
        </p:cxnSp>
        <p:cxnSp>
          <p:nvCxnSpPr>
            <p:cNvPr id="890" name="Google Shape;890;p30"/>
            <p:cNvCxnSpPr/>
            <p:nvPr/>
          </p:nvCxnSpPr>
          <p:spPr>
            <a:xfrm flipH="1" rot="10800000">
              <a:off x="-18650" y="-133500"/>
              <a:ext cx="1309800" cy="1952400"/>
            </a:xfrm>
            <a:prstGeom prst="straightConnector1">
              <a:avLst/>
            </a:prstGeom>
            <a:noFill/>
            <a:ln cap="rnd" cmpd="sng" w="9525">
              <a:solidFill>
                <a:schemeClr val="accent4"/>
              </a:solidFill>
              <a:prstDash val="solid"/>
              <a:round/>
              <a:headEnd len="sm" w="sm" type="none"/>
              <a:tailEnd len="sm" w="sm" type="none"/>
            </a:ln>
          </p:spPr>
        </p:cxnSp>
        <p:cxnSp>
          <p:nvCxnSpPr>
            <p:cNvPr id="891" name="Google Shape;891;p30"/>
            <p:cNvCxnSpPr/>
            <p:nvPr/>
          </p:nvCxnSpPr>
          <p:spPr>
            <a:xfrm>
              <a:off x="449150" y="-164575"/>
              <a:ext cx="1715400" cy="648600"/>
            </a:xfrm>
            <a:prstGeom prst="straightConnector1">
              <a:avLst/>
            </a:prstGeom>
            <a:noFill/>
            <a:ln cap="rnd" cmpd="sng" w="9525">
              <a:solidFill>
                <a:schemeClr val="accent4"/>
              </a:solidFill>
              <a:prstDash val="solid"/>
              <a:round/>
              <a:headEnd len="sm" w="sm" type="none"/>
              <a:tailEnd len="sm" w="sm" type="none"/>
            </a:ln>
          </p:spPr>
        </p:cxnSp>
        <p:grpSp>
          <p:nvGrpSpPr>
            <p:cNvPr id="892" name="Google Shape;892;p30"/>
            <p:cNvGrpSpPr/>
            <p:nvPr/>
          </p:nvGrpSpPr>
          <p:grpSpPr>
            <a:xfrm>
              <a:off x="7048151" y="1097950"/>
              <a:ext cx="718341" cy="718341"/>
              <a:chOff x="-83525" y="4333650"/>
              <a:chExt cx="539700" cy="539700"/>
            </a:xfrm>
          </p:grpSpPr>
          <p:sp>
            <p:nvSpPr>
              <p:cNvPr id="893" name="Google Shape;893;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5" name="Google Shape;895;p30"/>
            <p:cNvGrpSpPr/>
            <p:nvPr/>
          </p:nvGrpSpPr>
          <p:grpSpPr>
            <a:xfrm>
              <a:off x="8365689" y="586472"/>
              <a:ext cx="265640" cy="265640"/>
              <a:chOff x="-83525" y="4333650"/>
              <a:chExt cx="539700" cy="539700"/>
            </a:xfrm>
          </p:grpSpPr>
          <p:sp>
            <p:nvSpPr>
              <p:cNvPr id="896" name="Google Shape;896;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8" name="Google Shape;898;p30"/>
            <p:cNvGrpSpPr/>
            <p:nvPr/>
          </p:nvGrpSpPr>
          <p:grpSpPr>
            <a:xfrm>
              <a:off x="1204000" y="3827316"/>
              <a:ext cx="960558" cy="960558"/>
              <a:chOff x="-83525" y="4333650"/>
              <a:chExt cx="539700" cy="539700"/>
            </a:xfrm>
          </p:grpSpPr>
          <p:sp>
            <p:nvSpPr>
              <p:cNvPr id="899" name="Google Shape;899;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1" name="Google Shape;901;p30"/>
            <p:cNvGrpSpPr/>
            <p:nvPr/>
          </p:nvGrpSpPr>
          <p:grpSpPr>
            <a:xfrm>
              <a:off x="-240525" y="945666"/>
              <a:ext cx="960558" cy="960558"/>
              <a:chOff x="-83525" y="4333650"/>
              <a:chExt cx="539700" cy="539700"/>
            </a:xfrm>
          </p:grpSpPr>
          <p:sp>
            <p:nvSpPr>
              <p:cNvPr id="902" name="Google Shape;902;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4" name="Google Shape;904;p30"/>
            <p:cNvGrpSpPr/>
            <p:nvPr/>
          </p:nvGrpSpPr>
          <p:grpSpPr>
            <a:xfrm>
              <a:off x="8184801" y="2306097"/>
              <a:ext cx="265640" cy="265640"/>
              <a:chOff x="-83525" y="4333650"/>
              <a:chExt cx="539700" cy="539700"/>
            </a:xfrm>
          </p:grpSpPr>
          <p:sp>
            <p:nvSpPr>
              <p:cNvPr id="905" name="Google Shape;905;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7" name="Google Shape;907;p30"/>
            <p:cNvGrpSpPr/>
            <p:nvPr/>
          </p:nvGrpSpPr>
          <p:grpSpPr>
            <a:xfrm>
              <a:off x="8283249" y="4562834"/>
              <a:ext cx="430519" cy="430519"/>
              <a:chOff x="-83525" y="4333650"/>
              <a:chExt cx="539700" cy="539700"/>
            </a:xfrm>
          </p:grpSpPr>
          <p:sp>
            <p:nvSpPr>
              <p:cNvPr id="908" name="Google Shape;908;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0" name="Google Shape;910;p30"/>
            <p:cNvGrpSpPr/>
            <p:nvPr/>
          </p:nvGrpSpPr>
          <p:grpSpPr>
            <a:xfrm>
              <a:off x="8005924" y="1151534"/>
              <a:ext cx="430519" cy="430519"/>
              <a:chOff x="-83525" y="4333650"/>
              <a:chExt cx="539700" cy="539700"/>
            </a:xfrm>
          </p:grpSpPr>
          <p:sp>
            <p:nvSpPr>
              <p:cNvPr id="911" name="Google Shape;911;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3" name="Google Shape;913;p30"/>
            <p:cNvGrpSpPr/>
            <p:nvPr/>
          </p:nvGrpSpPr>
          <p:grpSpPr>
            <a:xfrm>
              <a:off x="935424" y="-133491"/>
              <a:ext cx="430519" cy="430519"/>
              <a:chOff x="-83525" y="4333650"/>
              <a:chExt cx="539700" cy="539700"/>
            </a:xfrm>
          </p:grpSpPr>
          <p:sp>
            <p:nvSpPr>
              <p:cNvPr id="914" name="Google Shape;914;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6" name="Google Shape;916;p30"/>
            <p:cNvGrpSpPr/>
            <p:nvPr/>
          </p:nvGrpSpPr>
          <p:grpSpPr>
            <a:xfrm>
              <a:off x="2192026" y="3249297"/>
              <a:ext cx="265640" cy="265640"/>
              <a:chOff x="-83525" y="4333650"/>
              <a:chExt cx="539700" cy="539700"/>
            </a:xfrm>
          </p:grpSpPr>
          <p:sp>
            <p:nvSpPr>
              <p:cNvPr id="917" name="Google Shape;917;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9" name="Google Shape;919;p30"/>
            <p:cNvGrpSpPr/>
            <p:nvPr/>
          </p:nvGrpSpPr>
          <p:grpSpPr>
            <a:xfrm>
              <a:off x="1742915" y="4515985"/>
              <a:ext cx="265640" cy="265640"/>
              <a:chOff x="-83525" y="4333650"/>
              <a:chExt cx="539700" cy="539700"/>
            </a:xfrm>
          </p:grpSpPr>
          <p:sp>
            <p:nvSpPr>
              <p:cNvPr id="920" name="Google Shape;920;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2" name="Google Shape;922;p30"/>
            <p:cNvGrpSpPr/>
            <p:nvPr/>
          </p:nvGrpSpPr>
          <p:grpSpPr>
            <a:xfrm>
              <a:off x="598599" y="3434284"/>
              <a:ext cx="430519" cy="430519"/>
              <a:chOff x="-83525" y="4333650"/>
              <a:chExt cx="539700" cy="539700"/>
            </a:xfrm>
          </p:grpSpPr>
          <p:sp>
            <p:nvSpPr>
              <p:cNvPr id="923" name="Google Shape;923;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5" name="Google Shape;925;p30"/>
            <p:cNvGrpSpPr/>
            <p:nvPr/>
          </p:nvGrpSpPr>
          <p:grpSpPr>
            <a:xfrm>
              <a:off x="270876" y="4297172"/>
              <a:ext cx="265640" cy="265640"/>
              <a:chOff x="-83525" y="4333650"/>
              <a:chExt cx="539700" cy="539700"/>
            </a:xfrm>
          </p:grpSpPr>
          <p:sp>
            <p:nvSpPr>
              <p:cNvPr id="926" name="Google Shape;926;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8" name="Google Shape;928;p30"/>
            <p:cNvGrpSpPr/>
            <p:nvPr/>
          </p:nvGrpSpPr>
          <p:grpSpPr>
            <a:xfrm>
              <a:off x="6848449" y="9"/>
              <a:ext cx="430519" cy="430519"/>
              <a:chOff x="-83525" y="4333650"/>
              <a:chExt cx="539700" cy="539700"/>
            </a:xfrm>
          </p:grpSpPr>
          <p:sp>
            <p:nvSpPr>
              <p:cNvPr id="929" name="Google Shape;929;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1" name="Google Shape;931;p30"/>
            <p:cNvGrpSpPr/>
            <p:nvPr/>
          </p:nvGrpSpPr>
          <p:grpSpPr>
            <a:xfrm>
              <a:off x="5858264" y="885872"/>
              <a:ext cx="265640" cy="265640"/>
              <a:chOff x="-83525" y="4333650"/>
              <a:chExt cx="539700" cy="539700"/>
            </a:xfrm>
          </p:grpSpPr>
          <p:sp>
            <p:nvSpPr>
              <p:cNvPr id="932" name="Google Shape;932;p30"/>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30"/>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34" name="Google Shape;934;p30"/>
          <p:cNvSpPr txBox="1"/>
          <p:nvPr>
            <p:ph type="title"/>
          </p:nvPr>
        </p:nvSpPr>
        <p:spPr>
          <a:xfrm rot="-255">
            <a:off x="1287612" y="540150"/>
            <a:ext cx="4049700" cy="14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35" name="Google Shape;935;p30"/>
          <p:cNvSpPr txBox="1"/>
          <p:nvPr>
            <p:ph idx="1" type="subTitle"/>
          </p:nvPr>
        </p:nvSpPr>
        <p:spPr>
          <a:xfrm>
            <a:off x="1287638" y="1816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6" name="Google Shape;936;p30"/>
          <p:cNvSpPr txBox="1"/>
          <p:nvPr>
            <p:ph idx="2" type="title"/>
          </p:nvPr>
        </p:nvSpPr>
        <p:spPr>
          <a:xfrm>
            <a:off x="3806688" y="2844700"/>
            <a:ext cx="4049700" cy="14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8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37" name="Google Shape;937;p30"/>
          <p:cNvSpPr txBox="1"/>
          <p:nvPr>
            <p:ph idx="3" type="subTitle"/>
          </p:nvPr>
        </p:nvSpPr>
        <p:spPr>
          <a:xfrm>
            <a:off x="3806663" y="4158288"/>
            <a:ext cx="4049700" cy="44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938" name="Shape 938"/>
        <p:cNvGrpSpPr/>
        <p:nvPr/>
      </p:nvGrpSpPr>
      <p:grpSpPr>
        <a:xfrm>
          <a:off x="0" y="0"/>
          <a:ext cx="0" cy="0"/>
          <a:chOff x="0" y="0"/>
          <a:chExt cx="0" cy="0"/>
        </a:xfrm>
      </p:grpSpPr>
      <p:grpSp>
        <p:nvGrpSpPr>
          <p:cNvPr id="939" name="Google Shape;939;p31"/>
          <p:cNvGrpSpPr/>
          <p:nvPr/>
        </p:nvGrpSpPr>
        <p:grpSpPr>
          <a:xfrm>
            <a:off x="0" y="0"/>
            <a:ext cx="9144000" cy="5143500"/>
            <a:chOff x="0" y="0"/>
            <a:chExt cx="9144000" cy="5143500"/>
          </a:xfrm>
        </p:grpSpPr>
        <p:sp>
          <p:nvSpPr>
            <p:cNvPr id="940" name="Google Shape;940;p31"/>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31"/>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2" name="Google Shape;942;p31"/>
          <p:cNvGrpSpPr/>
          <p:nvPr/>
        </p:nvGrpSpPr>
        <p:grpSpPr>
          <a:xfrm>
            <a:off x="-57340" y="-86000"/>
            <a:ext cx="9209740" cy="5293875"/>
            <a:chOff x="-57340" y="-86000"/>
            <a:chExt cx="9209740" cy="5293875"/>
          </a:xfrm>
        </p:grpSpPr>
        <p:cxnSp>
          <p:nvCxnSpPr>
            <p:cNvPr id="943" name="Google Shape;943;p31"/>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944" name="Google Shape;944;p31"/>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945" name="Google Shape;945;p31"/>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946" name="Google Shape;946;p31"/>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947" name="Google Shape;947;p31"/>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948" name="Google Shape;948;p31"/>
            <p:cNvGrpSpPr/>
            <p:nvPr/>
          </p:nvGrpSpPr>
          <p:grpSpPr>
            <a:xfrm>
              <a:off x="525404" y="45408"/>
              <a:ext cx="389178" cy="389178"/>
              <a:chOff x="-83525" y="4333650"/>
              <a:chExt cx="539700" cy="539700"/>
            </a:xfrm>
          </p:grpSpPr>
          <p:sp>
            <p:nvSpPr>
              <p:cNvPr id="949" name="Google Shape;949;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1" name="Google Shape;951;p31"/>
            <p:cNvGrpSpPr/>
            <p:nvPr/>
          </p:nvGrpSpPr>
          <p:grpSpPr>
            <a:xfrm>
              <a:off x="7894902" y="126998"/>
              <a:ext cx="482600" cy="482600"/>
              <a:chOff x="-83525" y="4333650"/>
              <a:chExt cx="539700" cy="539700"/>
            </a:xfrm>
          </p:grpSpPr>
          <p:sp>
            <p:nvSpPr>
              <p:cNvPr id="952" name="Google Shape;952;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4" name="Google Shape;954;p31"/>
            <p:cNvGrpSpPr/>
            <p:nvPr/>
          </p:nvGrpSpPr>
          <p:grpSpPr>
            <a:xfrm>
              <a:off x="8668547" y="2101235"/>
              <a:ext cx="344976" cy="344976"/>
              <a:chOff x="-83525" y="4333650"/>
              <a:chExt cx="539700" cy="539700"/>
            </a:xfrm>
          </p:grpSpPr>
          <p:sp>
            <p:nvSpPr>
              <p:cNvPr id="955" name="Google Shape;955;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7" name="Google Shape;957;p31"/>
            <p:cNvGrpSpPr/>
            <p:nvPr/>
          </p:nvGrpSpPr>
          <p:grpSpPr>
            <a:xfrm>
              <a:off x="758689" y="4234211"/>
              <a:ext cx="482600" cy="482600"/>
              <a:chOff x="-83525" y="4333650"/>
              <a:chExt cx="539700" cy="539700"/>
            </a:xfrm>
          </p:grpSpPr>
          <p:sp>
            <p:nvSpPr>
              <p:cNvPr id="958" name="Google Shape;958;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0" name="Google Shape;960;p31"/>
            <p:cNvGrpSpPr/>
            <p:nvPr/>
          </p:nvGrpSpPr>
          <p:grpSpPr>
            <a:xfrm>
              <a:off x="-57340" y="1926598"/>
              <a:ext cx="344976" cy="344976"/>
              <a:chOff x="-83525" y="4333650"/>
              <a:chExt cx="539700" cy="539700"/>
            </a:xfrm>
          </p:grpSpPr>
          <p:sp>
            <p:nvSpPr>
              <p:cNvPr id="961" name="Google Shape;961;p31"/>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31"/>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63" name="Google Shape;963;p31"/>
          <p:cNvSpPr txBox="1"/>
          <p:nvPr>
            <p:ph idx="1" type="subTitle"/>
          </p:nvPr>
        </p:nvSpPr>
        <p:spPr>
          <a:xfrm>
            <a:off x="72000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4" name="Google Shape;964;p31"/>
          <p:cNvSpPr txBox="1"/>
          <p:nvPr>
            <p:ph idx="2" type="subTitle"/>
          </p:nvPr>
        </p:nvSpPr>
        <p:spPr>
          <a:xfrm>
            <a:off x="6212450" y="2996988"/>
            <a:ext cx="2239500" cy="7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5" name="Google Shape;965;p31"/>
          <p:cNvSpPr txBox="1"/>
          <p:nvPr>
            <p:ph type="title"/>
          </p:nvPr>
        </p:nvSpPr>
        <p:spPr>
          <a:xfrm>
            <a:off x="72000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accent4"/>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66" name="Google Shape;966;p31"/>
          <p:cNvSpPr txBox="1"/>
          <p:nvPr>
            <p:ph idx="3" type="title"/>
          </p:nvPr>
        </p:nvSpPr>
        <p:spPr>
          <a:xfrm>
            <a:off x="6212450" y="2031948"/>
            <a:ext cx="2239500" cy="111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967" name="Google Shape;967;p31"/>
          <p:cNvSpPr txBox="1"/>
          <p:nvPr>
            <p:ph idx="4"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968" name="Shape 968"/>
        <p:cNvGrpSpPr/>
        <p:nvPr/>
      </p:nvGrpSpPr>
      <p:grpSpPr>
        <a:xfrm>
          <a:off x="0" y="0"/>
          <a:ext cx="0" cy="0"/>
          <a:chOff x="0" y="0"/>
          <a:chExt cx="0" cy="0"/>
        </a:xfrm>
      </p:grpSpPr>
      <p:grpSp>
        <p:nvGrpSpPr>
          <p:cNvPr id="969" name="Google Shape;969;p32"/>
          <p:cNvGrpSpPr/>
          <p:nvPr/>
        </p:nvGrpSpPr>
        <p:grpSpPr>
          <a:xfrm>
            <a:off x="0" y="0"/>
            <a:ext cx="9144000" cy="5143500"/>
            <a:chOff x="0" y="0"/>
            <a:chExt cx="9144000" cy="5143500"/>
          </a:xfrm>
        </p:grpSpPr>
        <p:sp>
          <p:nvSpPr>
            <p:cNvPr id="970" name="Google Shape;970;p32"/>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32"/>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2" name="Google Shape;972;p32"/>
          <p:cNvSpPr txBox="1"/>
          <p:nvPr/>
        </p:nvSpPr>
        <p:spPr>
          <a:xfrm>
            <a:off x="3925025" y="3203013"/>
            <a:ext cx="3216600" cy="70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100"/>
              <a:buFont typeface="Arial"/>
              <a:buNone/>
            </a:pPr>
            <a:r>
              <a:rPr b="1" i="0" lang="it-IT" sz="1100" u="none" cap="none" strike="noStrike">
                <a:solidFill>
                  <a:schemeClr val="accent4"/>
                </a:solidFill>
                <a:latin typeface="Overpass"/>
                <a:ea typeface="Overpass"/>
                <a:cs typeface="Overpass"/>
                <a:sym typeface="Overpass"/>
              </a:rPr>
              <a:t>CREDITS:</a:t>
            </a:r>
            <a:r>
              <a:rPr b="0" i="0" lang="it-IT" sz="1100" u="none" cap="none" strike="noStrike">
                <a:solidFill>
                  <a:schemeClr val="accent4"/>
                </a:solidFill>
                <a:latin typeface="Overpass"/>
                <a:ea typeface="Overpass"/>
                <a:cs typeface="Overpass"/>
                <a:sym typeface="Overpass"/>
              </a:rPr>
              <a:t> </a:t>
            </a:r>
            <a:r>
              <a:rPr b="0" i="0" lang="it-IT" sz="1100" u="none" cap="none" strike="noStrike">
                <a:solidFill>
                  <a:schemeClr val="lt1"/>
                </a:solidFill>
                <a:latin typeface="Overpass"/>
                <a:ea typeface="Overpass"/>
                <a:cs typeface="Overpass"/>
                <a:sym typeface="Overpass"/>
              </a:rPr>
              <a:t>This presentation template was created by </a:t>
            </a:r>
            <a:r>
              <a:rPr b="1" i="0" lang="it-IT" sz="1100" u="none" cap="none" strike="noStrike">
                <a:solidFill>
                  <a:schemeClr val="hlink"/>
                </a:solidFill>
                <a:uFill>
                  <a:noFill/>
                </a:uFill>
                <a:latin typeface="Overpass"/>
                <a:ea typeface="Overpass"/>
                <a:cs typeface="Overpass"/>
                <a:sym typeface="Overpass"/>
                <a:hlinkClick r:id="rId2"/>
              </a:rPr>
              <a:t>Slidesgo</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including icons by </a:t>
            </a:r>
            <a:r>
              <a:rPr b="1" i="0" lang="it-IT" sz="1100" u="none" cap="none" strike="noStrike">
                <a:solidFill>
                  <a:schemeClr val="hlink"/>
                </a:solidFill>
                <a:uFill>
                  <a:noFill/>
                </a:uFill>
                <a:latin typeface="Overpass"/>
                <a:ea typeface="Overpass"/>
                <a:cs typeface="Overpass"/>
                <a:sym typeface="Overpass"/>
                <a:hlinkClick r:id="rId3"/>
              </a:rPr>
              <a:t>Flaticon</a:t>
            </a:r>
            <a:r>
              <a:rPr b="1" i="0" lang="it-IT" sz="1100" u="none" cap="none" strike="noStrike">
                <a:solidFill>
                  <a:schemeClr val="accent4"/>
                </a:solidFill>
                <a:latin typeface="Overpass"/>
                <a:ea typeface="Overpass"/>
                <a:cs typeface="Overpass"/>
                <a:sym typeface="Overpass"/>
              </a:rPr>
              <a:t>,</a:t>
            </a:r>
            <a:r>
              <a:rPr b="0" i="0" lang="it-IT" sz="1100" u="none" cap="none" strike="noStrike">
                <a:solidFill>
                  <a:schemeClr val="lt1"/>
                </a:solidFill>
                <a:latin typeface="Overpass"/>
                <a:ea typeface="Overpass"/>
                <a:cs typeface="Overpass"/>
                <a:sym typeface="Overpass"/>
              </a:rPr>
              <a:t> and infographics &amp; images by </a:t>
            </a:r>
            <a:r>
              <a:rPr b="1" i="0" lang="it-IT" sz="1100" u="none" cap="none" strike="noStrike">
                <a:solidFill>
                  <a:schemeClr val="hlink"/>
                </a:solidFill>
                <a:uFill>
                  <a:noFill/>
                </a:uFill>
                <a:latin typeface="Overpass"/>
                <a:ea typeface="Overpass"/>
                <a:cs typeface="Overpass"/>
                <a:sym typeface="Overpass"/>
                <a:hlinkClick r:id="rId4"/>
              </a:rPr>
              <a:t>Freepik</a:t>
            </a:r>
            <a:endParaRPr b="1" i="0" sz="1100" u="none" cap="none" strike="noStrike">
              <a:solidFill>
                <a:schemeClr val="accent4"/>
              </a:solidFill>
              <a:latin typeface="Overpass"/>
              <a:ea typeface="Overpass"/>
              <a:cs typeface="Overpass"/>
              <a:sym typeface="Overpass"/>
            </a:endParaRPr>
          </a:p>
        </p:txBody>
      </p:sp>
      <p:grpSp>
        <p:nvGrpSpPr>
          <p:cNvPr id="973" name="Google Shape;973;p32"/>
          <p:cNvGrpSpPr/>
          <p:nvPr/>
        </p:nvGrpSpPr>
        <p:grpSpPr>
          <a:xfrm>
            <a:off x="-198425" y="-124600"/>
            <a:ext cx="9393725" cy="5424592"/>
            <a:chOff x="-198425" y="-124600"/>
            <a:chExt cx="9393725" cy="5424592"/>
          </a:xfrm>
        </p:grpSpPr>
        <p:cxnSp>
          <p:nvCxnSpPr>
            <p:cNvPr id="974" name="Google Shape;974;p32"/>
            <p:cNvCxnSpPr/>
            <p:nvPr/>
          </p:nvCxnSpPr>
          <p:spPr>
            <a:xfrm>
              <a:off x="3506700" y="-28150"/>
              <a:ext cx="5688600" cy="327600"/>
            </a:xfrm>
            <a:prstGeom prst="straightConnector1">
              <a:avLst/>
            </a:prstGeom>
            <a:noFill/>
            <a:ln cap="rnd" cmpd="sng" w="9525">
              <a:solidFill>
                <a:schemeClr val="accent4"/>
              </a:solidFill>
              <a:prstDash val="solid"/>
              <a:round/>
              <a:headEnd len="sm" w="sm" type="none"/>
              <a:tailEnd len="sm" w="sm" type="none"/>
            </a:ln>
          </p:spPr>
        </p:cxnSp>
        <p:cxnSp>
          <p:nvCxnSpPr>
            <p:cNvPr id="975" name="Google Shape;975;p32"/>
            <p:cNvCxnSpPr/>
            <p:nvPr/>
          </p:nvCxnSpPr>
          <p:spPr>
            <a:xfrm>
              <a:off x="8609300" y="-124600"/>
              <a:ext cx="526800" cy="2563800"/>
            </a:xfrm>
            <a:prstGeom prst="straightConnector1">
              <a:avLst/>
            </a:prstGeom>
            <a:noFill/>
            <a:ln cap="rnd" cmpd="sng" w="9525">
              <a:solidFill>
                <a:schemeClr val="accent4"/>
              </a:solidFill>
              <a:prstDash val="solid"/>
              <a:round/>
              <a:headEnd len="sm" w="sm" type="none"/>
              <a:tailEnd len="sm" w="sm" type="none"/>
            </a:ln>
          </p:spPr>
        </p:cxnSp>
        <p:cxnSp>
          <p:nvCxnSpPr>
            <p:cNvPr id="976" name="Google Shape;976;p32"/>
            <p:cNvCxnSpPr/>
            <p:nvPr/>
          </p:nvCxnSpPr>
          <p:spPr>
            <a:xfrm flipH="1" rot="10800000">
              <a:off x="2703925" y="4662700"/>
              <a:ext cx="957600" cy="552600"/>
            </a:xfrm>
            <a:prstGeom prst="straightConnector1">
              <a:avLst/>
            </a:prstGeom>
            <a:noFill/>
            <a:ln cap="rnd" cmpd="sng" w="9525">
              <a:solidFill>
                <a:schemeClr val="accent4"/>
              </a:solidFill>
              <a:prstDash val="solid"/>
              <a:round/>
              <a:headEnd len="sm" w="sm" type="none"/>
              <a:tailEnd len="sm" w="sm" type="none"/>
            </a:ln>
          </p:spPr>
        </p:cxnSp>
        <p:cxnSp>
          <p:nvCxnSpPr>
            <p:cNvPr id="977" name="Google Shape;977;p32"/>
            <p:cNvCxnSpPr/>
            <p:nvPr/>
          </p:nvCxnSpPr>
          <p:spPr>
            <a:xfrm>
              <a:off x="3173025" y="4643400"/>
              <a:ext cx="2210400" cy="546300"/>
            </a:xfrm>
            <a:prstGeom prst="straightConnector1">
              <a:avLst/>
            </a:prstGeom>
            <a:noFill/>
            <a:ln cap="rnd" cmpd="sng" w="9525">
              <a:solidFill>
                <a:schemeClr val="accent4"/>
              </a:solidFill>
              <a:prstDash val="solid"/>
              <a:round/>
              <a:headEnd len="sm" w="sm" type="none"/>
              <a:tailEnd len="sm" w="sm" type="none"/>
            </a:ln>
          </p:spPr>
        </p:cxnSp>
        <p:cxnSp>
          <p:nvCxnSpPr>
            <p:cNvPr id="978" name="Google Shape;978;p32"/>
            <p:cNvCxnSpPr/>
            <p:nvPr/>
          </p:nvCxnSpPr>
          <p:spPr>
            <a:xfrm flipH="1" rot="10800000">
              <a:off x="4141900" y="4849025"/>
              <a:ext cx="5044200" cy="122100"/>
            </a:xfrm>
            <a:prstGeom prst="straightConnector1">
              <a:avLst/>
            </a:prstGeom>
            <a:noFill/>
            <a:ln cap="rnd" cmpd="sng" w="9525">
              <a:solidFill>
                <a:schemeClr val="accent4"/>
              </a:solidFill>
              <a:prstDash val="solid"/>
              <a:round/>
              <a:headEnd len="sm" w="sm" type="none"/>
              <a:tailEnd len="sm" w="sm" type="none"/>
            </a:ln>
          </p:spPr>
        </p:cxnSp>
        <p:cxnSp>
          <p:nvCxnSpPr>
            <p:cNvPr id="979" name="Google Shape;979;p32"/>
            <p:cNvCxnSpPr/>
            <p:nvPr/>
          </p:nvCxnSpPr>
          <p:spPr>
            <a:xfrm>
              <a:off x="-198425" y="2876200"/>
              <a:ext cx="796800" cy="2339100"/>
            </a:xfrm>
            <a:prstGeom prst="straightConnector1">
              <a:avLst/>
            </a:prstGeom>
            <a:noFill/>
            <a:ln cap="rnd" cmpd="sng" w="9525">
              <a:solidFill>
                <a:schemeClr val="accent4"/>
              </a:solidFill>
              <a:prstDash val="solid"/>
              <a:round/>
              <a:headEnd len="sm" w="sm" type="none"/>
              <a:tailEnd len="sm" w="sm" type="none"/>
            </a:ln>
          </p:spPr>
        </p:cxnSp>
        <p:cxnSp>
          <p:nvCxnSpPr>
            <p:cNvPr id="980" name="Google Shape;980;p32"/>
            <p:cNvCxnSpPr/>
            <p:nvPr/>
          </p:nvCxnSpPr>
          <p:spPr>
            <a:xfrm flipH="1">
              <a:off x="-146900" y="3737350"/>
              <a:ext cx="526800" cy="809700"/>
            </a:xfrm>
            <a:prstGeom prst="straightConnector1">
              <a:avLst/>
            </a:prstGeom>
            <a:noFill/>
            <a:ln cap="rnd" cmpd="sng" w="9525">
              <a:solidFill>
                <a:schemeClr val="accent4"/>
              </a:solidFill>
              <a:prstDash val="solid"/>
              <a:round/>
              <a:headEnd len="sm" w="sm" type="none"/>
              <a:tailEnd len="sm" w="sm" type="none"/>
            </a:ln>
          </p:spPr>
        </p:cxnSp>
        <p:grpSp>
          <p:nvGrpSpPr>
            <p:cNvPr id="981" name="Google Shape;981;p32"/>
            <p:cNvGrpSpPr/>
            <p:nvPr/>
          </p:nvGrpSpPr>
          <p:grpSpPr>
            <a:xfrm>
              <a:off x="-165624" y="3659501"/>
              <a:ext cx="718341" cy="718341"/>
              <a:chOff x="-83525" y="4333650"/>
              <a:chExt cx="539700" cy="539700"/>
            </a:xfrm>
          </p:grpSpPr>
          <p:sp>
            <p:nvSpPr>
              <p:cNvPr id="982" name="Google Shape;982;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4" name="Google Shape;984;p32"/>
            <p:cNvGrpSpPr/>
            <p:nvPr/>
          </p:nvGrpSpPr>
          <p:grpSpPr>
            <a:xfrm>
              <a:off x="3322345" y="4509449"/>
              <a:ext cx="419725" cy="419725"/>
              <a:chOff x="-83525" y="4333650"/>
              <a:chExt cx="539700" cy="539700"/>
            </a:xfrm>
          </p:grpSpPr>
          <p:sp>
            <p:nvSpPr>
              <p:cNvPr id="985" name="Google Shape;985;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7" name="Google Shape;987;p32"/>
            <p:cNvGrpSpPr/>
            <p:nvPr/>
          </p:nvGrpSpPr>
          <p:grpSpPr>
            <a:xfrm>
              <a:off x="8475894" y="68867"/>
              <a:ext cx="419725" cy="419725"/>
              <a:chOff x="-83525" y="4333650"/>
              <a:chExt cx="539700" cy="539700"/>
            </a:xfrm>
          </p:grpSpPr>
          <p:sp>
            <p:nvSpPr>
              <p:cNvPr id="988" name="Google Shape;988;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0" name="Google Shape;990;p32"/>
            <p:cNvGrpSpPr/>
            <p:nvPr/>
          </p:nvGrpSpPr>
          <p:grpSpPr>
            <a:xfrm>
              <a:off x="4154182" y="4629037"/>
              <a:ext cx="670955" cy="670955"/>
              <a:chOff x="-83525" y="4333650"/>
              <a:chExt cx="539700" cy="539700"/>
            </a:xfrm>
          </p:grpSpPr>
          <p:sp>
            <p:nvSpPr>
              <p:cNvPr id="991" name="Google Shape;991;p32"/>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32"/>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93" name="Google Shape;993;p32"/>
          <p:cNvSpPr txBox="1"/>
          <p:nvPr>
            <p:ph type="ctrTitle"/>
          </p:nvPr>
        </p:nvSpPr>
        <p:spPr>
          <a:xfrm>
            <a:off x="3498300" y="705863"/>
            <a:ext cx="4070100" cy="116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94" name="Google Shape;994;p32"/>
          <p:cNvSpPr txBox="1"/>
          <p:nvPr>
            <p:ph idx="1" type="subTitle"/>
          </p:nvPr>
        </p:nvSpPr>
        <p:spPr>
          <a:xfrm>
            <a:off x="3924975" y="1898032"/>
            <a:ext cx="3216600" cy="122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95" name="Google Shape;995;p32"/>
          <p:cNvSpPr txBox="1"/>
          <p:nvPr>
            <p:ph idx="2" type="subTitle"/>
          </p:nvPr>
        </p:nvSpPr>
        <p:spPr>
          <a:xfrm rot="-962">
            <a:off x="3924975" y="4018388"/>
            <a:ext cx="32166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96" name="Shape 996"/>
        <p:cNvGrpSpPr/>
        <p:nvPr/>
      </p:nvGrpSpPr>
      <p:grpSpPr>
        <a:xfrm>
          <a:off x="0" y="0"/>
          <a:ext cx="0" cy="0"/>
          <a:chOff x="0" y="0"/>
          <a:chExt cx="0" cy="0"/>
        </a:xfrm>
      </p:grpSpPr>
      <p:sp>
        <p:nvSpPr>
          <p:cNvPr id="997" name="Google Shape;997;p33"/>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2_1_1_2">
    <p:spTree>
      <p:nvGrpSpPr>
        <p:cNvPr id="998" name="Shape 998"/>
        <p:cNvGrpSpPr/>
        <p:nvPr/>
      </p:nvGrpSpPr>
      <p:grpSpPr>
        <a:xfrm>
          <a:off x="0" y="0"/>
          <a:ext cx="0" cy="0"/>
          <a:chOff x="0" y="0"/>
          <a:chExt cx="0" cy="0"/>
        </a:xfrm>
      </p:grpSpPr>
      <p:grpSp>
        <p:nvGrpSpPr>
          <p:cNvPr id="999" name="Google Shape;999;p34"/>
          <p:cNvGrpSpPr/>
          <p:nvPr/>
        </p:nvGrpSpPr>
        <p:grpSpPr>
          <a:xfrm>
            <a:off x="0" y="0"/>
            <a:ext cx="9144000" cy="5143500"/>
            <a:chOff x="0" y="0"/>
            <a:chExt cx="9144000" cy="5143500"/>
          </a:xfrm>
        </p:grpSpPr>
        <p:sp>
          <p:nvSpPr>
            <p:cNvPr id="1000" name="Google Shape;1000;p34"/>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34"/>
            <p:cNvSpPr/>
            <p:nvPr/>
          </p:nvSpPr>
          <p:spPr>
            <a:xfrm>
              <a:off x="0" y="0"/>
              <a:ext cx="9144000" cy="5143500"/>
            </a:xfrm>
            <a:prstGeom prst="rect">
              <a:avLst/>
            </a:prstGeom>
            <a:gradFill>
              <a:gsLst>
                <a:gs pos="0">
                  <a:srgbClr val="748BFF">
                    <a:alpha val="0"/>
                  </a:srgbClr>
                </a:gs>
                <a:gs pos="50000">
                  <a:srgbClr val="748BFF">
                    <a:alpha val="52941"/>
                  </a:srgbClr>
                </a:gs>
                <a:gs pos="100000">
                  <a:srgbClr val="006AFF">
                    <a:alpha val="53725"/>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2" name="Google Shape;1002;p34"/>
          <p:cNvGrpSpPr/>
          <p:nvPr/>
        </p:nvGrpSpPr>
        <p:grpSpPr>
          <a:xfrm>
            <a:off x="-211800" y="-216925"/>
            <a:ext cx="9518250" cy="5601275"/>
            <a:chOff x="-211800" y="-216925"/>
            <a:chExt cx="9518250" cy="5601275"/>
          </a:xfrm>
        </p:grpSpPr>
        <p:cxnSp>
          <p:nvCxnSpPr>
            <p:cNvPr id="1003" name="Google Shape;1003;p34"/>
            <p:cNvCxnSpPr/>
            <p:nvPr/>
          </p:nvCxnSpPr>
          <p:spPr>
            <a:xfrm>
              <a:off x="7116875" y="-52250"/>
              <a:ext cx="2033400" cy="1636200"/>
            </a:xfrm>
            <a:prstGeom prst="straightConnector1">
              <a:avLst/>
            </a:prstGeom>
            <a:noFill/>
            <a:ln cap="rnd" cmpd="sng" w="9525">
              <a:solidFill>
                <a:schemeClr val="accent4"/>
              </a:solidFill>
              <a:prstDash val="solid"/>
              <a:round/>
              <a:headEnd len="sm" w="sm" type="none"/>
              <a:tailEnd len="sm" w="sm" type="none"/>
            </a:ln>
          </p:spPr>
        </p:cxnSp>
        <p:grpSp>
          <p:nvGrpSpPr>
            <p:cNvPr id="1004" name="Google Shape;1004;p34"/>
            <p:cNvGrpSpPr/>
            <p:nvPr/>
          </p:nvGrpSpPr>
          <p:grpSpPr>
            <a:xfrm>
              <a:off x="263431" y="690168"/>
              <a:ext cx="334182" cy="334182"/>
              <a:chOff x="-83525" y="4333650"/>
              <a:chExt cx="539700" cy="539700"/>
            </a:xfrm>
          </p:grpSpPr>
          <p:sp>
            <p:nvSpPr>
              <p:cNvPr id="1005" name="Google Shape;1005;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07" name="Google Shape;1007;p34"/>
            <p:cNvCxnSpPr/>
            <p:nvPr/>
          </p:nvCxnSpPr>
          <p:spPr>
            <a:xfrm>
              <a:off x="7852875" y="-77200"/>
              <a:ext cx="1291200" cy="3935700"/>
            </a:xfrm>
            <a:prstGeom prst="straightConnector1">
              <a:avLst/>
            </a:prstGeom>
            <a:noFill/>
            <a:ln cap="rnd" cmpd="sng" w="9525">
              <a:solidFill>
                <a:schemeClr val="accent4"/>
              </a:solidFill>
              <a:prstDash val="solid"/>
              <a:round/>
              <a:headEnd len="sm" w="sm" type="none"/>
              <a:tailEnd len="sm" w="sm" type="none"/>
            </a:ln>
          </p:spPr>
        </p:cxnSp>
        <p:cxnSp>
          <p:nvCxnSpPr>
            <p:cNvPr id="1008" name="Google Shape;1008;p34"/>
            <p:cNvCxnSpPr/>
            <p:nvPr/>
          </p:nvCxnSpPr>
          <p:spPr>
            <a:xfrm flipH="1" rot="10800000">
              <a:off x="7921650" y="2826975"/>
              <a:ext cx="1384800" cy="2445000"/>
            </a:xfrm>
            <a:prstGeom prst="straightConnector1">
              <a:avLst/>
            </a:prstGeom>
            <a:noFill/>
            <a:ln cap="rnd" cmpd="sng" w="9525">
              <a:solidFill>
                <a:schemeClr val="accent4"/>
              </a:solidFill>
              <a:prstDash val="solid"/>
              <a:round/>
              <a:headEnd len="sm" w="sm" type="none"/>
              <a:tailEnd len="sm" w="sm" type="none"/>
            </a:ln>
          </p:spPr>
        </p:cxnSp>
        <p:cxnSp>
          <p:nvCxnSpPr>
            <p:cNvPr id="1009" name="Google Shape;1009;p34"/>
            <p:cNvCxnSpPr/>
            <p:nvPr/>
          </p:nvCxnSpPr>
          <p:spPr>
            <a:xfrm flipH="1">
              <a:off x="-211800" y="-216925"/>
              <a:ext cx="1634100" cy="3667500"/>
            </a:xfrm>
            <a:prstGeom prst="straightConnector1">
              <a:avLst/>
            </a:prstGeom>
            <a:noFill/>
            <a:ln cap="rnd" cmpd="sng" w="9525">
              <a:solidFill>
                <a:schemeClr val="accent4"/>
              </a:solidFill>
              <a:prstDash val="solid"/>
              <a:round/>
              <a:headEnd len="sm" w="sm" type="none"/>
              <a:tailEnd len="sm" w="sm" type="none"/>
            </a:ln>
          </p:spPr>
        </p:cxnSp>
        <p:cxnSp>
          <p:nvCxnSpPr>
            <p:cNvPr id="1010" name="Google Shape;1010;p34"/>
            <p:cNvCxnSpPr/>
            <p:nvPr/>
          </p:nvCxnSpPr>
          <p:spPr>
            <a:xfrm>
              <a:off x="-149525" y="1280050"/>
              <a:ext cx="1160100" cy="4104300"/>
            </a:xfrm>
            <a:prstGeom prst="straightConnector1">
              <a:avLst/>
            </a:prstGeom>
            <a:noFill/>
            <a:ln cap="rnd" cmpd="sng" w="9525">
              <a:solidFill>
                <a:schemeClr val="accent4"/>
              </a:solidFill>
              <a:prstDash val="solid"/>
              <a:round/>
              <a:headEnd len="sm" w="sm" type="none"/>
              <a:tailEnd len="sm" w="sm" type="none"/>
            </a:ln>
          </p:spPr>
        </p:cxnSp>
        <p:grpSp>
          <p:nvGrpSpPr>
            <p:cNvPr id="1011" name="Google Shape;1011;p34"/>
            <p:cNvGrpSpPr/>
            <p:nvPr/>
          </p:nvGrpSpPr>
          <p:grpSpPr>
            <a:xfrm>
              <a:off x="7774404" y="406675"/>
              <a:ext cx="718341" cy="718341"/>
              <a:chOff x="30975" y="3360397"/>
              <a:chExt cx="539700" cy="539700"/>
            </a:xfrm>
          </p:grpSpPr>
          <p:sp>
            <p:nvSpPr>
              <p:cNvPr id="1012" name="Google Shape;1012;p3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3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4" name="Google Shape;1014;p34"/>
            <p:cNvGrpSpPr/>
            <p:nvPr/>
          </p:nvGrpSpPr>
          <p:grpSpPr>
            <a:xfrm>
              <a:off x="360829" y="3949925"/>
              <a:ext cx="718341" cy="718341"/>
              <a:chOff x="30975" y="3360397"/>
              <a:chExt cx="539700" cy="539700"/>
            </a:xfrm>
          </p:grpSpPr>
          <p:sp>
            <p:nvSpPr>
              <p:cNvPr id="1015" name="Google Shape;1015;p34"/>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34"/>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7" name="Google Shape;1017;p34"/>
            <p:cNvGrpSpPr/>
            <p:nvPr/>
          </p:nvGrpSpPr>
          <p:grpSpPr>
            <a:xfrm>
              <a:off x="837256" y="1663218"/>
              <a:ext cx="334182" cy="334182"/>
              <a:chOff x="-83525" y="4333650"/>
              <a:chExt cx="539700" cy="539700"/>
            </a:xfrm>
          </p:grpSpPr>
          <p:sp>
            <p:nvSpPr>
              <p:cNvPr id="1018" name="Google Shape;1018;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0" name="Google Shape;1020;p34"/>
            <p:cNvGrpSpPr/>
            <p:nvPr/>
          </p:nvGrpSpPr>
          <p:grpSpPr>
            <a:xfrm>
              <a:off x="8158556" y="3680318"/>
              <a:ext cx="334182" cy="334182"/>
              <a:chOff x="-83525" y="4333650"/>
              <a:chExt cx="539700" cy="539700"/>
            </a:xfrm>
          </p:grpSpPr>
          <p:sp>
            <p:nvSpPr>
              <p:cNvPr id="1021" name="Google Shape;1021;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3" name="Google Shape;1023;p34"/>
            <p:cNvGrpSpPr/>
            <p:nvPr/>
          </p:nvGrpSpPr>
          <p:grpSpPr>
            <a:xfrm>
              <a:off x="7721931" y="2571743"/>
              <a:ext cx="334182" cy="334182"/>
              <a:chOff x="-83525" y="4333650"/>
              <a:chExt cx="539700" cy="539700"/>
            </a:xfrm>
          </p:grpSpPr>
          <p:sp>
            <p:nvSpPr>
              <p:cNvPr id="1024" name="Google Shape;1024;p34"/>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34"/>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2_1_1_1_1">
    <p:spTree>
      <p:nvGrpSpPr>
        <p:cNvPr id="1026" name="Shape 1026"/>
        <p:cNvGrpSpPr/>
        <p:nvPr/>
      </p:nvGrpSpPr>
      <p:grpSpPr>
        <a:xfrm>
          <a:off x="0" y="0"/>
          <a:ext cx="0" cy="0"/>
          <a:chOff x="0" y="0"/>
          <a:chExt cx="0" cy="0"/>
        </a:xfrm>
      </p:grpSpPr>
      <p:grpSp>
        <p:nvGrpSpPr>
          <p:cNvPr id="1027" name="Google Shape;1027;p35"/>
          <p:cNvGrpSpPr/>
          <p:nvPr/>
        </p:nvGrpSpPr>
        <p:grpSpPr>
          <a:xfrm flipH="1" rot="10800000">
            <a:off x="0" y="0"/>
            <a:ext cx="9144000" cy="5143500"/>
            <a:chOff x="0" y="0"/>
            <a:chExt cx="9144000" cy="5143500"/>
          </a:xfrm>
        </p:grpSpPr>
        <p:sp>
          <p:nvSpPr>
            <p:cNvPr id="1028" name="Google Shape;1028;p35"/>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35"/>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0" name="Google Shape;1030;p35"/>
          <p:cNvGrpSpPr/>
          <p:nvPr/>
        </p:nvGrpSpPr>
        <p:grpSpPr>
          <a:xfrm>
            <a:off x="-162000" y="-104750"/>
            <a:ext cx="9456100" cy="5526550"/>
            <a:chOff x="-162000" y="-104750"/>
            <a:chExt cx="9456100" cy="5526550"/>
          </a:xfrm>
        </p:grpSpPr>
        <p:cxnSp>
          <p:nvCxnSpPr>
            <p:cNvPr id="1031" name="Google Shape;1031;p35"/>
            <p:cNvCxnSpPr/>
            <p:nvPr/>
          </p:nvCxnSpPr>
          <p:spPr>
            <a:xfrm flipH="1">
              <a:off x="8046450" y="-53850"/>
              <a:ext cx="684900" cy="5275800"/>
            </a:xfrm>
            <a:prstGeom prst="straightConnector1">
              <a:avLst/>
            </a:prstGeom>
            <a:noFill/>
            <a:ln cap="rnd" cmpd="sng" w="9525">
              <a:solidFill>
                <a:schemeClr val="accent4"/>
              </a:solidFill>
              <a:prstDash val="solid"/>
              <a:round/>
              <a:headEnd len="sm" w="sm" type="none"/>
              <a:tailEnd len="sm" w="sm" type="none"/>
            </a:ln>
          </p:spPr>
        </p:cxnSp>
        <p:grpSp>
          <p:nvGrpSpPr>
            <p:cNvPr id="1032" name="Google Shape;1032;p35"/>
            <p:cNvGrpSpPr/>
            <p:nvPr/>
          </p:nvGrpSpPr>
          <p:grpSpPr>
            <a:xfrm>
              <a:off x="786069" y="205830"/>
              <a:ext cx="334182" cy="334182"/>
              <a:chOff x="-83525" y="4333650"/>
              <a:chExt cx="539700" cy="539700"/>
            </a:xfrm>
          </p:grpSpPr>
          <p:sp>
            <p:nvSpPr>
              <p:cNvPr id="1033" name="Google Shape;1033;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35" name="Google Shape;1035;p35"/>
            <p:cNvCxnSpPr/>
            <p:nvPr/>
          </p:nvCxnSpPr>
          <p:spPr>
            <a:xfrm flipH="1" rot="10800000">
              <a:off x="4341400" y="4174325"/>
              <a:ext cx="4952700" cy="1122600"/>
            </a:xfrm>
            <a:prstGeom prst="straightConnector1">
              <a:avLst/>
            </a:prstGeom>
            <a:noFill/>
            <a:ln cap="rnd" cmpd="sng" w="9525">
              <a:solidFill>
                <a:schemeClr val="accent4"/>
              </a:solidFill>
              <a:prstDash val="solid"/>
              <a:round/>
              <a:headEnd len="sm" w="sm" type="none"/>
              <a:tailEnd len="sm" w="sm" type="none"/>
            </a:ln>
          </p:spPr>
        </p:cxnSp>
        <p:cxnSp>
          <p:nvCxnSpPr>
            <p:cNvPr id="1036" name="Google Shape;1036;p35"/>
            <p:cNvCxnSpPr/>
            <p:nvPr/>
          </p:nvCxnSpPr>
          <p:spPr>
            <a:xfrm>
              <a:off x="-162000" y="3226100"/>
              <a:ext cx="1122600" cy="2195700"/>
            </a:xfrm>
            <a:prstGeom prst="straightConnector1">
              <a:avLst/>
            </a:prstGeom>
            <a:noFill/>
            <a:ln cap="rnd" cmpd="sng" w="9525">
              <a:solidFill>
                <a:schemeClr val="accent4"/>
              </a:solidFill>
              <a:prstDash val="solid"/>
              <a:round/>
              <a:headEnd len="sm" w="sm" type="none"/>
              <a:tailEnd len="sm" w="sm" type="none"/>
            </a:ln>
          </p:spPr>
        </p:cxnSp>
        <p:cxnSp>
          <p:nvCxnSpPr>
            <p:cNvPr id="1037" name="Google Shape;1037;p35"/>
            <p:cNvCxnSpPr/>
            <p:nvPr/>
          </p:nvCxnSpPr>
          <p:spPr>
            <a:xfrm flipH="1" rot="10800000">
              <a:off x="-49725" y="-92250"/>
              <a:ext cx="835800" cy="4728000"/>
            </a:xfrm>
            <a:prstGeom prst="straightConnector1">
              <a:avLst/>
            </a:prstGeom>
            <a:noFill/>
            <a:ln cap="rnd" cmpd="sng" w="9525">
              <a:solidFill>
                <a:schemeClr val="accent4"/>
              </a:solidFill>
              <a:prstDash val="solid"/>
              <a:round/>
              <a:headEnd len="sm" w="sm" type="none"/>
              <a:tailEnd len="sm" w="sm" type="none"/>
            </a:ln>
          </p:spPr>
        </p:cxnSp>
        <p:cxnSp>
          <p:nvCxnSpPr>
            <p:cNvPr id="1038" name="Google Shape;1038;p35"/>
            <p:cNvCxnSpPr/>
            <p:nvPr/>
          </p:nvCxnSpPr>
          <p:spPr>
            <a:xfrm flipH="1" rot="10800000">
              <a:off x="-124575" y="-104750"/>
              <a:ext cx="3729900" cy="1235100"/>
            </a:xfrm>
            <a:prstGeom prst="straightConnector1">
              <a:avLst/>
            </a:prstGeom>
            <a:noFill/>
            <a:ln cap="rnd" cmpd="sng" w="9525">
              <a:solidFill>
                <a:schemeClr val="accent4"/>
              </a:solidFill>
              <a:prstDash val="solid"/>
              <a:round/>
              <a:headEnd len="sm" w="sm" type="none"/>
              <a:tailEnd len="sm" w="sm" type="none"/>
            </a:ln>
          </p:spPr>
        </p:cxnSp>
        <p:cxnSp>
          <p:nvCxnSpPr>
            <p:cNvPr id="1039" name="Google Shape;1039;p35"/>
            <p:cNvCxnSpPr/>
            <p:nvPr/>
          </p:nvCxnSpPr>
          <p:spPr>
            <a:xfrm>
              <a:off x="8171150" y="-29800"/>
              <a:ext cx="1072800" cy="3742500"/>
            </a:xfrm>
            <a:prstGeom prst="straightConnector1">
              <a:avLst/>
            </a:prstGeom>
            <a:noFill/>
            <a:ln cap="rnd" cmpd="sng" w="9525">
              <a:solidFill>
                <a:schemeClr val="accent4"/>
              </a:solidFill>
              <a:prstDash val="solid"/>
              <a:round/>
              <a:headEnd len="sm" w="sm" type="none"/>
              <a:tailEnd len="sm" w="sm" type="none"/>
            </a:ln>
          </p:spPr>
        </p:cxnSp>
        <p:grpSp>
          <p:nvGrpSpPr>
            <p:cNvPr id="1040" name="Google Shape;1040;p35"/>
            <p:cNvGrpSpPr/>
            <p:nvPr/>
          </p:nvGrpSpPr>
          <p:grpSpPr>
            <a:xfrm>
              <a:off x="7800479" y="4080050"/>
              <a:ext cx="718341" cy="718341"/>
              <a:chOff x="30975" y="3360397"/>
              <a:chExt cx="539700" cy="539700"/>
            </a:xfrm>
          </p:grpSpPr>
          <p:sp>
            <p:nvSpPr>
              <p:cNvPr id="1041" name="Google Shape;1041;p3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3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3" name="Google Shape;1043;p35"/>
            <p:cNvGrpSpPr/>
            <p:nvPr/>
          </p:nvGrpSpPr>
          <p:grpSpPr>
            <a:xfrm>
              <a:off x="242254" y="540000"/>
              <a:ext cx="718341" cy="718341"/>
              <a:chOff x="30975" y="3360397"/>
              <a:chExt cx="539700" cy="539700"/>
            </a:xfrm>
          </p:grpSpPr>
          <p:sp>
            <p:nvSpPr>
              <p:cNvPr id="1044" name="Google Shape;1044;p35"/>
              <p:cNvSpPr/>
              <p:nvPr/>
            </p:nvSpPr>
            <p:spPr>
              <a:xfrm>
                <a:off x="30975" y="3360397"/>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35"/>
              <p:cNvSpPr/>
              <p:nvPr/>
            </p:nvSpPr>
            <p:spPr>
              <a:xfrm>
                <a:off x="140100" y="3469447"/>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6" name="Google Shape;1046;p35"/>
            <p:cNvGrpSpPr/>
            <p:nvPr/>
          </p:nvGrpSpPr>
          <p:grpSpPr>
            <a:xfrm>
              <a:off x="434331" y="3745880"/>
              <a:ext cx="334182" cy="334182"/>
              <a:chOff x="-83525" y="4333650"/>
              <a:chExt cx="539700" cy="539700"/>
            </a:xfrm>
          </p:grpSpPr>
          <p:sp>
            <p:nvSpPr>
              <p:cNvPr id="1047" name="Google Shape;1047;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9" name="Google Shape;1049;p35"/>
            <p:cNvGrpSpPr/>
            <p:nvPr/>
          </p:nvGrpSpPr>
          <p:grpSpPr>
            <a:xfrm>
              <a:off x="100131" y="4568543"/>
              <a:ext cx="334182" cy="334182"/>
              <a:chOff x="-83525" y="4333650"/>
              <a:chExt cx="539700" cy="539700"/>
            </a:xfrm>
          </p:grpSpPr>
          <p:sp>
            <p:nvSpPr>
              <p:cNvPr id="1050" name="Google Shape;1050;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2" name="Google Shape;1052;p35"/>
            <p:cNvGrpSpPr/>
            <p:nvPr/>
          </p:nvGrpSpPr>
          <p:grpSpPr>
            <a:xfrm>
              <a:off x="7992556" y="924168"/>
              <a:ext cx="334182" cy="334182"/>
              <a:chOff x="-83525" y="4333650"/>
              <a:chExt cx="539700" cy="539700"/>
            </a:xfrm>
          </p:grpSpPr>
          <p:sp>
            <p:nvSpPr>
              <p:cNvPr id="1053" name="Google Shape;1053;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5" name="Google Shape;1055;p35"/>
            <p:cNvGrpSpPr/>
            <p:nvPr/>
          </p:nvGrpSpPr>
          <p:grpSpPr>
            <a:xfrm>
              <a:off x="8809806" y="1398218"/>
              <a:ext cx="334182" cy="334182"/>
              <a:chOff x="-83525" y="4333650"/>
              <a:chExt cx="539700" cy="539700"/>
            </a:xfrm>
          </p:grpSpPr>
          <p:sp>
            <p:nvSpPr>
              <p:cNvPr id="1056" name="Google Shape;1056;p35"/>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35"/>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_1_2">
    <p:spTree>
      <p:nvGrpSpPr>
        <p:cNvPr id="1058" name="Shape 1058"/>
        <p:cNvGrpSpPr/>
        <p:nvPr/>
      </p:nvGrpSpPr>
      <p:grpSpPr>
        <a:xfrm>
          <a:off x="0" y="0"/>
          <a:ext cx="0" cy="0"/>
          <a:chOff x="0" y="0"/>
          <a:chExt cx="0" cy="0"/>
        </a:xfrm>
      </p:grpSpPr>
      <p:sp>
        <p:nvSpPr>
          <p:cNvPr id="1059" name="Google Shape;1059;p36"/>
          <p:cNvSpPr/>
          <p:nvPr/>
        </p:nvSpPr>
        <p:spPr>
          <a:xfrm>
            <a:off x="0" y="0"/>
            <a:ext cx="9144000" cy="5143500"/>
          </a:xfrm>
          <a:prstGeom prst="rect">
            <a:avLst/>
          </a:prstGeom>
          <a:gradFill>
            <a:gsLst>
              <a:gs pos="0">
                <a:srgbClr val="748BFF">
                  <a:alpha val="48235"/>
                </a:srgbClr>
              </a:gs>
              <a:gs pos="50000">
                <a:srgbClr val="7659FF">
                  <a:alpha val="49411"/>
                </a:srgbClr>
              </a:gs>
              <a:gs pos="75000">
                <a:srgbClr val="022E88">
                  <a:alpha val="34117"/>
                </a:srgbClr>
              </a:gs>
              <a:gs pos="100000">
                <a:srgbClr val="012060">
                  <a:alpha val="6000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0" name="Google Shape;1060;p36"/>
          <p:cNvGrpSpPr/>
          <p:nvPr/>
        </p:nvGrpSpPr>
        <p:grpSpPr>
          <a:xfrm>
            <a:off x="-12825" y="-83450"/>
            <a:ext cx="9219397" cy="5308025"/>
            <a:chOff x="-12825" y="-83450"/>
            <a:chExt cx="9219397" cy="5308025"/>
          </a:xfrm>
        </p:grpSpPr>
        <p:cxnSp>
          <p:nvCxnSpPr>
            <p:cNvPr id="1061" name="Google Shape;1061;p36"/>
            <p:cNvCxnSpPr/>
            <p:nvPr/>
          </p:nvCxnSpPr>
          <p:spPr>
            <a:xfrm>
              <a:off x="-12825" y="3075525"/>
              <a:ext cx="873600" cy="2142900"/>
            </a:xfrm>
            <a:prstGeom prst="straightConnector1">
              <a:avLst/>
            </a:prstGeom>
            <a:noFill/>
            <a:ln cap="rnd" cmpd="sng" w="9525">
              <a:solidFill>
                <a:schemeClr val="accent4"/>
              </a:solidFill>
              <a:prstDash val="solid"/>
              <a:round/>
              <a:headEnd len="sm" w="sm" type="none"/>
              <a:tailEnd len="sm" w="sm" type="none"/>
            </a:ln>
          </p:spPr>
        </p:cxnSp>
        <p:cxnSp>
          <p:nvCxnSpPr>
            <p:cNvPr id="1062" name="Google Shape;1062;p36"/>
            <p:cNvCxnSpPr/>
            <p:nvPr/>
          </p:nvCxnSpPr>
          <p:spPr>
            <a:xfrm flipH="1">
              <a:off x="199750" y="-58500"/>
              <a:ext cx="286800" cy="5258100"/>
            </a:xfrm>
            <a:prstGeom prst="straightConnector1">
              <a:avLst/>
            </a:prstGeom>
            <a:noFill/>
            <a:ln cap="rnd" cmpd="sng" w="9525">
              <a:solidFill>
                <a:schemeClr val="accent4"/>
              </a:solidFill>
              <a:prstDash val="solid"/>
              <a:round/>
              <a:headEnd len="sm" w="sm" type="none"/>
              <a:tailEnd len="sm" w="sm" type="none"/>
            </a:ln>
          </p:spPr>
        </p:cxnSp>
        <p:cxnSp>
          <p:nvCxnSpPr>
            <p:cNvPr id="1063" name="Google Shape;1063;p36"/>
            <p:cNvCxnSpPr/>
            <p:nvPr/>
          </p:nvCxnSpPr>
          <p:spPr>
            <a:xfrm>
              <a:off x="7522325" y="-39775"/>
              <a:ext cx="1659300" cy="1097700"/>
            </a:xfrm>
            <a:prstGeom prst="straightConnector1">
              <a:avLst/>
            </a:prstGeom>
            <a:noFill/>
            <a:ln cap="rnd" cmpd="sng" w="9525">
              <a:solidFill>
                <a:schemeClr val="accent4"/>
              </a:solidFill>
              <a:prstDash val="solid"/>
              <a:round/>
              <a:headEnd len="sm" w="sm" type="none"/>
              <a:tailEnd len="sm" w="sm" type="none"/>
            </a:ln>
          </p:spPr>
        </p:cxnSp>
        <p:cxnSp>
          <p:nvCxnSpPr>
            <p:cNvPr id="1064" name="Google Shape;1064;p36"/>
            <p:cNvCxnSpPr/>
            <p:nvPr/>
          </p:nvCxnSpPr>
          <p:spPr>
            <a:xfrm flipH="1" rot="10800000">
              <a:off x="8314475" y="3590475"/>
              <a:ext cx="848400" cy="1634100"/>
            </a:xfrm>
            <a:prstGeom prst="straightConnector1">
              <a:avLst/>
            </a:prstGeom>
            <a:noFill/>
            <a:ln cap="rnd" cmpd="sng" w="9525">
              <a:solidFill>
                <a:schemeClr val="accent4"/>
              </a:solidFill>
              <a:prstDash val="solid"/>
              <a:round/>
              <a:headEnd len="sm" w="sm" type="none"/>
              <a:tailEnd len="sm" w="sm" type="none"/>
            </a:ln>
          </p:spPr>
        </p:cxnSp>
        <p:cxnSp>
          <p:nvCxnSpPr>
            <p:cNvPr id="1065" name="Google Shape;1065;p36"/>
            <p:cNvCxnSpPr/>
            <p:nvPr/>
          </p:nvCxnSpPr>
          <p:spPr>
            <a:xfrm>
              <a:off x="8302000" y="-83450"/>
              <a:ext cx="873300" cy="4584600"/>
            </a:xfrm>
            <a:prstGeom prst="straightConnector1">
              <a:avLst/>
            </a:prstGeom>
            <a:noFill/>
            <a:ln cap="rnd" cmpd="sng" w="9525">
              <a:solidFill>
                <a:schemeClr val="accent4"/>
              </a:solidFill>
              <a:prstDash val="solid"/>
              <a:round/>
              <a:headEnd len="sm" w="sm" type="none"/>
              <a:tailEnd len="sm" w="sm" type="none"/>
            </a:ln>
          </p:spPr>
        </p:cxnSp>
        <p:grpSp>
          <p:nvGrpSpPr>
            <p:cNvPr id="1066" name="Google Shape;1066;p36"/>
            <p:cNvGrpSpPr/>
            <p:nvPr/>
          </p:nvGrpSpPr>
          <p:grpSpPr>
            <a:xfrm>
              <a:off x="64804" y="834125"/>
              <a:ext cx="718341" cy="718341"/>
              <a:chOff x="-83525" y="4333650"/>
              <a:chExt cx="539700" cy="539700"/>
            </a:xfrm>
          </p:grpSpPr>
          <p:sp>
            <p:nvSpPr>
              <p:cNvPr id="1067" name="Google Shape;1067;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9" name="Google Shape;1069;p36"/>
            <p:cNvGrpSpPr/>
            <p:nvPr/>
          </p:nvGrpSpPr>
          <p:grpSpPr>
            <a:xfrm>
              <a:off x="8064829" y="180825"/>
              <a:ext cx="718341" cy="718341"/>
              <a:chOff x="-83525" y="4333650"/>
              <a:chExt cx="539700" cy="539700"/>
            </a:xfrm>
          </p:grpSpPr>
          <p:sp>
            <p:nvSpPr>
              <p:cNvPr id="1070" name="Google Shape;1070;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2" name="Google Shape;1072;p36"/>
            <p:cNvGrpSpPr/>
            <p:nvPr/>
          </p:nvGrpSpPr>
          <p:grpSpPr>
            <a:xfrm>
              <a:off x="108716" y="3627493"/>
              <a:ext cx="334182" cy="334182"/>
              <a:chOff x="-83525" y="4333650"/>
              <a:chExt cx="539700" cy="539700"/>
            </a:xfrm>
          </p:grpSpPr>
          <p:sp>
            <p:nvSpPr>
              <p:cNvPr id="1073" name="Google Shape;1073;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5" name="Google Shape;1075;p36"/>
            <p:cNvGrpSpPr/>
            <p:nvPr/>
          </p:nvGrpSpPr>
          <p:grpSpPr>
            <a:xfrm>
              <a:off x="8872390" y="3652442"/>
              <a:ext cx="334182" cy="334182"/>
              <a:chOff x="-83525" y="4333650"/>
              <a:chExt cx="539700" cy="539700"/>
            </a:xfrm>
          </p:grpSpPr>
          <p:sp>
            <p:nvSpPr>
              <p:cNvPr id="1076" name="Google Shape;1076;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8" name="Google Shape;1078;p36"/>
            <p:cNvGrpSpPr/>
            <p:nvPr/>
          </p:nvGrpSpPr>
          <p:grpSpPr>
            <a:xfrm>
              <a:off x="8538215" y="3184617"/>
              <a:ext cx="334182" cy="334182"/>
              <a:chOff x="-83525" y="4333650"/>
              <a:chExt cx="539700" cy="539700"/>
            </a:xfrm>
          </p:grpSpPr>
          <p:sp>
            <p:nvSpPr>
              <p:cNvPr id="1079" name="Google Shape;1079;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1" name="Google Shape;1081;p36"/>
            <p:cNvGrpSpPr/>
            <p:nvPr/>
          </p:nvGrpSpPr>
          <p:grpSpPr>
            <a:xfrm>
              <a:off x="8725315" y="1218292"/>
              <a:ext cx="334182" cy="334182"/>
              <a:chOff x="-83525" y="4333650"/>
              <a:chExt cx="539700" cy="539700"/>
            </a:xfrm>
          </p:grpSpPr>
          <p:sp>
            <p:nvSpPr>
              <p:cNvPr id="1082" name="Google Shape;1082;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4" name="Google Shape;1084;p36"/>
            <p:cNvGrpSpPr/>
            <p:nvPr/>
          </p:nvGrpSpPr>
          <p:grpSpPr>
            <a:xfrm>
              <a:off x="828790" y="126742"/>
              <a:ext cx="334182" cy="334182"/>
              <a:chOff x="-83525" y="4333650"/>
              <a:chExt cx="539700" cy="539700"/>
            </a:xfrm>
          </p:grpSpPr>
          <p:sp>
            <p:nvSpPr>
              <p:cNvPr id="1085" name="Google Shape;1085;p36"/>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36"/>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TITLE_AND_TWO_COLUMNS_1_1">
    <p:spTree>
      <p:nvGrpSpPr>
        <p:cNvPr id="1087" name="Shape 1087"/>
        <p:cNvGrpSpPr/>
        <p:nvPr/>
      </p:nvGrpSpPr>
      <p:grpSpPr>
        <a:xfrm>
          <a:off x="0" y="0"/>
          <a:ext cx="0" cy="0"/>
          <a:chOff x="0" y="0"/>
          <a:chExt cx="0" cy="0"/>
        </a:xfrm>
      </p:grpSpPr>
      <p:grpSp>
        <p:nvGrpSpPr>
          <p:cNvPr id="1088" name="Google Shape;1088;p37"/>
          <p:cNvGrpSpPr/>
          <p:nvPr/>
        </p:nvGrpSpPr>
        <p:grpSpPr>
          <a:xfrm>
            <a:off x="0" y="0"/>
            <a:ext cx="9144000" cy="5143500"/>
            <a:chOff x="0" y="0"/>
            <a:chExt cx="9144000" cy="5143500"/>
          </a:xfrm>
        </p:grpSpPr>
        <p:sp>
          <p:nvSpPr>
            <p:cNvPr id="1089" name="Google Shape;1089;p37"/>
            <p:cNvSpPr/>
            <p:nvPr/>
          </p:nvSpPr>
          <p:spPr>
            <a:xfrm>
              <a:off x="0" y="0"/>
              <a:ext cx="9144000" cy="5143500"/>
            </a:xfrm>
            <a:prstGeom prst="rect">
              <a:avLst/>
            </a:prstGeom>
            <a:gradFill>
              <a:gsLst>
                <a:gs pos="0">
                  <a:srgbClr val="20F8FD">
                    <a:alpha val="28235"/>
                  </a:srgbClr>
                </a:gs>
                <a:gs pos="50000">
                  <a:srgbClr val="0182AA">
                    <a:alpha val="35294"/>
                  </a:srgbClr>
                </a:gs>
                <a:gs pos="75000">
                  <a:srgbClr val="022E88">
                    <a:alpha val="34117"/>
                  </a:srgbClr>
                </a:gs>
                <a:gs pos="100000">
                  <a:srgbClr val="012060">
                    <a:alpha val="6000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37"/>
            <p:cNvSpPr/>
            <p:nvPr/>
          </p:nvSpPr>
          <p:spPr>
            <a:xfrm>
              <a:off x="0" y="0"/>
              <a:ext cx="9144000" cy="5143500"/>
            </a:xfrm>
            <a:prstGeom prst="rect">
              <a:avLst/>
            </a:prstGeom>
            <a:gradFill>
              <a:gsLst>
                <a:gs pos="0">
                  <a:srgbClr val="748BFF">
                    <a:alpha val="0"/>
                  </a:srgbClr>
                </a:gs>
                <a:gs pos="50000">
                  <a:srgbClr val="F3F3F3">
                    <a:alpha val="0"/>
                  </a:srgbClr>
                </a:gs>
                <a:gs pos="100000">
                  <a:srgbClr val="7659FF">
                    <a:alpha val="7686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1" name="Google Shape;1091;p37"/>
          <p:cNvGrpSpPr/>
          <p:nvPr/>
        </p:nvGrpSpPr>
        <p:grpSpPr>
          <a:xfrm>
            <a:off x="-57340" y="-86000"/>
            <a:ext cx="9209740" cy="5293875"/>
            <a:chOff x="-57340" y="-86000"/>
            <a:chExt cx="9209740" cy="5293875"/>
          </a:xfrm>
        </p:grpSpPr>
        <p:cxnSp>
          <p:nvCxnSpPr>
            <p:cNvPr id="1092" name="Google Shape;1092;p37"/>
            <p:cNvCxnSpPr/>
            <p:nvPr/>
          </p:nvCxnSpPr>
          <p:spPr>
            <a:xfrm flipH="1">
              <a:off x="-38625" y="-86000"/>
              <a:ext cx="879000" cy="2615400"/>
            </a:xfrm>
            <a:prstGeom prst="straightConnector1">
              <a:avLst/>
            </a:prstGeom>
            <a:noFill/>
            <a:ln cap="rnd" cmpd="sng" w="9525">
              <a:solidFill>
                <a:schemeClr val="accent4"/>
              </a:solidFill>
              <a:prstDash val="solid"/>
              <a:round/>
              <a:headEnd len="sm" w="sm" type="none"/>
              <a:tailEnd len="sm" w="sm" type="none"/>
            </a:ln>
          </p:spPr>
        </p:cxnSp>
        <p:cxnSp>
          <p:nvCxnSpPr>
            <p:cNvPr id="1093" name="Google Shape;1093;p37"/>
            <p:cNvCxnSpPr/>
            <p:nvPr/>
          </p:nvCxnSpPr>
          <p:spPr>
            <a:xfrm>
              <a:off x="2100" y="224950"/>
              <a:ext cx="9150300" cy="168300"/>
            </a:xfrm>
            <a:prstGeom prst="straightConnector1">
              <a:avLst/>
            </a:prstGeom>
            <a:noFill/>
            <a:ln cap="rnd" cmpd="sng" w="9525">
              <a:solidFill>
                <a:schemeClr val="accent4"/>
              </a:solidFill>
              <a:prstDash val="solid"/>
              <a:round/>
              <a:headEnd len="sm" w="sm" type="none"/>
              <a:tailEnd len="sm" w="sm" type="none"/>
            </a:ln>
          </p:spPr>
        </p:cxnSp>
        <p:cxnSp>
          <p:nvCxnSpPr>
            <p:cNvPr id="1094" name="Google Shape;1094;p37"/>
            <p:cNvCxnSpPr/>
            <p:nvPr/>
          </p:nvCxnSpPr>
          <p:spPr>
            <a:xfrm>
              <a:off x="7997725" y="-37700"/>
              <a:ext cx="1153800" cy="3187200"/>
            </a:xfrm>
            <a:prstGeom prst="straightConnector1">
              <a:avLst/>
            </a:prstGeom>
            <a:noFill/>
            <a:ln cap="rnd" cmpd="sng" w="9525">
              <a:solidFill>
                <a:schemeClr val="accent4"/>
              </a:solidFill>
              <a:prstDash val="solid"/>
              <a:round/>
              <a:headEnd len="sm" w="sm" type="none"/>
              <a:tailEnd len="sm" w="sm" type="none"/>
            </a:ln>
          </p:spPr>
        </p:cxnSp>
        <p:cxnSp>
          <p:nvCxnSpPr>
            <p:cNvPr id="1095" name="Google Shape;1095;p37"/>
            <p:cNvCxnSpPr/>
            <p:nvPr/>
          </p:nvCxnSpPr>
          <p:spPr>
            <a:xfrm>
              <a:off x="-11075" y="1777375"/>
              <a:ext cx="1284900" cy="3430500"/>
            </a:xfrm>
            <a:prstGeom prst="straightConnector1">
              <a:avLst/>
            </a:prstGeom>
            <a:noFill/>
            <a:ln cap="rnd" cmpd="sng" w="9525">
              <a:solidFill>
                <a:schemeClr val="accent4"/>
              </a:solidFill>
              <a:prstDash val="solid"/>
              <a:round/>
              <a:headEnd len="sm" w="sm" type="none"/>
              <a:tailEnd len="sm" w="sm" type="none"/>
            </a:ln>
          </p:spPr>
        </p:cxnSp>
        <p:cxnSp>
          <p:nvCxnSpPr>
            <p:cNvPr id="1096" name="Google Shape;1096;p37"/>
            <p:cNvCxnSpPr/>
            <p:nvPr/>
          </p:nvCxnSpPr>
          <p:spPr>
            <a:xfrm>
              <a:off x="-30475" y="4227975"/>
              <a:ext cx="3823500" cy="929400"/>
            </a:xfrm>
            <a:prstGeom prst="straightConnector1">
              <a:avLst/>
            </a:prstGeom>
            <a:noFill/>
            <a:ln cap="rnd" cmpd="sng" w="9525">
              <a:solidFill>
                <a:schemeClr val="accent4"/>
              </a:solidFill>
              <a:prstDash val="solid"/>
              <a:round/>
              <a:headEnd len="sm" w="sm" type="none"/>
              <a:tailEnd len="sm" w="sm" type="none"/>
            </a:ln>
          </p:spPr>
        </p:cxnSp>
        <p:grpSp>
          <p:nvGrpSpPr>
            <p:cNvPr id="1097" name="Google Shape;1097;p37"/>
            <p:cNvGrpSpPr/>
            <p:nvPr/>
          </p:nvGrpSpPr>
          <p:grpSpPr>
            <a:xfrm>
              <a:off x="525404" y="45408"/>
              <a:ext cx="389178" cy="389178"/>
              <a:chOff x="-83525" y="4333650"/>
              <a:chExt cx="539700" cy="539700"/>
            </a:xfrm>
          </p:grpSpPr>
          <p:sp>
            <p:nvSpPr>
              <p:cNvPr id="1098" name="Google Shape;1098;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0" name="Google Shape;1100;p37"/>
            <p:cNvGrpSpPr/>
            <p:nvPr/>
          </p:nvGrpSpPr>
          <p:grpSpPr>
            <a:xfrm>
              <a:off x="7894902" y="126998"/>
              <a:ext cx="482600" cy="482600"/>
              <a:chOff x="-83525" y="4333650"/>
              <a:chExt cx="539700" cy="539700"/>
            </a:xfrm>
          </p:grpSpPr>
          <p:sp>
            <p:nvSpPr>
              <p:cNvPr id="1101" name="Google Shape;1101;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3" name="Google Shape;1103;p37"/>
            <p:cNvGrpSpPr/>
            <p:nvPr/>
          </p:nvGrpSpPr>
          <p:grpSpPr>
            <a:xfrm>
              <a:off x="8668547" y="2101235"/>
              <a:ext cx="344976" cy="344976"/>
              <a:chOff x="-83525" y="4333650"/>
              <a:chExt cx="539700" cy="539700"/>
            </a:xfrm>
          </p:grpSpPr>
          <p:sp>
            <p:nvSpPr>
              <p:cNvPr id="1104" name="Google Shape;1104;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6" name="Google Shape;1106;p37"/>
            <p:cNvGrpSpPr/>
            <p:nvPr/>
          </p:nvGrpSpPr>
          <p:grpSpPr>
            <a:xfrm>
              <a:off x="758689" y="4234211"/>
              <a:ext cx="482600" cy="482600"/>
              <a:chOff x="-83525" y="4333650"/>
              <a:chExt cx="539700" cy="539700"/>
            </a:xfrm>
          </p:grpSpPr>
          <p:sp>
            <p:nvSpPr>
              <p:cNvPr id="1107" name="Google Shape;1107;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9" name="Google Shape;1109;p37"/>
            <p:cNvGrpSpPr/>
            <p:nvPr/>
          </p:nvGrpSpPr>
          <p:grpSpPr>
            <a:xfrm>
              <a:off x="-57340" y="1926598"/>
              <a:ext cx="344976" cy="344976"/>
              <a:chOff x="-83525" y="4333650"/>
              <a:chExt cx="539700" cy="539700"/>
            </a:xfrm>
          </p:grpSpPr>
          <p:sp>
            <p:nvSpPr>
              <p:cNvPr id="1110" name="Google Shape;1110;p37"/>
              <p:cNvSpPr/>
              <p:nvPr/>
            </p:nvSpPr>
            <p:spPr>
              <a:xfrm>
                <a:off x="-83525" y="4333650"/>
                <a:ext cx="539700" cy="539700"/>
              </a:xfrm>
              <a:prstGeom prst="ellipse">
                <a:avLst/>
              </a:prstGeom>
              <a:gradFill>
                <a:gsLst>
                  <a:gs pos="0">
                    <a:schemeClr val="dk2"/>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37"/>
              <p:cNvSpPr/>
              <p:nvPr/>
            </p:nvSpPr>
            <p:spPr>
              <a:xfrm>
                <a:off x="25600" y="4442700"/>
                <a:ext cx="321600" cy="321600"/>
              </a:xfrm>
              <a:prstGeom prst="ellipse">
                <a:avLst/>
              </a:prstGeom>
              <a:gradFill>
                <a:gsLst>
                  <a:gs pos="0">
                    <a:schemeClr val="accent4"/>
                  </a:gs>
                  <a:gs pos="50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TITLE_1">
    <p:spTree>
      <p:nvGrpSpPr>
        <p:cNvPr id="1112" name="Shape 1112"/>
        <p:cNvGrpSpPr/>
        <p:nvPr/>
      </p:nvGrpSpPr>
      <p:grpSpPr>
        <a:xfrm>
          <a:off x="0" y="0"/>
          <a:ext cx="0" cy="0"/>
          <a:chOff x="0" y="0"/>
          <a:chExt cx="0" cy="0"/>
        </a:xfrm>
      </p:grpSpPr>
      <p:sp>
        <p:nvSpPr>
          <p:cNvPr id="1113" name="Google Shape;1113;p38"/>
          <p:cNvSpPr/>
          <p:nvPr/>
        </p:nvSpPr>
        <p:spPr>
          <a:xfrm>
            <a:off x="1752600" y="1491853"/>
            <a:ext cx="69231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1680"/>
              <a:buFont typeface="Noto Sans Symbols"/>
              <a:buNone/>
            </a:pPr>
            <a:r>
              <a:t/>
            </a:r>
            <a:endParaRPr b="0" i="0" sz="2400" u="none" cap="none" strike="noStrike">
              <a:solidFill>
                <a:schemeClr val="dk1"/>
              </a:solidFill>
              <a:latin typeface="Arial"/>
              <a:ea typeface="Arial"/>
              <a:cs typeface="Arial"/>
              <a:sym typeface="Arial"/>
            </a:endParaRPr>
          </a:p>
        </p:txBody>
      </p:sp>
      <p:sp>
        <p:nvSpPr>
          <p:cNvPr id="1114" name="Google Shape;1114;p38"/>
          <p:cNvSpPr/>
          <p:nvPr/>
        </p:nvSpPr>
        <p:spPr>
          <a:xfrm>
            <a:off x="2484438" y="303610"/>
            <a:ext cx="6624600" cy="113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it-IT" sz="40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115" name="Google Shape;1115;p38"/>
          <p:cNvSpPr txBox="1"/>
          <p:nvPr/>
        </p:nvSpPr>
        <p:spPr>
          <a:xfrm>
            <a:off x="2339975" y="1600200"/>
            <a:ext cx="597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6" name="Google Shape;1116;p38"/>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1117" name="Google Shape;1117;p38"/>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18" name="Google Shape;1118;p38"/>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19" name="Shape 1119"/>
        <p:cNvGrpSpPr/>
        <p:nvPr/>
      </p:nvGrpSpPr>
      <p:grpSpPr>
        <a:xfrm>
          <a:off x="0" y="0"/>
          <a:ext cx="0" cy="0"/>
          <a:chOff x="0" y="0"/>
          <a:chExt cx="0" cy="0"/>
        </a:xfrm>
      </p:grpSpPr>
      <p:sp>
        <p:nvSpPr>
          <p:cNvPr id="1120" name="Google Shape;1120;p3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121" name="Google Shape;1121;p3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2" name="Google Shape;1122;p39"/>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23" name="Google Shape;1123;p39"/>
          <p:cNvSpPr txBox="1"/>
          <p:nvPr>
            <p:ph idx="12" type="sldNum"/>
          </p:nvPr>
        </p:nvSpPr>
        <p:spPr>
          <a:xfrm>
            <a:off x="0" y="4786313"/>
            <a:ext cx="2133600" cy="3573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it-IT"/>
              <a:t>página </a:t>
            </a:r>
            <a:fld id="{00000000-1234-1234-1234-123412341234}" type="slidenum">
              <a:rPr lang="it-IT"/>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124" name="Shape 1124"/>
        <p:cNvGrpSpPr/>
        <p:nvPr/>
      </p:nvGrpSpPr>
      <p:grpSpPr>
        <a:xfrm>
          <a:off x="0" y="0"/>
          <a:ext cx="0" cy="0"/>
          <a:chOff x="0" y="0"/>
          <a:chExt cx="0" cy="0"/>
        </a:xfrm>
      </p:grpSpPr>
      <p:sp>
        <p:nvSpPr>
          <p:cNvPr id="1125" name="Google Shape;1125;p40"/>
          <p:cNvSpPr txBox="1"/>
          <p:nvPr>
            <p:ph type="title"/>
          </p:nvPr>
        </p:nvSpPr>
        <p:spPr>
          <a:xfrm>
            <a:off x="406400" y="17145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100"/>
              <a:buNone/>
              <a:defRPr/>
            </a:lvl1pPr>
            <a:lvl2pPr lvl="1" algn="ctr">
              <a:lnSpc>
                <a:spcPct val="100000"/>
              </a:lnSpc>
              <a:spcBef>
                <a:spcPts val="0"/>
              </a:spcBef>
              <a:spcAft>
                <a:spcPts val="0"/>
              </a:spcAft>
              <a:buSzPts val="3100"/>
              <a:buNone/>
              <a:defRPr/>
            </a:lvl2pPr>
            <a:lvl3pPr lvl="2" algn="ctr">
              <a:lnSpc>
                <a:spcPct val="100000"/>
              </a:lnSpc>
              <a:spcBef>
                <a:spcPts val="0"/>
              </a:spcBef>
              <a:spcAft>
                <a:spcPts val="0"/>
              </a:spcAft>
              <a:buSzPts val="3100"/>
              <a:buNone/>
              <a:defRPr/>
            </a:lvl3pPr>
            <a:lvl4pPr lvl="3" algn="ctr">
              <a:lnSpc>
                <a:spcPct val="100000"/>
              </a:lnSpc>
              <a:spcBef>
                <a:spcPts val="0"/>
              </a:spcBef>
              <a:spcAft>
                <a:spcPts val="0"/>
              </a:spcAft>
              <a:buSzPts val="3100"/>
              <a:buNone/>
              <a:defRPr/>
            </a:lvl4pPr>
            <a:lvl5pPr lvl="4" algn="ctr">
              <a:lnSpc>
                <a:spcPct val="100000"/>
              </a:lnSpc>
              <a:spcBef>
                <a:spcPts val="0"/>
              </a:spcBef>
              <a:spcAft>
                <a:spcPts val="0"/>
              </a:spcAft>
              <a:buSzPts val="3100"/>
              <a:buNone/>
              <a:defRPr/>
            </a:lvl5pPr>
            <a:lvl6pPr lvl="5" algn="ctr">
              <a:lnSpc>
                <a:spcPct val="100000"/>
              </a:lnSpc>
              <a:spcBef>
                <a:spcPts val="0"/>
              </a:spcBef>
              <a:spcAft>
                <a:spcPts val="0"/>
              </a:spcAft>
              <a:buSzPts val="3100"/>
              <a:buNone/>
              <a:defRPr/>
            </a:lvl6pPr>
            <a:lvl7pPr lvl="6" algn="ctr">
              <a:lnSpc>
                <a:spcPct val="100000"/>
              </a:lnSpc>
              <a:spcBef>
                <a:spcPts val="0"/>
              </a:spcBef>
              <a:spcAft>
                <a:spcPts val="0"/>
              </a:spcAft>
              <a:buSzPts val="3100"/>
              <a:buNone/>
              <a:defRPr/>
            </a:lvl7pPr>
            <a:lvl8pPr lvl="7" algn="ctr">
              <a:lnSpc>
                <a:spcPct val="100000"/>
              </a:lnSpc>
              <a:spcBef>
                <a:spcPts val="0"/>
              </a:spcBef>
              <a:spcAft>
                <a:spcPts val="0"/>
              </a:spcAft>
              <a:buSzPts val="3100"/>
              <a:buNone/>
              <a:defRPr/>
            </a:lvl8pPr>
            <a:lvl9pPr lvl="8" algn="ctr">
              <a:lnSpc>
                <a:spcPct val="100000"/>
              </a:lnSpc>
              <a:spcBef>
                <a:spcPts val="0"/>
              </a:spcBef>
              <a:spcAft>
                <a:spcPts val="0"/>
              </a:spcAft>
              <a:buSzPts val="3100"/>
              <a:buNone/>
              <a:defRPr/>
            </a:lvl9pPr>
          </a:lstStyle>
          <a:p/>
        </p:txBody>
      </p:sp>
      <p:sp>
        <p:nvSpPr>
          <p:cNvPr id="1126" name="Google Shape;1126;p40"/>
          <p:cNvSpPr txBox="1"/>
          <p:nvPr>
            <p:ph idx="1" type="body"/>
          </p:nvPr>
        </p:nvSpPr>
        <p:spPr>
          <a:xfrm>
            <a:off x="4683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7" name="Google Shape;1127;p40"/>
          <p:cNvSpPr txBox="1"/>
          <p:nvPr>
            <p:ph idx="2" type="body"/>
          </p:nvPr>
        </p:nvSpPr>
        <p:spPr>
          <a:xfrm>
            <a:off x="4633913" y="1383506"/>
            <a:ext cx="4013100" cy="3129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lt1"/>
              </a:buClr>
              <a:buSzPts val="1800"/>
              <a:buChar char="●"/>
              <a:defRPr/>
            </a:lvl1pPr>
            <a:lvl2pPr indent="-342900" lvl="1" marL="914400" algn="l">
              <a:lnSpc>
                <a:spcPct val="100000"/>
              </a:lnSpc>
              <a:spcBef>
                <a:spcPts val="360"/>
              </a:spcBef>
              <a:spcAft>
                <a:spcPts val="0"/>
              </a:spcAft>
              <a:buClr>
                <a:schemeClr val="lt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28" name="Google Shape;1128;p40"/>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29" name="Google Shape;1129;p40"/>
          <p:cNvSpPr txBox="1"/>
          <p:nvPr>
            <p:ph idx="12" type="sldNum"/>
          </p:nvPr>
        </p:nvSpPr>
        <p:spPr>
          <a:xfrm>
            <a:off x="6731000" y="4672013"/>
            <a:ext cx="1905000" cy="342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2"/>
            </a:gs>
            <a:gs pos="100000">
              <a:schemeClr val="dk2"/>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1pPr>
            <a:lvl2pPr lvl="1"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2pPr>
            <a:lvl3pPr lvl="2"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3pPr>
            <a:lvl4pPr lvl="3"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4pPr>
            <a:lvl5pPr lvl="4"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5pPr>
            <a:lvl6pPr lvl="5"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6pPr>
            <a:lvl7pPr lvl="6"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7pPr>
            <a:lvl8pPr lvl="7"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8pPr>
            <a:lvl9pPr lvl="8" marR="0" rtl="0" algn="ctr">
              <a:lnSpc>
                <a:spcPct val="100000"/>
              </a:lnSpc>
              <a:spcBef>
                <a:spcPts val="0"/>
              </a:spcBef>
              <a:spcAft>
                <a:spcPts val="0"/>
              </a:spcAft>
              <a:buClr>
                <a:schemeClr val="lt1"/>
              </a:buClr>
              <a:buSzPts val="3100"/>
              <a:buFont typeface="Oxanium"/>
              <a:buNone/>
              <a:defRPr b="1" i="0" sz="3100" u="none" cap="none" strike="noStrike">
                <a:solidFill>
                  <a:schemeClr val="lt1"/>
                </a:solidFill>
                <a:latin typeface="Oxanium"/>
                <a:ea typeface="Oxanium"/>
                <a:cs typeface="Oxanium"/>
                <a:sym typeface="Oxanium"/>
              </a:defRPr>
            </a:lvl9pPr>
          </a:lstStyle>
          <a:p/>
        </p:txBody>
      </p:sp>
      <p:sp>
        <p:nvSpPr>
          <p:cNvPr id="11" name="Google Shape;11;p1"/>
          <p:cNvSpPr txBox="1"/>
          <p:nvPr>
            <p:ph idx="1" type="body"/>
          </p:nvPr>
        </p:nvSpPr>
        <p:spPr>
          <a:xfrm>
            <a:off x="720000" y="1217550"/>
            <a:ext cx="7704000" cy="3385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1pPr>
            <a:lvl2pPr indent="-317500" lvl="1" marL="9144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2pPr>
            <a:lvl3pPr indent="-317500" lvl="2" marL="13716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3pPr>
            <a:lvl4pPr indent="-317500" lvl="3" marL="18288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4pPr>
            <a:lvl5pPr indent="-317500" lvl="4" marL="22860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5pPr>
            <a:lvl6pPr indent="-317500" lvl="5" marL="27432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6pPr>
            <a:lvl7pPr indent="-317500" lvl="6" marL="32004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7pPr>
            <a:lvl8pPr indent="-317500" lvl="7" marL="3657600" marR="0" rtl="0" algn="l">
              <a:lnSpc>
                <a:spcPct val="100000"/>
              </a:lnSpc>
              <a:spcBef>
                <a:spcPts val="1600"/>
              </a:spcBef>
              <a:spcAft>
                <a:spcPts val="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8pPr>
            <a:lvl9pPr indent="-317500" lvl="8" marL="4114800" marR="0" rtl="0" algn="l">
              <a:lnSpc>
                <a:spcPct val="100000"/>
              </a:lnSpc>
              <a:spcBef>
                <a:spcPts val="1600"/>
              </a:spcBef>
              <a:spcAft>
                <a:spcPts val="1600"/>
              </a:spcAft>
              <a:buClr>
                <a:schemeClr val="lt1"/>
              </a:buClr>
              <a:buSzPts val="1400"/>
              <a:buFont typeface="Overpass"/>
              <a:buChar char="■"/>
              <a:defRPr b="0" i="0" sz="1400" u="none" cap="none" strike="noStrike">
                <a:solidFill>
                  <a:schemeClr val="lt1"/>
                </a:solidFill>
                <a:latin typeface="Overpass"/>
                <a:ea typeface="Overpass"/>
                <a:cs typeface="Overpass"/>
                <a:sym typeface="Overpas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interaction-design.org/literature/book/the-encyclopedia-of-human-computer-interaction-2nd-ed" TargetMode="External"/><Relationship Id="rId4" Type="http://schemas.openxmlformats.org/officeDocument/2006/relationships/hyperlink" Target="https://www.nngroup.com/articl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youtube.com/watch?v=yJDv-zdhzMY" TargetMode="External"/><Relationship Id="rId4" Type="http://schemas.openxmlformats.org/officeDocument/2006/relationships/image" Target="../media/image25.png"/><Relationship Id="rId5" Type="http://schemas.openxmlformats.org/officeDocument/2006/relationships/image" Target="../media/image5.jpg"/><Relationship Id="rId6"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8.jpg"/><Relationship Id="rId4" Type="http://schemas.openxmlformats.org/officeDocument/2006/relationships/image" Target="../media/image22.png"/><Relationship Id="rId9"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hyperlink" Target="http://brighton.ncsa.uiuc.edu/~prajlich/cave.html" TargetMode="External"/><Relationship Id="rId7" Type="http://schemas.openxmlformats.org/officeDocument/2006/relationships/hyperlink" Target="http://www.sensics.com/" TargetMode="External"/><Relationship Id="rId8" Type="http://schemas.openxmlformats.org/officeDocument/2006/relationships/hyperlink" Target="https://www.meta.com/it/quest/quest-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0.png"/><Relationship Id="rId5" Type="http://schemas.openxmlformats.org/officeDocument/2006/relationships/hyperlink" Target="http://microoptical.net/" TargetMode="External"/><Relationship Id="rId6" Type="http://schemas.openxmlformats.org/officeDocument/2006/relationships/hyperlink" Target="http://www.sportvue.com/" TargetMode="External"/><Relationship Id="rId7" Type="http://schemas.openxmlformats.org/officeDocument/2006/relationships/image" Target="../media/image24.png"/><Relationship Id="rId8" Type="http://schemas.openxmlformats.org/officeDocument/2006/relationships/hyperlink" Target="https://www.microsoft.com/it-it/hololen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41"/>
          <p:cNvSpPr txBox="1"/>
          <p:nvPr>
            <p:ph idx="1" type="subTitle"/>
          </p:nvPr>
        </p:nvSpPr>
        <p:spPr>
          <a:xfrm rot="-615">
            <a:off x="719999" y="2993858"/>
            <a:ext cx="3354000" cy="426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it-IT"/>
              <a:t>IUM 2024/2025</a:t>
            </a:r>
            <a:endParaRPr/>
          </a:p>
        </p:txBody>
      </p:sp>
      <p:sp>
        <p:nvSpPr>
          <p:cNvPr id="1135" name="Google Shape;1135;p41"/>
          <p:cNvSpPr txBox="1"/>
          <p:nvPr>
            <p:ph type="ctrTitle"/>
          </p:nvPr>
        </p:nvSpPr>
        <p:spPr>
          <a:xfrm>
            <a:off x="720000" y="540000"/>
            <a:ext cx="6378600" cy="255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6000"/>
              <a:buNone/>
            </a:pPr>
            <a:r>
              <a:rPr lang="it-IT"/>
              <a:t>HCI</a:t>
            </a:r>
            <a:endParaRPr/>
          </a:p>
          <a:p>
            <a:pPr indent="0" lvl="0" marL="0" rtl="0" algn="l">
              <a:lnSpc>
                <a:spcPct val="100000"/>
              </a:lnSpc>
              <a:spcBef>
                <a:spcPts val="0"/>
              </a:spcBef>
              <a:spcAft>
                <a:spcPts val="0"/>
              </a:spcAft>
              <a:buSzPts val="6000"/>
              <a:buNone/>
            </a:pPr>
            <a:r>
              <a:rPr lang="it-IT"/>
              <a:t>compendium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42"/>
          <p:cNvSpPr txBox="1"/>
          <p:nvPr>
            <p:ph type="title"/>
          </p:nvPr>
        </p:nvSpPr>
        <p:spPr>
          <a:xfrm>
            <a:off x="720000" y="325700"/>
            <a:ext cx="7704000" cy="634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100"/>
              <a:buNone/>
            </a:pPr>
            <a:r>
              <a:rPr lang="it-IT"/>
              <a:t>References</a:t>
            </a:r>
            <a:endParaRPr/>
          </a:p>
        </p:txBody>
      </p:sp>
      <p:sp>
        <p:nvSpPr>
          <p:cNvPr id="1141" name="Google Shape;1141;p42"/>
          <p:cNvSpPr txBox="1"/>
          <p:nvPr>
            <p:ph idx="1" type="body"/>
          </p:nvPr>
        </p:nvSpPr>
        <p:spPr>
          <a:xfrm>
            <a:off x="720000" y="1217550"/>
            <a:ext cx="7704000" cy="3699600"/>
          </a:xfrm>
          <a:prstGeom prst="rect">
            <a:avLst/>
          </a:prstGeom>
          <a:noFill/>
          <a:ln>
            <a:noFill/>
          </a:ln>
        </p:spPr>
        <p:txBody>
          <a:bodyPr anchorCtr="0" anchor="t" bIns="91425" lIns="91425" spcFirstLastPara="1" rIns="91425" wrap="square" tIns="91425">
            <a:normAutofit fontScale="85000" lnSpcReduction="20000"/>
          </a:bodyPr>
          <a:lstStyle/>
          <a:p>
            <a:pPr indent="-312261" lvl="0" marL="457200" rtl="0" algn="l">
              <a:spcBef>
                <a:spcPts val="0"/>
              </a:spcBef>
              <a:spcAft>
                <a:spcPts val="0"/>
              </a:spcAft>
              <a:buClr>
                <a:srgbClr val="FAFD00"/>
              </a:buClr>
              <a:buSzPct val="100000"/>
              <a:buChar char="●"/>
            </a:pPr>
            <a:r>
              <a:rPr b="1" lang="it-IT" sz="1550">
                <a:solidFill>
                  <a:srgbClr val="FAFD00"/>
                </a:solidFill>
              </a:rPr>
              <a:t>Advances in Human-Computer Interaction</a:t>
            </a:r>
            <a:endParaRPr b="1" sz="1550">
              <a:solidFill>
                <a:srgbClr val="FAFD00"/>
              </a:solidFill>
            </a:endParaRPr>
          </a:p>
          <a:p>
            <a:pPr indent="0" lvl="0" marL="457200" rtl="0" algn="l">
              <a:spcBef>
                <a:spcPts val="0"/>
              </a:spcBef>
              <a:spcAft>
                <a:spcPts val="0"/>
              </a:spcAft>
              <a:buClr>
                <a:schemeClr val="dk1"/>
              </a:buClr>
              <a:buSzPct val="90322"/>
              <a:buFont typeface="Arial"/>
              <a:buNone/>
            </a:pPr>
            <a:r>
              <a:rPr lang="it-IT" sz="1550"/>
              <a:t>H. Rex Hartson, D. Hix, edits.</a:t>
            </a:r>
            <a:endParaRPr sz="1550"/>
          </a:p>
          <a:p>
            <a:pPr indent="0" lvl="0" marL="457200" rtl="0" algn="l">
              <a:spcBef>
                <a:spcPts val="0"/>
              </a:spcBef>
              <a:spcAft>
                <a:spcPts val="0"/>
              </a:spcAft>
              <a:buClr>
                <a:schemeClr val="dk1"/>
              </a:buClr>
              <a:buSzPct val="90322"/>
              <a:buFont typeface="Arial"/>
              <a:buNone/>
            </a:pPr>
            <a:r>
              <a:rPr lang="it-IT" sz="1550"/>
              <a:t>Ablex Pub. corp., Norwood,</a:t>
            </a:r>
            <a:endParaRPr sz="1550"/>
          </a:p>
          <a:p>
            <a:pPr indent="0" lvl="0" marL="457200" rtl="0" algn="l">
              <a:spcBef>
                <a:spcPts val="0"/>
              </a:spcBef>
              <a:spcAft>
                <a:spcPts val="0"/>
              </a:spcAft>
              <a:buClr>
                <a:schemeClr val="dk1"/>
              </a:buClr>
              <a:buSzPct val="90322"/>
              <a:buFont typeface="Arial"/>
              <a:buNone/>
            </a:pPr>
            <a:r>
              <a:rPr lang="it-IT" sz="1550"/>
              <a:t>New Jersey, USA, 1992 </a:t>
            </a:r>
            <a:endParaRPr sz="1550"/>
          </a:p>
          <a:p>
            <a:pPr indent="-312261" lvl="0" marL="457200" rtl="0" algn="l">
              <a:spcBef>
                <a:spcPts val="0"/>
              </a:spcBef>
              <a:spcAft>
                <a:spcPts val="0"/>
              </a:spcAft>
              <a:buClr>
                <a:srgbClr val="FAFD00"/>
              </a:buClr>
              <a:buSzPct val="100000"/>
              <a:buChar char="●"/>
            </a:pPr>
            <a:r>
              <a:rPr b="1" lang="it-IT" sz="1550">
                <a:solidFill>
                  <a:srgbClr val="FAFD00"/>
                </a:solidFill>
              </a:rPr>
              <a:t>Designing the User Interface</a:t>
            </a:r>
            <a:endParaRPr b="1" sz="1550">
              <a:solidFill>
                <a:srgbClr val="FAFD00"/>
              </a:solidFill>
            </a:endParaRPr>
          </a:p>
          <a:p>
            <a:pPr indent="0" lvl="0" marL="457200" rtl="0" algn="l">
              <a:spcBef>
                <a:spcPts val="0"/>
              </a:spcBef>
              <a:spcAft>
                <a:spcPts val="0"/>
              </a:spcAft>
              <a:buClr>
                <a:schemeClr val="dk1"/>
              </a:buClr>
              <a:buSzPct val="90322"/>
              <a:buFont typeface="Arial"/>
              <a:buNone/>
            </a:pPr>
            <a:r>
              <a:rPr lang="it-IT" sz="1550"/>
              <a:t>Ben Shneiderman</a:t>
            </a:r>
            <a:endParaRPr sz="1550"/>
          </a:p>
          <a:p>
            <a:pPr indent="0" lvl="0" marL="457200" rtl="0" algn="l">
              <a:spcBef>
                <a:spcPts val="0"/>
              </a:spcBef>
              <a:spcAft>
                <a:spcPts val="0"/>
              </a:spcAft>
              <a:buClr>
                <a:schemeClr val="dk1"/>
              </a:buClr>
              <a:buSzPct val="90322"/>
              <a:buFont typeface="Arial"/>
              <a:buNone/>
            </a:pPr>
            <a:r>
              <a:rPr lang="it-IT" sz="1550"/>
              <a:t>3rd Edition, Addison-Wesley, 1999</a:t>
            </a:r>
            <a:endParaRPr sz="1550"/>
          </a:p>
          <a:p>
            <a:pPr indent="-312261" lvl="0" marL="457200" rtl="0" algn="l">
              <a:spcBef>
                <a:spcPts val="0"/>
              </a:spcBef>
              <a:spcAft>
                <a:spcPts val="0"/>
              </a:spcAft>
              <a:buClr>
                <a:srgbClr val="FAFD00"/>
              </a:buClr>
              <a:buSzPct val="100000"/>
              <a:buChar char="●"/>
            </a:pPr>
            <a:r>
              <a:rPr lang="it-IT" sz="1550">
                <a:solidFill>
                  <a:srgbClr val="FAFD00"/>
                </a:solidFill>
              </a:rPr>
              <a:t>Humane Interfaces</a:t>
            </a:r>
            <a:endParaRPr sz="1550">
              <a:solidFill>
                <a:srgbClr val="FAFD00"/>
              </a:solidFill>
            </a:endParaRPr>
          </a:p>
          <a:p>
            <a:pPr indent="0" lvl="0" marL="457200" rtl="0" algn="l">
              <a:spcBef>
                <a:spcPts val="0"/>
              </a:spcBef>
              <a:spcAft>
                <a:spcPts val="0"/>
              </a:spcAft>
              <a:buClr>
                <a:schemeClr val="dk1"/>
              </a:buClr>
              <a:buSzPct val="90322"/>
              <a:buFont typeface="Arial"/>
              <a:buNone/>
            </a:pPr>
            <a:r>
              <a:rPr lang="it-IT" sz="1550"/>
              <a:t>Jef Raskin, Addison-Wesley, 2000. </a:t>
            </a:r>
            <a:endParaRPr sz="1550"/>
          </a:p>
          <a:p>
            <a:pPr indent="-312261" lvl="0" marL="457200" rtl="0" algn="l">
              <a:spcBef>
                <a:spcPts val="0"/>
              </a:spcBef>
              <a:spcAft>
                <a:spcPts val="0"/>
              </a:spcAft>
              <a:buClr>
                <a:srgbClr val="FAFD00"/>
              </a:buClr>
              <a:buSzPct val="100000"/>
              <a:buChar char="●"/>
            </a:pPr>
            <a:r>
              <a:rPr lang="it-IT" sz="1550">
                <a:solidFill>
                  <a:srgbClr val="FAFD00"/>
                </a:solidFill>
              </a:rPr>
              <a:t>Human-Computer Interaction</a:t>
            </a:r>
            <a:endParaRPr sz="1550">
              <a:solidFill>
                <a:srgbClr val="FAFD00"/>
              </a:solidFill>
            </a:endParaRPr>
          </a:p>
          <a:p>
            <a:pPr indent="0" lvl="0" marL="457200" rtl="0" algn="l">
              <a:spcBef>
                <a:spcPts val="0"/>
              </a:spcBef>
              <a:spcAft>
                <a:spcPts val="0"/>
              </a:spcAft>
              <a:buClr>
                <a:schemeClr val="dk1"/>
              </a:buClr>
              <a:buSzPct val="90322"/>
              <a:buFont typeface="Arial"/>
              <a:buNone/>
            </a:pPr>
            <a:r>
              <a:rPr lang="it-IT" sz="1550"/>
              <a:t>Alan Dix, Janet Finlay, Gregory Abowd, Russell Beale,</a:t>
            </a:r>
            <a:endParaRPr sz="1550"/>
          </a:p>
          <a:p>
            <a:pPr indent="0" lvl="0" marL="457200" rtl="0" algn="l">
              <a:spcBef>
                <a:spcPts val="0"/>
              </a:spcBef>
              <a:spcAft>
                <a:spcPts val="0"/>
              </a:spcAft>
              <a:buClr>
                <a:schemeClr val="dk1"/>
              </a:buClr>
              <a:buSzPct val="90322"/>
              <a:buFont typeface="Arial"/>
              <a:buNone/>
            </a:pPr>
            <a:r>
              <a:rPr lang="it-IT" sz="1550"/>
              <a:t>Prentice Hall, 3rd Edition, 2004  </a:t>
            </a:r>
            <a:endParaRPr sz="1550"/>
          </a:p>
          <a:p>
            <a:pPr indent="-312261" lvl="0" marL="457200" rtl="0" algn="l">
              <a:spcBef>
                <a:spcPts val="0"/>
              </a:spcBef>
              <a:spcAft>
                <a:spcPts val="0"/>
              </a:spcAft>
              <a:buClr>
                <a:srgbClr val="FAFD00"/>
              </a:buClr>
              <a:buSzPct val="100000"/>
              <a:buChar char="●"/>
            </a:pPr>
            <a:r>
              <a:rPr lang="it-IT" sz="1550">
                <a:solidFill>
                  <a:srgbClr val="FAFD00"/>
                </a:solidFill>
              </a:rPr>
              <a:t>The Encyclopedia of Human-Computer Interaction</a:t>
            </a:r>
            <a:br>
              <a:rPr lang="it-IT" sz="1550">
                <a:solidFill>
                  <a:srgbClr val="FAFD00"/>
                </a:solidFill>
              </a:rPr>
            </a:br>
            <a:r>
              <a:rPr lang="it-IT" sz="1550" u="sng">
                <a:solidFill>
                  <a:schemeClr val="hlink"/>
                </a:solidFill>
                <a:hlinkClick r:id="rId3"/>
              </a:rPr>
              <a:t>https://www.interaction-design.org/literature/book/the-encyclopedia-of-human-computer-interaction-2nd-ed</a:t>
            </a:r>
            <a:r>
              <a:rPr lang="it-IT" sz="1550"/>
              <a:t> </a:t>
            </a:r>
            <a:endParaRPr sz="1550"/>
          </a:p>
          <a:p>
            <a:pPr indent="-312261" lvl="0" marL="457200" rtl="0" algn="l">
              <a:spcBef>
                <a:spcPts val="0"/>
              </a:spcBef>
              <a:spcAft>
                <a:spcPts val="0"/>
              </a:spcAft>
              <a:buClr>
                <a:srgbClr val="FAFD00"/>
              </a:buClr>
              <a:buSzPct val="100000"/>
              <a:buChar char="●"/>
            </a:pPr>
            <a:r>
              <a:rPr lang="it-IT" sz="1550">
                <a:solidFill>
                  <a:srgbClr val="FAFD00"/>
                </a:solidFill>
              </a:rPr>
              <a:t>Nielsen Norman Group</a:t>
            </a:r>
            <a:br>
              <a:rPr lang="it-IT" sz="1550">
                <a:solidFill>
                  <a:srgbClr val="FAFD00"/>
                </a:solidFill>
              </a:rPr>
            </a:br>
            <a:r>
              <a:rPr lang="it-IT" sz="1550" u="sng">
                <a:hlinkClick r:id="rId4"/>
              </a:rPr>
              <a:t>https://www.nngroup.com/articles/</a:t>
            </a:r>
            <a:r>
              <a:rPr lang="it-IT" sz="1550"/>
              <a:t> </a:t>
            </a:r>
            <a:endParaRPr b="1" sz="1550">
              <a:solidFill>
                <a:srgbClr val="FAFD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4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interfaces, why?</a:t>
            </a:r>
            <a:endParaRPr/>
          </a:p>
        </p:txBody>
      </p:sp>
      <p:sp>
        <p:nvSpPr>
          <p:cNvPr id="1147" name="Google Shape;1147;p4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342900" lvl="0" marL="342900" rtl="0" algn="l">
              <a:lnSpc>
                <a:spcPct val="150000"/>
              </a:lnSpc>
              <a:spcBef>
                <a:spcPts val="0"/>
              </a:spcBef>
              <a:spcAft>
                <a:spcPts val="0"/>
              </a:spcAft>
              <a:buClr>
                <a:schemeClr val="lt1"/>
              </a:buClr>
              <a:buSzPts val="3100"/>
              <a:buFont typeface="Arial"/>
              <a:buChar char="●"/>
            </a:pPr>
            <a:r>
              <a:rPr b="0" lang="it-IT" sz="1700"/>
              <a:t>without interfaces computers would be useless</a:t>
            </a:r>
            <a:endParaRPr sz="2000"/>
          </a:p>
          <a:p>
            <a:pPr indent="-342900" lvl="0" marL="342900" rtl="0" algn="l">
              <a:lnSpc>
                <a:spcPct val="150000"/>
              </a:lnSpc>
              <a:spcBef>
                <a:spcPts val="560"/>
              </a:spcBef>
              <a:spcAft>
                <a:spcPts val="0"/>
              </a:spcAft>
              <a:buClr>
                <a:schemeClr val="lt1"/>
              </a:buClr>
              <a:buSzPts val="3100"/>
              <a:buFont typeface="Arial"/>
              <a:buChar char="●"/>
            </a:pPr>
            <a:r>
              <a:rPr b="0" lang="it-IT" sz="1700"/>
              <a:t>human-computer interfaces are not even as carefully designed as computer-computer interfaces</a:t>
            </a:r>
            <a:endParaRPr sz="1700"/>
          </a:p>
          <a:p>
            <a:pPr indent="-342900" lvl="0" marL="342900" rtl="0" algn="l">
              <a:lnSpc>
                <a:spcPct val="150000"/>
              </a:lnSpc>
              <a:spcBef>
                <a:spcPts val="560"/>
              </a:spcBef>
              <a:spcAft>
                <a:spcPts val="0"/>
              </a:spcAft>
              <a:buClr>
                <a:schemeClr val="lt1"/>
              </a:buClr>
              <a:buSzPts val="3100"/>
              <a:buFont typeface="Arial"/>
              <a:buChar char="●"/>
            </a:pPr>
            <a:r>
              <a:rPr b="0" lang="it-IT" sz="1700"/>
              <a:t>computer science has a definite role in the design of human-computer interfaces</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44"/>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b="1" lang="it-IT"/>
              <a:t>interfaces, what </a:t>
            </a:r>
            <a:r>
              <a:rPr b="1" lang="it-IT">
                <a:solidFill>
                  <a:srgbClr val="FFFF00"/>
                </a:solidFill>
              </a:rPr>
              <a:t>for</a:t>
            </a:r>
            <a:r>
              <a:rPr b="1" lang="it-IT"/>
              <a:t>?</a:t>
            </a:r>
            <a:endParaRPr/>
          </a:p>
        </p:txBody>
      </p:sp>
      <p:sp>
        <p:nvSpPr>
          <p:cNvPr id="1153" name="Google Shape;1153;p44"/>
          <p:cNvSpPr txBox="1"/>
          <p:nvPr>
            <p:ph idx="1" type="body"/>
          </p:nvPr>
        </p:nvSpPr>
        <p:spPr>
          <a:xfrm>
            <a:off x="720000" y="1217550"/>
            <a:ext cx="7704000" cy="36996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Clr>
                <a:schemeClr val="lt1"/>
              </a:buClr>
              <a:buSzPts val="3000"/>
              <a:buFont typeface="Arial"/>
              <a:buChar char="●"/>
            </a:pPr>
            <a:r>
              <a:rPr b="0" lang="it-IT" sz="1600"/>
              <a:t>creativity is very important in the design of user interfaces</a:t>
            </a:r>
            <a:endParaRPr sz="1600"/>
          </a:p>
          <a:p>
            <a:pPr indent="-342900" lvl="0" marL="342900" rtl="0" algn="l">
              <a:lnSpc>
                <a:spcPct val="115000"/>
              </a:lnSpc>
              <a:spcBef>
                <a:spcPts val="560"/>
              </a:spcBef>
              <a:spcAft>
                <a:spcPts val="0"/>
              </a:spcAft>
              <a:buClr>
                <a:schemeClr val="lt1"/>
              </a:buClr>
              <a:buSzPts val="3000"/>
              <a:buFont typeface="Arial"/>
              <a:buChar char="●"/>
            </a:pPr>
            <a:r>
              <a:rPr b="0" lang="it-IT" sz="1600"/>
              <a:t>two sides of the design problem:</a:t>
            </a:r>
            <a:endParaRPr sz="1600"/>
          </a:p>
          <a:p>
            <a:pPr indent="-342900" lvl="0" marL="342900" rtl="0" algn="l">
              <a:lnSpc>
                <a:spcPct val="115000"/>
              </a:lnSpc>
              <a:spcBef>
                <a:spcPts val="560"/>
              </a:spcBef>
              <a:spcAft>
                <a:spcPts val="0"/>
              </a:spcAft>
              <a:buClr>
                <a:schemeClr val="lt1"/>
              </a:buClr>
              <a:buSzPts val="2800"/>
              <a:buFont typeface="Arial"/>
              <a:buNone/>
            </a:pPr>
            <a:r>
              <a:t/>
            </a:r>
            <a:endParaRPr b="0" sz="1600"/>
          </a:p>
          <a:p>
            <a:pPr indent="-298450" lvl="1" marL="742950" rtl="0" algn="l">
              <a:lnSpc>
                <a:spcPct val="115000"/>
              </a:lnSpc>
              <a:spcBef>
                <a:spcPts val="480"/>
              </a:spcBef>
              <a:spcAft>
                <a:spcPts val="0"/>
              </a:spcAft>
              <a:buClr>
                <a:schemeClr val="lt1"/>
              </a:buClr>
              <a:buSzPts val="2600"/>
              <a:buFont typeface="Arial"/>
              <a:buChar char="○"/>
            </a:pPr>
            <a:r>
              <a:rPr b="0" lang="it-IT" sz="1600"/>
              <a:t>1) computer science issues (essentially programming a chosen set of algorithms favouring human-program communication and control) and </a:t>
            </a:r>
            <a:endParaRPr sz="1600"/>
          </a:p>
          <a:p>
            <a:pPr indent="-285750" lvl="1" marL="742950" rtl="0" algn="l">
              <a:lnSpc>
                <a:spcPct val="115000"/>
              </a:lnSpc>
              <a:spcBef>
                <a:spcPts val="480"/>
              </a:spcBef>
              <a:spcAft>
                <a:spcPts val="0"/>
              </a:spcAft>
              <a:buClr>
                <a:schemeClr val="lt1"/>
              </a:buClr>
              <a:buSzPts val="2400"/>
              <a:buFont typeface="Arial"/>
              <a:buNone/>
            </a:pPr>
            <a:r>
              <a:t/>
            </a:r>
            <a:endParaRPr b="0" sz="1600"/>
          </a:p>
          <a:p>
            <a:pPr indent="-298450" lvl="1" marL="742950" rtl="0" algn="l">
              <a:lnSpc>
                <a:spcPct val="115000"/>
              </a:lnSpc>
              <a:spcBef>
                <a:spcPts val="480"/>
              </a:spcBef>
              <a:spcAft>
                <a:spcPts val="0"/>
              </a:spcAft>
              <a:buClr>
                <a:schemeClr val="lt1"/>
              </a:buClr>
              <a:buSzPts val="2600"/>
              <a:buFont typeface="Arial"/>
              <a:buChar char="○"/>
            </a:pPr>
            <a:r>
              <a:rPr b="0" lang="it-IT" sz="1600"/>
              <a:t>2) human issues (essentially exploiting and supporting user's skills)</a:t>
            </a:r>
            <a:endParaRPr sz="1600"/>
          </a:p>
          <a:p>
            <a:pPr indent="-165100" lvl="0" marL="342900" rtl="0" algn="l">
              <a:lnSpc>
                <a:spcPct val="115000"/>
              </a:lnSpc>
              <a:spcBef>
                <a:spcPts val="560"/>
              </a:spcBef>
              <a:spcAft>
                <a:spcPts val="0"/>
              </a:spcAft>
              <a:buClr>
                <a:schemeClr val="lt1"/>
              </a:buClr>
              <a:buSzPts val="28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4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formal approaches</a:t>
            </a:r>
            <a:endParaRPr/>
          </a:p>
        </p:txBody>
      </p:sp>
      <p:sp>
        <p:nvSpPr>
          <p:cNvPr id="1159" name="Google Shape;1159;p4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10000"/>
          </a:bodyPr>
          <a:lstStyle/>
          <a:p>
            <a:pPr indent="-308610" lvl="0" marL="342900" rtl="0" algn="l">
              <a:lnSpc>
                <a:spcPct val="115000"/>
              </a:lnSpc>
              <a:spcBef>
                <a:spcPts val="0"/>
              </a:spcBef>
              <a:spcAft>
                <a:spcPts val="0"/>
              </a:spcAft>
              <a:buClr>
                <a:schemeClr val="lt1"/>
              </a:buClr>
              <a:buSzPct val="100000"/>
              <a:buFont typeface="Arial"/>
              <a:buChar char="●"/>
            </a:pPr>
            <a:r>
              <a:rPr lang="it-IT" sz="2400" u="sng"/>
              <a:t>formal</a:t>
            </a:r>
            <a:r>
              <a:rPr lang="it-IT" sz="2400"/>
              <a:t> approaches help in abstracting the details and subtleties of how computers are used; interface features should not be looked at within particular applications: </a:t>
            </a:r>
            <a:r>
              <a:rPr lang="it-IT" sz="2400" u="sng"/>
              <a:t>undo</a:t>
            </a:r>
            <a:r>
              <a:rPr lang="it-IT" sz="2400"/>
              <a:t> in an airline reservation system but in a wide domain - </a:t>
            </a:r>
            <a:r>
              <a:rPr lang="it-IT" sz="2400" u="sng"/>
              <a:t>undo</a:t>
            </a:r>
            <a:r>
              <a:rPr lang="it-IT" sz="2400"/>
              <a:t> in an interactive system</a:t>
            </a:r>
            <a:endParaRPr/>
          </a:p>
          <a:p>
            <a:pPr indent="-308610" lvl="0" marL="342900" rtl="0" algn="l">
              <a:lnSpc>
                <a:spcPct val="115000"/>
              </a:lnSpc>
              <a:spcBef>
                <a:spcPts val="480"/>
              </a:spcBef>
              <a:spcAft>
                <a:spcPts val="0"/>
              </a:spcAft>
              <a:buClr>
                <a:schemeClr val="lt1"/>
              </a:buClr>
              <a:buSzPct val="100000"/>
              <a:buFont typeface="Arial"/>
              <a:buChar char="●"/>
            </a:pPr>
            <a:r>
              <a:rPr lang="it-IT" sz="2400"/>
              <a:t>sometimes - as we proceed in the design of user interfaces for a class of applications (i.e. word processors) such applications have evolved - </a:t>
            </a:r>
            <a:r>
              <a:rPr lang="it-IT" sz="2400" u="sng"/>
              <a:t>what has been used in the past and recent present may also be used in the near future on new applications</a:t>
            </a:r>
            <a:r>
              <a:rPr lang="it-IT" sz="2400"/>
              <a:t> </a:t>
            </a:r>
            <a:endParaRPr/>
          </a:p>
          <a:p>
            <a:pPr indent="-308610" lvl="0" marL="342900" rtl="0" algn="l">
              <a:lnSpc>
                <a:spcPct val="115000"/>
              </a:lnSpc>
              <a:spcBef>
                <a:spcPts val="480"/>
              </a:spcBef>
              <a:spcAft>
                <a:spcPts val="0"/>
              </a:spcAft>
              <a:buClr>
                <a:schemeClr val="lt1"/>
              </a:buClr>
              <a:buSzPct val="100000"/>
              <a:buFont typeface="Arial"/>
              <a:buChar char="●"/>
            </a:pPr>
            <a:r>
              <a:rPr lang="it-IT" sz="2400"/>
              <a:t>we have abstracted </a:t>
            </a:r>
            <a:r>
              <a:rPr b="1" lang="it-IT" sz="2400"/>
              <a:t>general rules</a:t>
            </a:r>
            <a:r>
              <a:rPr lang="it-IT" sz="2400"/>
              <a:t> (low cognitive load, few basic icons, possibility of undoing  all actions, backtracking availability, on-line help, etc.)</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4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formalizing?</a:t>
            </a:r>
            <a:endParaRPr/>
          </a:p>
        </p:txBody>
      </p:sp>
      <p:sp>
        <p:nvSpPr>
          <p:cNvPr id="1165" name="Google Shape;1165;p4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a:t>formalizing has its detractors: are we abstracting the user </a:t>
            </a:r>
            <a:r>
              <a:rPr lang="it-IT" sz="2400">
                <a:solidFill>
                  <a:srgbClr val="FFFF00"/>
                </a:solidFill>
              </a:rPr>
              <a:t>too</a:t>
            </a:r>
            <a:r>
              <a:rPr lang="it-IT" sz="2400"/>
              <a:t> much? </a:t>
            </a:r>
            <a:endParaRPr/>
          </a:p>
          <a:p>
            <a:pPr indent="-308610" lvl="0" marL="342900" rtl="0" algn="l">
              <a:lnSpc>
                <a:spcPct val="115000"/>
              </a:lnSpc>
              <a:spcBef>
                <a:spcPts val="480"/>
              </a:spcBef>
              <a:spcAft>
                <a:spcPts val="0"/>
              </a:spcAft>
              <a:buClr>
                <a:schemeClr val="lt1"/>
              </a:buClr>
              <a:buSzPct val="100000"/>
              <a:buFont typeface="Arial"/>
              <a:buChar char="●"/>
            </a:pPr>
            <a:r>
              <a:rPr lang="it-IT" sz="2400"/>
              <a:t>how do we capture his intentions, his expectations, his skills? To formalize, in this context, is a </a:t>
            </a:r>
            <a:r>
              <a:rPr lang="it-IT" sz="2400">
                <a:solidFill>
                  <a:srgbClr val="FFFF00"/>
                </a:solidFill>
              </a:rPr>
              <a:t>question-raiser </a:t>
            </a:r>
            <a:r>
              <a:rPr lang="it-IT" sz="2400"/>
              <a:t>more than an issue-solver</a:t>
            </a:r>
            <a:endParaRPr/>
          </a:p>
          <a:p>
            <a:pPr indent="-308610" lvl="0" marL="342900" rtl="0" algn="l">
              <a:lnSpc>
                <a:spcPct val="115000"/>
              </a:lnSpc>
              <a:spcBef>
                <a:spcPts val="480"/>
              </a:spcBef>
              <a:spcAft>
                <a:spcPts val="0"/>
              </a:spcAft>
              <a:buClr>
                <a:schemeClr val="lt1"/>
              </a:buClr>
              <a:buSzPct val="100000"/>
              <a:buFont typeface="Arial"/>
              <a:buChar char="●"/>
            </a:pPr>
            <a:r>
              <a:rPr lang="it-IT" sz="2400"/>
              <a:t>documentation: saying what is implemented and implementing what is said: high level of vision on behalf of the designers, implementors and </a:t>
            </a:r>
            <a:r>
              <a:rPr lang="it-IT" sz="2400">
                <a:solidFill>
                  <a:srgbClr val="FFFF00"/>
                </a:solidFill>
              </a:rPr>
              <a:t>documentors</a:t>
            </a:r>
            <a:endParaRPr/>
          </a:p>
          <a:p>
            <a:pPr indent="-308610" lvl="0" marL="342900" rtl="0" algn="l">
              <a:lnSpc>
                <a:spcPct val="115000"/>
              </a:lnSpc>
              <a:spcBef>
                <a:spcPts val="480"/>
              </a:spcBef>
              <a:spcAft>
                <a:spcPts val="0"/>
              </a:spcAft>
              <a:buClr>
                <a:schemeClr val="lt1"/>
              </a:buClr>
              <a:buSzPct val="100000"/>
              <a:buFont typeface="Arial"/>
              <a:buChar char="●"/>
            </a:pPr>
            <a:r>
              <a:rPr lang="it-IT" sz="2400"/>
              <a:t>user interface design: </a:t>
            </a:r>
            <a:r>
              <a:rPr lang="it-IT" sz="2400">
                <a:solidFill>
                  <a:srgbClr val="FFFF00"/>
                </a:solidFill>
              </a:rPr>
              <a:t>complexities</a:t>
            </a:r>
            <a:r>
              <a:rPr lang="it-IT" sz="2400"/>
              <a:t> of the human-program communication needs + peculiarities of human users: they should all be understood, modelled, taken care of, documented, tested, validated, refined...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4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interface benefits</a:t>
            </a:r>
            <a:endParaRPr/>
          </a:p>
        </p:txBody>
      </p:sp>
      <p:sp>
        <p:nvSpPr>
          <p:cNvPr id="1171" name="Google Shape;1171;p4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42900" lvl="0" marL="342900" rtl="0" algn="l">
              <a:lnSpc>
                <a:spcPct val="115000"/>
              </a:lnSpc>
              <a:spcBef>
                <a:spcPts val="0"/>
              </a:spcBef>
              <a:spcAft>
                <a:spcPts val="0"/>
              </a:spcAft>
              <a:buClr>
                <a:schemeClr val="lt1"/>
              </a:buClr>
              <a:buSzPct val="100000"/>
              <a:buFont typeface="Arial"/>
              <a:buNone/>
            </a:pPr>
            <a:r>
              <a:rPr lang="it-IT" sz="2400"/>
              <a:t>•	</a:t>
            </a:r>
            <a:r>
              <a:rPr lang="it-IT" sz="2400" u="sng"/>
              <a:t>enjoyment</a:t>
            </a:r>
            <a:r>
              <a:rPr lang="it-IT" sz="2400"/>
              <a:t> - playing games, hacking programs, communicating with others, exploration of data, composition of music/poetry/essays, listening to music, drawing/sketching, studying, etc.</a:t>
            </a:r>
            <a:endParaRPr/>
          </a:p>
          <a:p>
            <a:pPr indent="-342900" lvl="0" marL="342900" rtl="0" algn="l">
              <a:lnSpc>
                <a:spcPct val="115000"/>
              </a:lnSpc>
              <a:spcBef>
                <a:spcPts val="480"/>
              </a:spcBef>
              <a:spcAft>
                <a:spcPts val="0"/>
              </a:spcAft>
              <a:buClr>
                <a:schemeClr val="lt1"/>
              </a:buClr>
              <a:buSzPct val="100000"/>
              <a:buFont typeface="Arial"/>
              <a:buNone/>
            </a:pPr>
            <a:r>
              <a:rPr lang="it-IT" sz="2400"/>
              <a:t>•	enabling </a:t>
            </a:r>
            <a:r>
              <a:rPr lang="it-IT" sz="2400" u="sng"/>
              <a:t>new skills</a:t>
            </a:r>
            <a:r>
              <a:rPr lang="it-IT" sz="2400"/>
              <a:t> - augmentation  ≠  enabling monitoring in a better way is an empowerment, controlling a super-jet may only be done via a special interface for the pilot</a:t>
            </a:r>
            <a:endParaRPr/>
          </a:p>
          <a:p>
            <a:pPr indent="-342900" lvl="0" marL="342900" rtl="0" algn="l">
              <a:lnSpc>
                <a:spcPct val="115000"/>
              </a:lnSpc>
              <a:spcBef>
                <a:spcPts val="480"/>
              </a:spcBef>
              <a:spcAft>
                <a:spcPts val="0"/>
              </a:spcAft>
              <a:buClr>
                <a:schemeClr val="lt1"/>
              </a:buClr>
              <a:buSzPct val="100000"/>
              <a:buFont typeface="Arial"/>
              <a:buNone/>
            </a:pPr>
            <a:r>
              <a:rPr lang="it-IT" sz="2400"/>
              <a:t>•	</a:t>
            </a:r>
            <a:r>
              <a:rPr lang="it-IT" sz="2400" u="sng"/>
              <a:t>delegation</a:t>
            </a:r>
            <a:r>
              <a:rPr lang="it-IT" sz="2400"/>
              <a:t> - the computer is left to do repetitive, dangerous, critical jobs which the human would not do as smoothly (a negative case arises when the user delegates full responsibility on incomplete tasks)</a:t>
            </a:r>
            <a:endParaRPr/>
          </a:p>
          <a:p>
            <a:pPr indent="-342900" lvl="0" marL="342900" rtl="0" algn="l">
              <a:lnSpc>
                <a:spcPct val="115000"/>
              </a:lnSpc>
              <a:spcBef>
                <a:spcPts val="480"/>
              </a:spcBef>
              <a:spcAft>
                <a:spcPts val="0"/>
              </a:spcAft>
              <a:buClr>
                <a:schemeClr val="lt1"/>
              </a:buClr>
              <a:buSzPct val="100000"/>
              <a:buFont typeface="Arial"/>
              <a:buNone/>
            </a:pPr>
            <a:r>
              <a:rPr lang="it-IT" sz="2400"/>
              <a:t>•	</a:t>
            </a:r>
            <a:r>
              <a:rPr lang="it-IT" sz="2400" u="sng"/>
              <a:t>safety</a:t>
            </a:r>
            <a:r>
              <a:rPr lang="it-IT" sz="2400"/>
              <a:t> - remote control operations to avoid dangerous locations (coal mines, radioactive stations, etc.)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4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more benefits</a:t>
            </a:r>
            <a:endParaRPr/>
          </a:p>
        </p:txBody>
      </p:sp>
      <p:sp>
        <p:nvSpPr>
          <p:cNvPr id="1177" name="Google Shape;1177;p48"/>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u="sng"/>
              <a:t>development</a:t>
            </a:r>
            <a:r>
              <a:rPr lang="it-IT" sz="2400"/>
              <a:t> - cultural enrichment through interactive teaching programs: arithmetic drill, road signals for car driving, language practice, etc.</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42900" lvl="0" marL="342900" rtl="0" algn="l">
              <a:lnSpc>
                <a:spcPct val="115000"/>
              </a:lnSpc>
              <a:spcBef>
                <a:spcPts val="480"/>
              </a:spcBef>
              <a:spcAft>
                <a:spcPts val="0"/>
              </a:spcAft>
              <a:buClr>
                <a:schemeClr val="lt1"/>
              </a:buClr>
              <a:buSzPct val="100000"/>
              <a:buFont typeface="Arial"/>
              <a:buNone/>
            </a:pPr>
            <a:r>
              <a:rPr lang="it-IT" sz="2400"/>
              <a:t>•	doing things </a:t>
            </a:r>
            <a:r>
              <a:rPr lang="it-IT" sz="2400" u="sng"/>
              <a:t>at once</a:t>
            </a:r>
            <a:r>
              <a:rPr lang="it-IT" sz="2400"/>
              <a:t> - many different stages of a job were done in sequence, for each mistake corrections had to be done everywhere (as in a presentation, course preparation, etc.) a presentation manager (like Power Point) manages slides, notes, outlines together with timings, transitions, colours, backgrounds, etc.</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42900" lvl="0" marL="342900" rtl="0" algn="l">
              <a:lnSpc>
                <a:spcPct val="115000"/>
              </a:lnSpc>
              <a:spcBef>
                <a:spcPts val="480"/>
              </a:spcBef>
              <a:spcAft>
                <a:spcPts val="0"/>
              </a:spcAft>
              <a:buClr>
                <a:schemeClr val="lt1"/>
              </a:buClr>
              <a:buSzPct val="100000"/>
              <a:buFont typeface="Arial"/>
              <a:buNone/>
            </a:pPr>
            <a:r>
              <a:rPr lang="it-IT" sz="2400"/>
              <a:t>•	</a:t>
            </a:r>
            <a:r>
              <a:rPr lang="it-IT" sz="2400" u="sng"/>
              <a:t>computing</a:t>
            </a:r>
            <a:r>
              <a:rPr lang="it-IT" sz="2400"/>
              <a:t> - what computers were born for! integrate, plot, enhance an image, prove a theorem, compute a spacecraft trajectory,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4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interaction technology: </a:t>
            </a:r>
            <a:br>
              <a:rPr b="1" lang="it-IT"/>
            </a:br>
            <a:r>
              <a:rPr b="1" lang="it-IT"/>
              <a:t>a chronology</a:t>
            </a:r>
            <a:endParaRPr/>
          </a:p>
        </p:txBody>
      </p:sp>
      <p:grpSp>
        <p:nvGrpSpPr>
          <p:cNvPr id="1183" name="Google Shape;1183;p49"/>
          <p:cNvGrpSpPr/>
          <p:nvPr/>
        </p:nvGrpSpPr>
        <p:grpSpPr>
          <a:xfrm>
            <a:off x="6961188" y="1171575"/>
            <a:ext cx="1573212" cy="3448200"/>
            <a:chOff x="6961188" y="1171575"/>
            <a:chExt cx="1573212" cy="3448200"/>
          </a:xfrm>
        </p:grpSpPr>
        <p:sp>
          <p:nvSpPr>
            <p:cNvPr id="1184" name="Google Shape;1184;p49"/>
            <p:cNvSpPr/>
            <p:nvPr/>
          </p:nvSpPr>
          <p:spPr>
            <a:xfrm>
              <a:off x="6972300" y="1171575"/>
              <a:ext cx="1562100" cy="3448200"/>
            </a:xfrm>
            <a:prstGeom prst="cube">
              <a:avLst>
                <a:gd fmla="val 24995" name="adj"/>
              </a:avLst>
            </a:prstGeom>
            <a:no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85" name="Google Shape;1185;p49"/>
            <p:cNvSpPr/>
            <p:nvPr/>
          </p:nvSpPr>
          <p:spPr>
            <a:xfrm>
              <a:off x="7086600" y="1543050"/>
              <a:ext cx="254100" cy="176100"/>
            </a:xfrm>
            <a:prstGeom prst="rect">
              <a:avLst/>
            </a:prstGeom>
            <a:solidFill>
              <a:srgbClr val="FF0066"/>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86" name="Google Shape;1186;p49"/>
            <p:cNvSpPr/>
            <p:nvPr/>
          </p:nvSpPr>
          <p:spPr>
            <a:xfrm>
              <a:off x="6961188" y="1816894"/>
              <a:ext cx="581100" cy="210600"/>
            </a:xfrm>
            <a:prstGeom prst="rect">
              <a:avLst/>
            </a:prstGeom>
            <a:noFill/>
            <a:ln>
              <a:noFill/>
            </a:ln>
          </p:spPr>
          <p:txBody>
            <a:bodyPr anchorCtr="0" anchor="t" bIns="44450" lIns="90475" spcFirstLastPara="1" rIns="90475" wrap="square" tIns="44450">
              <a:noAutofit/>
            </a:bodyPr>
            <a:lstStyle/>
            <a:p>
              <a:pPr indent="0" lvl="0" marL="0" marR="0" rtl="0" algn="ctr">
                <a:lnSpc>
                  <a:spcPct val="90000"/>
                </a:lnSpc>
                <a:spcBef>
                  <a:spcPts val="0"/>
                </a:spcBef>
                <a:spcAft>
                  <a:spcPts val="0"/>
                </a:spcAft>
                <a:buClr>
                  <a:srgbClr val="000000"/>
                </a:buClr>
                <a:buSzPts val="1400"/>
                <a:buFont typeface="Arial"/>
                <a:buNone/>
              </a:pPr>
              <a:r>
                <a:rPr b="0" i="0" lang="it-IT" sz="1400" u="none" cap="none" strike="noStrike">
                  <a:solidFill>
                    <a:schemeClr val="lt1"/>
                  </a:solidFill>
                  <a:latin typeface="Times New Roman"/>
                  <a:ea typeface="Times New Roman"/>
                  <a:cs typeface="Times New Roman"/>
                  <a:sym typeface="Times New Roman"/>
                </a:rPr>
                <a:t>12...3</a:t>
              </a:r>
              <a:endParaRPr b="0" i="0" sz="1400" u="none" cap="none" strike="noStrike">
                <a:solidFill>
                  <a:srgbClr val="000000"/>
                </a:solidFill>
                <a:latin typeface="Arial"/>
                <a:ea typeface="Arial"/>
                <a:cs typeface="Arial"/>
                <a:sym typeface="Arial"/>
              </a:endParaRPr>
            </a:p>
          </p:txBody>
        </p:sp>
        <p:sp>
          <p:nvSpPr>
            <p:cNvPr id="1187" name="Google Shape;1187;p49"/>
            <p:cNvSpPr/>
            <p:nvPr/>
          </p:nvSpPr>
          <p:spPr>
            <a:xfrm>
              <a:off x="6996113" y="2140744"/>
              <a:ext cx="536700" cy="210600"/>
            </a:xfrm>
            <a:prstGeom prst="rect">
              <a:avLst/>
            </a:prstGeom>
            <a:noFill/>
            <a:ln>
              <a:noFill/>
            </a:ln>
          </p:spPr>
          <p:txBody>
            <a:bodyPr anchorCtr="0" anchor="t" bIns="44450" lIns="90475" spcFirstLastPara="1" rIns="90475" wrap="square" tIns="44450">
              <a:noAutofit/>
            </a:bodyPr>
            <a:lstStyle/>
            <a:p>
              <a:pPr indent="0" lvl="0" marL="0" marR="0" rtl="0" algn="ctr">
                <a:lnSpc>
                  <a:spcPct val="90000"/>
                </a:lnSpc>
                <a:spcBef>
                  <a:spcPts val="0"/>
                </a:spcBef>
                <a:spcAft>
                  <a:spcPts val="0"/>
                </a:spcAft>
                <a:buClr>
                  <a:srgbClr val="000000"/>
                </a:buClr>
                <a:buSzPts val="1400"/>
                <a:buFont typeface="Arial"/>
                <a:buNone/>
              </a:pPr>
              <a:r>
                <a:rPr b="0" i="0" lang="it-IT" sz="1400" u="none" cap="none" strike="noStrike">
                  <a:solidFill>
                    <a:schemeClr val="lt1"/>
                  </a:solidFill>
                  <a:latin typeface="Times New Roman"/>
                  <a:ea typeface="Times New Roman"/>
                  <a:cs typeface="Times New Roman"/>
                  <a:sym typeface="Times New Roman"/>
                </a:rPr>
                <a:t>4..92</a:t>
              </a:r>
              <a:endParaRPr b="0" i="0" sz="1400" u="none" cap="none" strike="noStrike">
                <a:solidFill>
                  <a:srgbClr val="000000"/>
                </a:solidFill>
                <a:latin typeface="Arial"/>
                <a:ea typeface="Arial"/>
                <a:cs typeface="Arial"/>
                <a:sym typeface="Arial"/>
              </a:endParaRPr>
            </a:p>
          </p:txBody>
        </p:sp>
        <p:pic>
          <p:nvPicPr>
            <p:cNvPr id="1188" name="Google Shape;1188;p49"/>
            <p:cNvPicPr preferRelativeResize="0"/>
            <p:nvPr/>
          </p:nvPicPr>
          <p:blipFill rotWithShape="1">
            <a:blip r:embed="rId3">
              <a:alphaModFix/>
            </a:blip>
            <a:srcRect b="0" l="0" r="0" t="0"/>
            <a:stretch/>
          </p:blipFill>
          <p:spPr>
            <a:xfrm>
              <a:off x="7092950" y="3219450"/>
              <a:ext cx="295275" cy="295275"/>
            </a:xfrm>
            <a:prstGeom prst="rect">
              <a:avLst/>
            </a:prstGeom>
            <a:noFill/>
            <a:ln>
              <a:noFill/>
            </a:ln>
          </p:spPr>
        </p:pic>
        <p:pic>
          <p:nvPicPr>
            <p:cNvPr id="1189" name="Google Shape;1189;p49"/>
            <p:cNvPicPr preferRelativeResize="0"/>
            <p:nvPr/>
          </p:nvPicPr>
          <p:blipFill rotWithShape="1">
            <a:blip r:embed="rId3">
              <a:alphaModFix/>
            </a:blip>
            <a:srcRect b="0" l="0" r="0" t="0"/>
            <a:stretch/>
          </p:blipFill>
          <p:spPr>
            <a:xfrm>
              <a:off x="7596188" y="3219450"/>
              <a:ext cx="295275" cy="295275"/>
            </a:xfrm>
            <a:prstGeom prst="rect">
              <a:avLst/>
            </a:prstGeom>
            <a:noFill/>
            <a:ln>
              <a:noFill/>
            </a:ln>
          </p:spPr>
        </p:pic>
        <p:sp>
          <p:nvSpPr>
            <p:cNvPr id="1190" name="Google Shape;1190;p49"/>
            <p:cNvSpPr/>
            <p:nvPr/>
          </p:nvSpPr>
          <p:spPr>
            <a:xfrm>
              <a:off x="7029450" y="2920604"/>
              <a:ext cx="1357200" cy="169200"/>
            </a:xfrm>
            <a:prstGeom prst="rect">
              <a:avLst/>
            </a:prstGeom>
            <a:noFill/>
            <a:ln>
              <a:noFill/>
            </a:ln>
          </p:spPr>
          <p:txBody>
            <a:bodyPr anchorCtr="0" anchor="t" bIns="44450" lIns="90475" spcFirstLastPara="1" rIns="90475" wrap="square" tIns="44450">
              <a:noAutofit/>
            </a:bodyPr>
            <a:lstStyle/>
            <a:p>
              <a:pPr indent="0" lvl="0" marL="0" marR="0" rtl="0" algn="l">
                <a:lnSpc>
                  <a:spcPct val="90000"/>
                </a:lnSpc>
                <a:spcBef>
                  <a:spcPts val="0"/>
                </a:spcBef>
                <a:spcAft>
                  <a:spcPts val="0"/>
                </a:spcAft>
                <a:buClr>
                  <a:srgbClr val="000000"/>
                </a:buClr>
                <a:buSzPts val="1000"/>
                <a:buFont typeface="Arial"/>
                <a:buNone/>
              </a:pPr>
              <a:r>
                <a:rPr b="0" i="0" lang="it-IT" sz="1000" u="none" cap="none" strike="noStrike">
                  <a:solidFill>
                    <a:schemeClr val="lt1"/>
                  </a:solidFill>
                  <a:latin typeface="Helvetica Neue"/>
                  <a:ea typeface="Helvetica Neue"/>
                  <a:cs typeface="Helvetica Neue"/>
                  <a:sym typeface="Helvetica Neue"/>
                </a:rPr>
                <a:t>New Folder</a:t>
              </a:r>
              <a:r>
                <a:rPr b="0" i="0" lang="it-IT" sz="1000" u="none" cap="none" strike="noStrike">
                  <a:solidFill>
                    <a:schemeClr val="dk1"/>
                  </a:solidFill>
                  <a:latin typeface="Helvetica Neue"/>
                  <a:ea typeface="Helvetica Neue"/>
                  <a:cs typeface="Helvetica Neue"/>
                  <a:sym typeface="Helvetica Neue"/>
                </a:rPr>
                <a:t>   </a:t>
              </a:r>
              <a:r>
                <a:rPr b="0" i="0" lang="it-IT" sz="1000" u="none" cap="none" strike="noStrike">
                  <a:solidFill>
                    <a:schemeClr val="hlink"/>
                  </a:solidFill>
                  <a:latin typeface="Helvetica Neue"/>
                  <a:ea typeface="Helvetica Neue"/>
                  <a:cs typeface="Helvetica Neue"/>
                  <a:sym typeface="Helvetica Neue"/>
                </a:rPr>
                <a:t>�</a:t>
              </a:r>
              <a:r>
                <a:rPr b="0" i="0" lang="it-IT" sz="1000" u="none" cap="none" strike="noStrike">
                  <a:solidFill>
                    <a:schemeClr val="dk1"/>
                  </a:solidFill>
                  <a:latin typeface="Helvetica Neue"/>
                  <a:ea typeface="Helvetica Neue"/>
                  <a:cs typeface="Helvetica Neue"/>
                  <a:sym typeface="Helvetica Neue"/>
                </a:rPr>
                <a:t>N</a:t>
              </a:r>
              <a:endParaRPr b="0" i="0" sz="1400" u="none" cap="none" strike="noStrike">
                <a:solidFill>
                  <a:srgbClr val="000000"/>
                </a:solidFill>
                <a:latin typeface="Arial"/>
                <a:ea typeface="Arial"/>
                <a:cs typeface="Arial"/>
                <a:sym typeface="Arial"/>
              </a:endParaRPr>
            </a:p>
          </p:txBody>
        </p:sp>
        <p:pic>
          <p:nvPicPr>
            <p:cNvPr id="1191" name="Google Shape;1191;p49"/>
            <p:cNvPicPr preferRelativeResize="0"/>
            <p:nvPr/>
          </p:nvPicPr>
          <p:blipFill rotWithShape="1">
            <a:blip r:embed="rId3">
              <a:alphaModFix/>
            </a:blip>
            <a:srcRect b="0" l="0" r="0" t="0"/>
            <a:stretch/>
          </p:blipFill>
          <p:spPr>
            <a:xfrm>
              <a:off x="7556500" y="3600450"/>
              <a:ext cx="295275" cy="295275"/>
            </a:xfrm>
            <a:prstGeom prst="rect">
              <a:avLst/>
            </a:prstGeom>
            <a:noFill/>
            <a:ln>
              <a:noFill/>
            </a:ln>
          </p:spPr>
        </p:pic>
        <p:sp>
          <p:nvSpPr>
            <p:cNvPr id="1192" name="Google Shape;1192;p49"/>
            <p:cNvSpPr/>
            <p:nvPr/>
          </p:nvSpPr>
          <p:spPr>
            <a:xfrm>
              <a:off x="7677150" y="1533525"/>
              <a:ext cx="266700" cy="185700"/>
            </a:xfrm>
            <a:prstGeom prst="rect">
              <a:avLst/>
            </a:prstGeom>
            <a:solidFill>
              <a:schemeClr val="hlink"/>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193" name="Google Shape;1193;p49"/>
            <p:cNvGrpSpPr/>
            <p:nvPr/>
          </p:nvGrpSpPr>
          <p:grpSpPr>
            <a:xfrm>
              <a:off x="7035800" y="3900488"/>
              <a:ext cx="295275" cy="295275"/>
              <a:chOff x="4440" y="3156"/>
              <a:chExt cx="248" cy="248"/>
            </a:xfrm>
          </p:grpSpPr>
          <p:pic>
            <p:nvPicPr>
              <p:cNvPr id="1194" name="Google Shape;1194;p49"/>
              <p:cNvPicPr preferRelativeResize="0"/>
              <p:nvPr/>
            </p:nvPicPr>
            <p:blipFill rotWithShape="1">
              <a:blip r:embed="rId3">
                <a:alphaModFix/>
              </a:blip>
              <a:srcRect b="0" l="0" r="0" t="0"/>
              <a:stretch/>
            </p:blipFill>
            <p:spPr>
              <a:xfrm>
                <a:off x="4440" y="3156"/>
                <a:ext cx="248" cy="248"/>
              </a:xfrm>
              <a:prstGeom prst="rect">
                <a:avLst/>
              </a:prstGeom>
              <a:noFill/>
              <a:ln>
                <a:noFill/>
              </a:ln>
            </p:spPr>
          </p:pic>
          <p:pic>
            <p:nvPicPr>
              <p:cNvPr id="1195" name="Google Shape;1195;p49"/>
              <p:cNvPicPr preferRelativeResize="0"/>
              <p:nvPr/>
            </p:nvPicPr>
            <p:blipFill rotWithShape="1">
              <a:blip r:embed="rId4">
                <a:alphaModFix/>
              </a:blip>
              <a:srcRect b="0" l="0" r="0" t="0"/>
              <a:stretch/>
            </p:blipFill>
            <p:spPr>
              <a:xfrm>
                <a:off x="4440" y="3156"/>
                <a:ext cx="248" cy="248"/>
              </a:xfrm>
              <a:prstGeom prst="rect">
                <a:avLst/>
              </a:prstGeom>
              <a:noFill/>
              <a:ln>
                <a:noFill/>
              </a:ln>
            </p:spPr>
          </p:pic>
        </p:grpSp>
        <p:grpSp>
          <p:nvGrpSpPr>
            <p:cNvPr id="1196" name="Google Shape;1196;p49"/>
            <p:cNvGrpSpPr/>
            <p:nvPr/>
          </p:nvGrpSpPr>
          <p:grpSpPr>
            <a:xfrm>
              <a:off x="7453313" y="2502694"/>
              <a:ext cx="698500" cy="194072"/>
              <a:chOff x="4695" y="2102"/>
              <a:chExt cx="440" cy="163"/>
            </a:xfrm>
          </p:grpSpPr>
          <p:grpSp>
            <p:nvGrpSpPr>
              <p:cNvPr id="1197" name="Google Shape;1197;p49"/>
              <p:cNvGrpSpPr/>
              <p:nvPr/>
            </p:nvGrpSpPr>
            <p:grpSpPr>
              <a:xfrm>
                <a:off x="4697" y="2102"/>
                <a:ext cx="437" cy="163"/>
                <a:chOff x="4697" y="2102"/>
                <a:chExt cx="437" cy="163"/>
              </a:xfrm>
            </p:grpSpPr>
            <p:sp>
              <p:nvSpPr>
                <p:cNvPr id="1198" name="Google Shape;1198;p49"/>
                <p:cNvSpPr/>
                <p:nvPr/>
              </p:nvSpPr>
              <p:spPr>
                <a:xfrm>
                  <a:off x="4697" y="2102"/>
                  <a:ext cx="268" cy="103"/>
                </a:xfrm>
                <a:custGeom>
                  <a:rect b="b" l="l" r="r" t="t"/>
                  <a:pathLst>
                    <a:path extrusionOk="0" h="103" w="268">
                      <a:moveTo>
                        <a:pt x="0" y="61"/>
                      </a:moveTo>
                      <a:lnTo>
                        <a:pt x="70" y="0"/>
                      </a:lnTo>
                      <a:lnTo>
                        <a:pt x="267" y="34"/>
                      </a:lnTo>
                      <a:lnTo>
                        <a:pt x="189" y="102"/>
                      </a:lnTo>
                      <a:lnTo>
                        <a:pt x="0" y="61"/>
                      </a:lnTo>
                    </a:path>
                  </a:pathLst>
                </a:custGeom>
                <a:solidFill>
                  <a:srgbClr val="DFD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199" name="Google Shape;1199;p49"/>
                <p:cNvSpPr/>
                <p:nvPr/>
              </p:nvSpPr>
              <p:spPr>
                <a:xfrm>
                  <a:off x="4698" y="2168"/>
                  <a:ext cx="188" cy="97"/>
                </a:xfrm>
                <a:custGeom>
                  <a:rect b="b" l="l" r="r" t="t"/>
                  <a:pathLst>
                    <a:path extrusionOk="0" h="97" w="188">
                      <a:moveTo>
                        <a:pt x="0" y="0"/>
                      </a:moveTo>
                      <a:lnTo>
                        <a:pt x="0" y="54"/>
                      </a:lnTo>
                      <a:lnTo>
                        <a:pt x="2" y="54"/>
                      </a:lnTo>
                      <a:lnTo>
                        <a:pt x="187" y="96"/>
                      </a:lnTo>
                      <a:lnTo>
                        <a:pt x="187" y="41"/>
                      </a:lnTo>
                      <a:lnTo>
                        <a:pt x="0" y="0"/>
                      </a:lnTo>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0" name="Google Shape;1200;p49"/>
                <p:cNvSpPr/>
                <p:nvPr/>
              </p:nvSpPr>
              <p:spPr>
                <a:xfrm>
                  <a:off x="4893" y="2139"/>
                  <a:ext cx="241" cy="126"/>
                </a:xfrm>
                <a:custGeom>
                  <a:rect b="b" l="l" r="r" t="t"/>
                  <a:pathLst>
                    <a:path extrusionOk="0" h="126" w="241">
                      <a:moveTo>
                        <a:pt x="0" y="68"/>
                      </a:moveTo>
                      <a:lnTo>
                        <a:pt x="76" y="0"/>
                      </a:lnTo>
                      <a:lnTo>
                        <a:pt x="240" y="18"/>
                      </a:lnTo>
                      <a:lnTo>
                        <a:pt x="240" y="70"/>
                      </a:lnTo>
                      <a:lnTo>
                        <a:pt x="0" y="125"/>
                      </a:lnTo>
                      <a:lnTo>
                        <a:pt x="0" y="68"/>
                      </a:lnTo>
                    </a:path>
                  </a:pathLst>
                </a:custGeom>
                <a:solidFill>
                  <a:srgbClr val="9F9F9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1" name="Google Shape;1201;p49"/>
                <p:cNvSpPr/>
                <p:nvPr/>
              </p:nvSpPr>
              <p:spPr>
                <a:xfrm>
                  <a:off x="4769" y="2102"/>
                  <a:ext cx="365" cy="48"/>
                </a:xfrm>
                <a:custGeom>
                  <a:rect b="b" l="l" r="r" t="t"/>
                  <a:pathLst>
                    <a:path extrusionOk="0" h="48" w="365">
                      <a:moveTo>
                        <a:pt x="0" y="0"/>
                      </a:moveTo>
                      <a:lnTo>
                        <a:pt x="182" y="11"/>
                      </a:lnTo>
                      <a:lnTo>
                        <a:pt x="364" y="47"/>
                      </a:lnTo>
                      <a:lnTo>
                        <a:pt x="199" y="32"/>
                      </a:lnTo>
                      <a:lnTo>
                        <a:pt x="0" y="0"/>
                      </a:lnTo>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202" name="Google Shape;1202;p49"/>
              <p:cNvGrpSpPr/>
              <p:nvPr/>
            </p:nvGrpSpPr>
            <p:grpSpPr>
              <a:xfrm>
                <a:off x="4695" y="2149"/>
                <a:ext cx="440" cy="73"/>
                <a:chOff x="4695" y="2149"/>
                <a:chExt cx="440" cy="73"/>
              </a:xfrm>
            </p:grpSpPr>
            <p:sp>
              <p:nvSpPr>
                <p:cNvPr id="1203" name="Google Shape;1203;p49"/>
                <p:cNvSpPr/>
                <p:nvPr/>
              </p:nvSpPr>
              <p:spPr>
                <a:xfrm>
                  <a:off x="4695" y="2177"/>
                  <a:ext cx="196" cy="45"/>
                </a:xfrm>
                <a:custGeom>
                  <a:rect b="b" l="l" r="r" t="t"/>
                  <a:pathLst>
                    <a:path extrusionOk="0" h="45" w="196">
                      <a:moveTo>
                        <a:pt x="0" y="0"/>
                      </a:moveTo>
                      <a:lnTo>
                        <a:pt x="195" y="44"/>
                      </a:lnTo>
                    </a:path>
                  </a:pathLst>
                </a:custGeom>
                <a:noFill/>
                <a:ln cap="rnd" cmpd="sng" w="12700">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4" name="Google Shape;1204;p49"/>
                <p:cNvSpPr/>
                <p:nvPr/>
              </p:nvSpPr>
              <p:spPr>
                <a:xfrm>
                  <a:off x="4891" y="2149"/>
                  <a:ext cx="82" cy="73"/>
                </a:xfrm>
                <a:custGeom>
                  <a:rect b="b" l="l" r="r" t="t"/>
                  <a:pathLst>
                    <a:path extrusionOk="0" h="73" w="82">
                      <a:moveTo>
                        <a:pt x="0" y="72"/>
                      </a:moveTo>
                      <a:lnTo>
                        <a:pt x="81" y="0"/>
                      </a:lnTo>
                    </a:path>
                  </a:pathLst>
                </a:custGeom>
                <a:noFill/>
                <a:ln cap="rnd" cmpd="sng" w="12700">
                  <a:solidFill>
                    <a:srgbClr val="5F5F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205" name="Google Shape;1205;p49"/>
                <p:cNvSpPr/>
                <p:nvPr/>
              </p:nvSpPr>
              <p:spPr>
                <a:xfrm>
                  <a:off x="4974" y="2149"/>
                  <a:ext cx="161" cy="14"/>
                </a:xfrm>
                <a:custGeom>
                  <a:rect b="b" l="l" r="r" t="t"/>
                  <a:pathLst>
                    <a:path extrusionOk="0" h="14" w="161">
                      <a:moveTo>
                        <a:pt x="0" y="0"/>
                      </a:moveTo>
                      <a:lnTo>
                        <a:pt x="160" y="13"/>
                      </a:lnTo>
                    </a:path>
                  </a:pathLst>
                </a:custGeom>
                <a:noFill/>
                <a:ln cap="rnd" cmpd="sng" w="12700">
                  <a:solidFill>
                    <a:srgbClr val="5F5F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pic>
          <p:nvPicPr>
            <p:cNvPr id="1206" name="Google Shape;1206;p49"/>
            <p:cNvPicPr preferRelativeResize="0"/>
            <p:nvPr/>
          </p:nvPicPr>
          <p:blipFill rotWithShape="1">
            <a:blip r:embed="rId5">
              <a:alphaModFix/>
            </a:blip>
            <a:srcRect b="0" l="0" r="0" t="0"/>
            <a:stretch/>
          </p:blipFill>
          <p:spPr>
            <a:xfrm>
              <a:off x="7683500" y="4276725"/>
              <a:ext cx="304800" cy="304800"/>
            </a:xfrm>
            <a:prstGeom prst="rect">
              <a:avLst/>
            </a:prstGeom>
            <a:noFill/>
            <a:ln>
              <a:noFill/>
            </a:ln>
          </p:spPr>
        </p:pic>
        <p:pic>
          <p:nvPicPr>
            <p:cNvPr id="1207" name="Google Shape;1207;p49"/>
            <p:cNvPicPr preferRelativeResize="0"/>
            <p:nvPr/>
          </p:nvPicPr>
          <p:blipFill rotWithShape="1">
            <a:blip r:embed="rId6">
              <a:alphaModFix/>
            </a:blip>
            <a:srcRect b="0" l="0" r="0" t="0"/>
            <a:stretch/>
          </p:blipFill>
          <p:spPr>
            <a:xfrm>
              <a:off x="7035800" y="4276725"/>
              <a:ext cx="304800" cy="304800"/>
            </a:xfrm>
            <a:prstGeom prst="rect">
              <a:avLst/>
            </a:prstGeom>
            <a:noFill/>
            <a:ln>
              <a:noFill/>
            </a:ln>
          </p:spPr>
        </p:pic>
      </p:grpSp>
      <p:sp>
        <p:nvSpPr>
          <p:cNvPr id="1208" name="Google Shape;1208;p49"/>
          <p:cNvSpPr txBox="1"/>
          <p:nvPr/>
        </p:nvSpPr>
        <p:spPr>
          <a:xfrm>
            <a:off x="533400" y="4629150"/>
            <a:ext cx="777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49"/>
          <p:cNvSpPr txBox="1"/>
          <p:nvPr>
            <p:ph idx="1" type="body"/>
          </p:nvPr>
        </p:nvSpPr>
        <p:spPr>
          <a:xfrm>
            <a:off x="720000" y="1217550"/>
            <a:ext cx="5933400" cy="369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IT" sz="2050"/>
              <a:t>On/Off &gt;‘48</a:t>
            </a:r>
            <a:endParaRPr sz="2050"/>
          </a:p>
          <a:p>
            <a:pPr indent="0" lvl="0" marL="0" rtl="0" algn="l">
              <a:lnSpc>
                <a:spcPct val="115000"/>
              </a:lnSpc>
              <a:spcBef>
                <a:spcPts val="0"/>
              </a:spcBef>
              <a:spcAft>
                <a:spcPts val="0"/>
              </a:spcAft>
              <a:buClr>
                <a:schemeClr val="dk1"/>
              </a:buClr>
              <a:buSzPts val="1100"/>
              <a:buFont typeface="Arial"/>
              <a:buNone/>
            </a:pPr>
            <a:r>
              <a:rPr lang="it-IT" sz="2050"/>
              <a:t>Data input &gt;‘55</a:t>
            </a:r>
            <a:endParaRPr sz="2050"/>
          </a:p>
          <a:p>
            <a:pPr indent="0" lvl="0" marL="0" rtl="0" algn="l">
              <a:lnSpc>
                <a:spcPct val="115000"/>
              </a:lnSpc>
              <a:spcBef>
                <a:spcPts val="0"/>
              </a:spcBef>
              <a:spcAft>
                <a:spcPts val="0"/>
              </a:spcAft>
              <a:buClr>
                <a:schemeClr val="dk1"/>
              </a:buClr>
              <a:buSzPts val="1100"/>
              <a:buFont typeface="Arial"/>
              <a:buNone/>
            </a:pPr>
            <a:r>
              <a:rPr lang="it-IT" sz="2050"/>
              <a:t>Data input on request &gt;‘65</a:t>
            </a:r>
            <a:endParaRPr sz="2050"/>
          </a:p>
          <a:p>
            <a:pPr indent="0" lvl="0" marL="0" rtl="0" algn="l">
              <a:lnSpc>
                <a:spcPct val="115000"/>
              </a:lnSpc>
              <a:spcBef>
                <a:spcPts val="0"/>
              </a:spcBef>
              <a:spcAft>
                <a:spcPts val="0"/>
              </a:spcAft>
              <a:buClr>
                <a:schemeClr val="dk1"/>
              </a:buClr>
              <a:buSzPts val="1100"/>
              <a:buFont typeface="Arial"/>
              <a:buNone/>
            </a:pPr>
            <a:r>
              <a:rPr lang="it-IT" sz="2050"/>
              <a:t>Graphical input via light pen, mouse &gt;‘72</a:t>
            </a:r>
            <a:endParaRPr sz="2050"/>
          </a:p>
          <a:p>
            <a:pPr indent="0" lvl="0" marL="0" rtl="0" algn="l">
              <a:lnSpc>
                <a:spcPct val="115000"/>
              </a:lnSpc>
              <a:spcBef>
                <a:spcPts val="0"/>
              </a:spcBef>
              <a:spcAft>
                <a:spcPts val="0"/>
              </a:spcAft>
              <a:buClr>
                <a:schemeClr val="dk1"/>
              </a:buClr>
              <a:buSzPts val="1100"/>
              <a:buFont typeface="Arial"/>
              <a:buNone/>
            </a:pPr>
            <a:r>
              <a:rPr lang="it-IT" sz="2050"/>
              <a:t>Menu selection &gt;‘78</a:t>
            </a:r>
            <a:endParaRPr sz="2050"/>
          </a:p>
          <a:p>
            <a:pPr indent="0" lvl="0" marL="0" rtl="0" algn="l">
              <a:lnSpc>
                <a:spcPct val="115000"/>
              </a:lnSpc>
              <a:spcBef>
                <a:spcPts val="0"/>
              </a:spcBef>
              <a:spcAft>
                <a:spcPts val="0"/>
              </a:spcAft>
              <a:buClr>
                <a:schemeClr val="dk1"/>
              </a:buClr>
              <a:buSzPts val="1100"/>
              <a:buFont typeface="Arial"/>
              <a:buNone/>
            </a:pPr>
            <a:r>
              <a:rPr lang="it-IT" sz="2050"/>
              <a:t>Mac Style (desktop metaphor) &gt;‘83</a:t>
            </a:r>
            <a:endParaRPr sz="2050"/>
          </a:p>
          <a:p>
            <a:pPr indent="0" lvl="0" marL="0" rtl="0" algn="l">
              <a:lnSpc>
                <a:spcPct val="115000"/>
              </a:lnSpc>
              <a:spcBef>
                <a:spcPts val="0"/>
              </a:spcBef>
              <a:spcAft>
                <a:spcPts val="0"/>
              </a:spcAft>
              <a:buClr>
                <a:schemeClr val="dk1"/>
              </a:buClr>
              <a:buSzPts val="1100"/>
              <a:buFont typeface="Arial"/>
              <a:buNone/>
            </a:pPr>
            <a:r>
              <a:rPr lang="it-IT" sz="2050"/>
              <a:t>Multimedia tools &gt;‘90</a:t>
            </a:r>
            <a:endParaRPr sz="2050"/>
          </a:p>
          <a:p>
            <a:pPr indent="0" lvl="0" marL="0" rtl="0" algn="l">
              <a:lnSpc>
                <a:spcPct val="115000"/>
              </a:lnSpc>
              <a:spcBef>
                <a:spcPts val="0"/>
              </a:spcBef>
              <a:spcAft>
                <a:spcPts val="0"/>
              </a:spcAft>
              <a:buClr>
                <a:schemeClr val="dk1"/>
              </a:buClr>
              <a:buSzPts val="1100"/>
              <a:buFont typeface="Arial"/>
              <a:buNone/>
            </a:pPr>
            <a:r>
              <a:rPr lang="it-IT" sz="2050"/>
              <a:t>Multimodal tools &gt;‘94</a:t>
            </a:r>
            <a:endParaRPr sz="2050"/>
          </a:p>
          <a:p>
            <a:pPr indent="0" lvl="0" marL="0" rtl="0" algn="l">
              <a:lnSpc>
                <a:spcPct val="115000"/>
              </a:lnSpc>
              <a:spcBef>
                <a:spcPts val="0"/>
              </a:spcBef>
              <a:spcAft>
                <a:spcPts val="0"/>
              </a:spcAft>
              <a:buSzPts val="1400"/>
              <a:buNone/>
            </a:pPr>
            <a:r>
              <a:rPr lang="it-IT" sz="2050"/>
              <a:t>Internet tools &amp; services &gt; 00</a:t>
            </a:r>
            <a:endParaRPr sz="20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82"/>
                                        </p:tgtEl>
                                        <p:attrNameLst>
                                          <p:attrName>style.visibility</p:attrName>
                                        </p:attrNameLst>
                                      </p:cBhvr>
                                      <p:to>
                                        <p:strVal val="visible"/>
                                      </p:to>
                                    </p:set>
                                    <p:anim calcmode="lin" valueType="num">
                                      <p:cBhvr additive="base">
                                        <p:cTn dur="500"/>
                                        <p:tgtEl>
                                          <p:spTgt spid="118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50"/>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Envisioning the future in 1945</a:t>
            </a:r>
            <a:endParaRPr/>
          </a:p>
        </p:txBody>
      </p:sp>
      <p:pic>
        <p:nvPicPr>
          <p:cNvPr descr="Figure1-1" id="1215" name="Google Shape;1215;p50"/>
          <p:cNvPicPr preferRelativeResize="0"/>
          <p:nvPr/>
        </p:nvPicPr>
        <p:blipFill rotWithShape="1">
          <a:blip r:embed="rId3">
            <a:alphaModFix/>
          </a:blip>
          <a:srcRect b="0" l="0" r="0" t="0"/>
          <a:stretch/>
        </p:blipFill>
        <p:spPr>
          <a:xfrm>
            <a:off x="2362200" y="1257300"/>
            <a:ext cx="3810000" cy="2333625"/>
          </a:xfrm>
          <a:prstGeom prst="rect">
            <a:avLst/>
          </a:prstGeom>
          <a:solidFill>
            <a:schemeClr val="lt1"/>
          </a:solidFill>
          <a:ln>
            <a:noFill/>
          </a:ln>
        </p:spPr>
      </p:pic>
      <p:sp>
        <p:nvSpPr>
          <p:cNvPr id="1216" name="Google Shape;1216;p50"/>
          <p:cNvSpPr txBox="1"/>
          <p:nvPr/>
        </p:nvSpPr>
        <p:spPr>
          <a:xfrm>
            <a:off x="685800" y="3714750"/>
            <a:ext cx="7924800" cy="12048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it-IT" sz="2400" u="none" cap="none" strike="noStrike">
                <a:solidFill>
                  <a:srgbClr val="FFFFFF"/>
                </a:solidFill>
                <a:latin typeface="Overpass"/>
                <a:ea typeface="Overpass"/>
                <a:cs typeface="Overpass"/>
                <a:sym typeface="Overpass"/>
              </a:rPr>
              <a:t>A </a:t>
            </a:r>
            <a:r>
              <a:rPr b="1" i="0" lang="it-IT" sz="2400" u="none" cap="none" strike="noStrike">
                <a:solidFill>
                  <a:srgbClr val="FFFFFF"/>
                </a:solidFill>
                <a:latin typeface="Overpass"/>
                <a:ea typeface="Overpass"/>
                <a:cs typeface="Overpass"/>
                <a:sym typeface="Overpass"/>
              </a:rPr>
              <a:t>Memex </a:t>
            </a:r>
            <a:r>
              <a:rPr b="0" i="0" lang="it-IT" sz="2400" u="none" cap="none" strike="noStrike">
                <a:solidFill>
                  <a:srgbClr val="FFFFFF"/>
                </a:solidFill>
                <a:latin typeface="Overpass"/>
                <a:ea typeface="Overpass"/>
                <a:cs typeface="Overpass"/>
                <a:sym typeface="Overpass"/>
              </a:rPr>
              <a:t>is a device in which an individual stores all his books, records, and communications, and which is mechanized so that it may be consulted with exceeding speed and flexibility. It is an enlarged intimate supplement to his memory. (</a:t>
            </a:r>
            <a:r>
              <a:rPr b="0" i="1" lang="it-IT" sz="2400" u="none" cap="none" strike="noStrike">
                <a:solidFill>
                  <a:srgbClr val="FFFFFF"/>
                </a:solidFill>
                <a:latin typeface="Overpass"/>
                <a:ea typeface="Overpass"/>
                <a:cs typeface="Overpass"/>
                <a:sym typeface="Overpass"/>
              </a:rPr>
              <a:t>Bush, 1945, 12</a:t>
            </a:r>
            <a:r>
              <a:rPr b="0" i="0" lang="it-IT" sz="2400" u="none" cap="none" strike="noStrike">
                <a:solidFill>
                  <a:srgbClr val="FFFFFF"/>
                </a:solidFill>
                <a:latin typeface="Overpass"/>
                <a:ea typeface="Overpass"/>
                <a:cs typeface="Overpass"/>
                <a:sym typeface="Overpass"/>
              </a:rPr>
              <a:t>)</a:t>
            </a:r>
            <a:endParaRPr b="0" i="0" sz="1400" u="none" cap="none" strike="noStrike">
              <a:solidFill>
                <a:srgbClr val="000000"/>
              </a:solidFill>
              <a:latin typeface="Overpass"/>
              <a:ea typeface="Overpass"/>
              <a:cs typeface="Overpass"/>
              <a:sym typeface="Overpas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51"/>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Douglas Engelbart</a:t>
            </a:r>
            <a:endParaRPr/>
          </a:p>
        </p:txBody>
      </p:sp>
      <p:sp>
        <p:nvSpPr>
          <p:cNvPr id="1222" name="Google Shape;1222;p51"/>
          <p:cNvSpPr txBox="1"/>
          <p:nvPr>
            <p:ph idx="1" type="body"/>
          </p:nvPr>
        </p:nvSpPr>
        <p:spPr>
          <a:xfrm>
            <a:off x="720000" y="1217550"/>
            <a:ext cx="7704000" cy="810900"/>
          </a:xfrm>
          <a:prstGeom prst="rect">
            <a:avLst/>
          </a:prstGeom>
          <a:noFill/>
          <a:ln>
            <a:noFill/>
          </a:ln>
        </p:spPr>
        <p:txBody>
          <a:bodyPr anchorCtr="0" anchor="t" bIns="45700" lIns="91425" spcFirstLastPara="1" rIns="91425" wrap="square" tIns="45700">
            <a:normAutofit fontScale="92500" lnSpcReduction="20000"/>
          </a:bodyPr>
          <a:lstStyle/>
          <a:p>
            <a:pPr indent="-329565" lvl="0" marL="342900" rtl="0" algn="l">
              <a:lnSpc>
                <a:spcPct val="90000"/>
              </a:lnSpc>
              <a:spcBef>
                <a:spcPts val="0"/>
              </a:spcBef>
              <a:spcAft>
                <a:spcPts val="0"/>
              </a:spcAft>
              <a:buClr>
                <a:schemeClr val="lt1"/>
              </a:buClr>
              <a:buSzPct val="253967"/>
              <a:buFont typeface="Arial"/>
              <a:buChar char="●"/>
            </a:pPr>
            <a:r>
              <a:rPr lang="it-IT"/>
              <a:t>Human Augmentation System</a:t>
            </a:r>
            <a:endParaRPr/>
          </a:p>
          <a:p>
            <a:pPr indent="-277176" lvl="1" marL="742950" rtl="0" algn="l">
              <a:lnSpc>
                <a:spcPct val="90000"/>
              </a:lnSpc>
              <a:spcBef>
                <a:spcPts val="360"/>
              </a:spcBef>
              <a:spcAft>
                <a:spcPts val="0"/>
              </a:spcAft>
              <a:buClr>
                <a:schemeClr val="lt1"/>
              </a:buClr>
              <a:buSzPct val="100000"/>
              <a:buFont typeface="Arial"/>
              <a:buChar char="○"/>
            </a:pPr>
            <a:r>
              <a:rPr lang="it-IT" sz="1800"/>
              <a:t>The Mother of All Demos: </a:t>
            </a:r>
            <a:r>
              <a:rPr lang="it-IT" sz="1800" u="sng">
                <a:solidFill>
                  <a:schemeClr val="hlink"/>
                </a:solidFill>
                <a:hlinkClick r:id="rId3"/>
              </a:rPr>
              <a:t>https://www.youtube.com/watch?v=yJDv-zdhzMY</a:t>
            </a:r>
            <a:r>
              <a:rPr lang="it-IT" sz="1800"/>
              <a:t> </a:t>
            </a:r>
            <a:endParaRPr/>
          </a:p>
        </p:txBody>
      </p:sp>
      <p:pic>
        <p:nvPicPr>
          <p:cNvPr id="1223" name="Google Shape;1223;p51"/>
          <p:cNvPicPr preferRelativeResize="0"/>
          <p:nvPr/>
        </p:nvPicPr>
        <p:blipFill rotWithShape="1">
          <a:blip r:embed="rId4">
            <a:alphaModFix/>
          </a:blip>
          <a:srcRect b="0" l="0" r="0" t="0"/>
          <a:stretch/>
        </p:blipFill>
        <p:spPr>
          <a:xfrm>
            <a:off x="6951325" y="2405650"/>
            <a:ext cx="1584723" cy="1156097"/>
          </a:xfrm>
          <a:prstGeom prst="rect">
            <a:avLst/>
          </a:prstGeom>
          <a:noFill/>
          <a:ln>
            <a:noFill/>
          </a:ln>
        </p:spPr>
      </p:pic>
      <p:pic>
        <p:nvPicPr>
          <p:cNvPr descr="img0024" id="1224" name="Google Shape;1224;p51"/>
          <p:cNvPicPr preferRelativeResize="0"/>
          <p:nvPr/>
        </p:nvPicPr>
        <p:blipFill rotWithShape="1">
          <a:blip r:embed="rId5">
            <a:alphaModFix/>
          </a:blip>
          <a:srcRect b="5857" l="11719" r="19531" t="5859"/>
          <a:stretch/>
        </p:blipFill>
        <p:spPr>
          <a:xfrm>
            <a:off x="517025" y="2140144"/>
            <a:ext cx="2743200" cy="1687116"/>
          </a:xfrm>
          <a:prstGeom prst="rect">
            <a:avLst/>
          </a:prstGeom>
          <a:noFill/>
          <a:ln>
            <a:noFill/>
          </a:ln>
        </p:spPr>
      </p:pic>
      <p:sp>
        <p:nvSpPr>
          <p:cNvPr id="1225" name="Google Shape;1225;p51"/>
          <p:cNvSpPr/>
          <p:nvPr/>
        </p:nvSpPr>
        <p:spPr>
          <a:xfrm>
            <a:off x="658763" y="3938938"/>
            <a:ext cx="2390700" cy="62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NLS Mouse and </a:t>
            </a:r>
            <a:endParaRPr b="0" i="0" sz="1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workstation  </a:t>
            </a:r>
            <a:endParaRPr b="0" i="0" sz="1400" u="none" cap="none" strike="noStrike">
              <a:solidFill>
                <a:srgbClr val="000000"/>
              </a:solidFill>
              <a:latin typeface="Overpass"/>
              <a:ea typeface="Overpass"/>
              <a:cs typeface="Overpass"/>
              <a:sym typeface="Overpass"/>
            </a:endParaRPr>
          </a:p>
        </p:txBody>
      </p:sp>
      <p:pic>
        <p:nvPicPr>
          <p:cNvPr descr="img0030" id="1226" name="Google Shape;1226;p51"/>
          <p:cNvPicPr preferRelativeResize="0"/>
          <p:nvPr/>
        </p:nvPicPr>
        <p:blipFill rotWithShape="1">
          <a:blip r:embed="rId6">
            <a:alphaModFix/>
          </a:blip>
          <a:srcRect b="5857" l="3904" r="3906" t="5859"/>
          <a:stretch/>
        </p:blipFill>
        <p:spPr>
          <a:xfrm>
            <a:off x="3705275" y="2400300"/>
            <a:ext cx="2438400" cy="1166812"/>
          </a:xfrm>
          <a:prstGeom prst="rect">
            <a:avLst/>
          </a:prstGeom>
          <a:noFill/>
          <a:ln>
            <a:noFill/>
          </a:ln>
        </p:spPr>
      </p:pic>
      <p:sp>
        <p:nvSpPr>
          <p:cNvPr id="1227" name="Google Shape;1227;p51"/>
          <p:cNvSpPr/>
          <p:nvPr/>
        </p:nvSpPr>
        <p:spPr>
          <a:xfrm>
            <a:off x="3576963" y="3700463"/>
            <a:ext cx="3057600" cy="62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Ergonomic Keyboard </a:t>
            </a:r>
            <a:endParaRPr b="0" i="0" sz="1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Console </a:t>
            </a:r>
            <a:endParaRPr b="0" i="0" sz="1400" u="none" cap="none" strike="noStrike">
              <a:solidFill>
                <a:srgbClr val="000000"/>
              </a:solidFill>
              <a:latin typeface="Overpass"/>
              <a:ea typeface="Overpass"/>
              <a:cs typeface="Overpass"/>
              <a:sym typeface="Overpass"/>
            </a:endParaRPr>
          </a:p>
        </p:txBody>
      </p:sp>
      <p:sp>
        <p:nvSpPr>
          <p:cNvPr id="1228" name="Google Shape;1228;p51"/>
          <p:cNvSpPr txBox="1"/>
          <p:nvPr/>
        </p:nvSpPr>
        <p:spPr>
          <a:xfrm>
            <a:off x="6951325" y="3781625"/>
            <a:ext cx="179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First Mouse</a:t>
            </a:r>
            <a:endParaRPr b="0" i="0" sz="1400" u="none" cap="none" strike="noStrike">
              <a:solidFill>
                <a:srgbClr val="000000"/>
              </a:solidFill>
              <a:latin typeface="Overpass"/>
              <a:ea typeface="Overpass"/>
              <a:cs typeface="Overpass"/>
              <a:sym typeface="Overpas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52"/>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Ivan Sutherland</a:t>
            </a:r>
            <a:endParaRPr/>
          </a:p>
        </p:txBody>
      </p:sp>
      <p:sp>
        <p:nvSpPr>
          <p:cNvPr id="1234" name="Google Shape;1234;p52"/>
          <p:cNvSpPr txBox="1"/>
          <p:nvPr>
            <p:ph idx="1" type="body"/>
          </p:nvPr>
        </p:nvSpPr>
        <p:spPr>
          <a:xfrm>
            <a:off x="720000" y="1217550"/>
            <a:ext cx="6138000" cy="3699600"/>
          </a:xfrm>
          <a:prstGeom prst="rect">
            <a:avLst/>
          </a:prstGeom>
          <a:noFill/>
          <a:ln>
            <a:noFill/>
          </a:ln>
        </p:spPr>
        <p:txBody>
          <a:bodyPr anchorCtr="0" anchor="t" bIns="45700" lIns="91425" spcFirstLastPara="1" rIns="91425" wrap="square" tIns="45700">
            <a:normAutofit lnSpcReduction="10000"/>
          </a:bodyPr>
          <a:lstStyle/>
          <a:p>
            <a:pPr indent="-352425" lvl="0" marL="457200" rtl="0" algn="l">
              <a:lnSpc>
                <a:spcPct val="115000"/>
              </a:lnSpc>
              <a:spcBef>
                <a:spcPts val="0"/>
              </a:spcBef>
              <a:spcAft>
                <a:spcPts val="0"/>
              </a:spcAft>
              <a:buClr>
                <a:schemeClr val="lt1"/>
              </a:buClr>
              <a:buSzPts val="1950"/>
              <a:buChar char="➔"/>
            </a:pPr>
            <a:r>
              <a:rPr lang="it-IT" sz="1950"/>
              <a:t>The Ultimate Display – Ivan Sutherland</a:t>
            </a:r>
            <a:endParaRPr sz="1950"/>
          </a:p>
          <a:p>
            <a:pPr indent="0" lvl="0" marL="0" rtl="0" algn="l">
              <a:lnSpc>
                <a:spcPct val="115000"/>
              </a:lnSpc>
              <a:spcBef>
                <a:spcPts val="0"/>
              </a:spcBef>
              <a:spcAft>
                <a:spcPts val="0"/>
              </a:spcAft>
              <a:buSzPts val="1400"/>
              <a:buNone/>
            </a:pPr>
            <a:br>
              <a:rPr lang="it-IT" sz="1950"/>
            </a:br>
            <a:r>
              <a:rPr lang="it-IT" sz="1950"/>
              <a:t>The ultimate display would, of course, be a room within which the computer can control the existence of matter. A chair displayed in such a room would be good enough to sit in. Handcuffs displayed in such a room would be confining, and a bullet displayed in such a room would be fatal. With appropriate programming such a display could literally be the Wonderland into which Alice walked. (Sutherland, 1965, 508)</a:t>
            </a:r>
            <a:endParaRPr sz="1950"/>
          </a:p>
        </p:txBody>
      </p:sp>
      <p:pic>
        <p:nvPicPr>
          <p:cNvPr id="1235" name="Google Shape;1235;p52"/>
          <p:cNvPicPr preferRelativeResize="0"/>
          <p:nvPr/>
        </p:nvPicPr>
        <p:blipFill rotWithShape="1">
          <a:blip r:embed="rId3">
            <a:alphaModFix/>
          </a:blip>
          <a:srcRect b="0" l="0" r="0" t="0"/>
          <a:stretch/>
        </p:blipFill>
        <p:spPr>
          <a:xfrm>
            <a:off x="6858000" y="1943100"/>
            <a:ext cx="2133600" cy="1377553"/>
          </a:xfrm>
          <a:prstGeom prst="rect">
            <a:avLst/>
          </a:prstGeom>
          <a:noFill/>
          <a:ln>
            <a:noFill/>
          </a:ln>
        </p:spPr>
      </p:pic>
      <p:sp>
        <p:nvSpPr>
          <p:cNvPr id="1236" name="Google Shape;1236;p52"/>
          <p:cNvSpPr txBox="1"/>
          <p:nvPr/>
        </p:nvSpPr>
        <p:spPr>
          <a:xfrm>
            <a:off x="6629400" y="3486150"/>
            <a:ext cx="220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Arial"/>
                <a:ea typeface="Arial"/>
                <a:cs typeface="Arial"/>
                <a:sym typeface="Arial"/>
              </a:rPr>
              <a:t>Sketchpad</a:t>
            </a:r>
            <a:endParaRPr b="0" i="0" sz="24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53"/>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Large Scale Computing</a:t>
            </a:r>
            <a:endParaRPr/>
          </a:p>
        </p:txBody>
      </p:sp>
      <p:sp>
        <p:nvSpPr>
          <p:cNvPr id="1242" name="Google Shape;1242;p53"/>
          <p:cNvSpPr txBox="1"/>
          <p:nvPr>
            <p:ph idx="1" type="body"/>
          </p:nvPr>
        </p:nvSpPr>
        <p:spPr>
          <a:xfrm>
            <a:off x="720000" y="1217550"/>
            <a:ext cx="7704000" cy="3699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lt1"/>
              </a:buClr>
              <a:buSzPts val="2800"/>
              <a:buFont typeface="Arial"/>
              <a:buChar char="●"/>
            </a:pPr>
            <a:r>
              <a:rPr lang="it-IT"/>
              <a:t>They were programmed using punch cards</a:t>
            </a:r>
            <a:endParaRPr/>
          </a:p>
          <a:p>
            <a:pPr indent="0" lvl="0" marL="0" rtl="0" algn="l">
              <a:lnSpc>
                <a:spcPct val="90000"/>
              </a:lnSpc>
              <a:spcBef>
                <a:spcPts val="0"/>
              </a:spcBef>
              <a:spcAft>
                <a:spcPts val="0"/>
              </a:spcAft>
              <a:buSzPts val="1400"/>
              <a:buNone/>
            </a:pPr>
            <a:r>
              <a:t/>
            </a:r>
            <a:endParaRPr/>
          </a:p>
          <a:p>
            <a:pPr indent="0" lvl="0" marL="0" rtl="0" algn="l">
              <a:lnSpc>
                <a:spcPct val="90000"/>
              </a:lnSpc>
              <a:spcBef>
                <a:spcPts val="0"/>
              </a:spcBef>
              <a:spcAft>
                <a:spcPts val="0"/>
              </a:spcAft>
              <a:buSzPts val="1400"/>
              <a:buNone/>
            </a:pPr>
            <a:r>
              <a:t/>
            </a:r>
            <a:endParaRPr/>
          </a:p>
          <a:p>
            <a:pPr indent="0" lvl="0" marL="0" rtl="0" algn="l">
              <a:lnSpc>
                <a:spcPct val="90000"/>
              </a:lnSpc>
              <a:spcBef>
                <a:spcPts val="0"/>
              </a:spcBef>
              <a:spcAft>
                <a:spcPts val="0"/>
              </a:spcAft>
              <a:buSzPts val="1400"/>
              <a:buNone/>
            </a:pPr>
            <a:r>
              <a:t/>
            </a:r>
            <a:endParaRPr/>
          </a:p>
          <a:p>
            <a:pPr indent="0" lvl="0" marL="0" rtl="0" algn="l">
              <a:lnSpc>
                <a:spcPct val="90000"/>
              </a:lnSpc>
              <a:spcBef>
                <a:spcPts val="0"/>
              </a:spcBef>
              <a:spcAft>
                <a:spcPts val="0"/>
              </a:spcAft>
              <a:buSzPts val="1400"/>
              <a:buNone/>
            </a:pPr>
            <a:r>
              <a:t/>
            </a:r>
            <a:endParaRPr/>
          </a:p>
          <a:p>
            <a:pPr indent="0" lvl="0" marL="0" rtl="0" algn="l">
              <a:lnSpc>
                <a:spcPct val="90000"/>
              </a:lnSpc>
              <a:spcBef>
                <a:spcPts val="0"/>
              </a:spcBef>
              <a:spcAft>
                <a:spcPts val="0"/>
              </a:spcAft>
              <a:buSzPts val="1400"/>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165100" lvl="0" marL="342900" rtl="0" algn="l">
              <a:lnSpc>
                <a:spcPct val="90000"/>
              </a:lnSpc>
              <a:spcBef>
                <a:spcPts val="560"/>
              </a:spcBef>
              <a:spcAft>
                <a:spcPts val="0"/>
              </a:spcAft>
              <a:buClr>
                <a:schemeClr val="lt1"/>
              </a:buClr>
              <a:buSzPts val="2800"/>
              <a:buFont typeface="Arial"/>
              <a:buNone/>
            </a:pPr>
            <a:r>
              <a:t/>
            </a:r>
            <a:endParaRPr/>
          </a:p>
          <a:p>
            <a:pPr indent="-342900" lvl="0" marL="342900" rtl="0" algn="l">
              <a:lnSpc>
                <a:spcPct val="90000"/>
              </a:lnSpc>
              <a:spcBef>
                <a:spcPts val="560"/>
              </a:spcBef>
              <a:spcAft>
                <a:spcPts val="0"/>
              </a:spcAft>
              <a:buClr>
                <a:schemeClr val="lt1"/>
              </a:buClr>
              <a:buSzPts val="2800"/>
              <a:buFont typeface="Arial"/>
              <a:buChar char="●"/>
            </a:pPr>
            <a:r>
              <a:rPr lang="it-IT"/>
              <a:t>Time-sharing services (TSSs) were schemes that used the downtime of one user for another user who was currently active. </a:t>
            </a:r>
            <a:endParaRPr/>
          </a:p>
        </p:txBody>
      </p:sp>
      <p:pic>
        <p:nvPicPr>
          <p:cNvPr descr="Figure1-4a" id="1243" name="Google Shape;1243;p53"/>
          <p:cNvPicPr preferRelativeResize="0"/>
          <p:nvPr/>
        </p:nvPicPr>
        <p:blipFill rotWithShape="1">
          <a:blip r:embed="rId3">
            <a:alphaModFix/>
          </a:blip>
          <a:srcRect b="0" l="0" r="0" t="0"/>
          <a:stretch/>
        </p:blipFill>
        <p:spPr>
          <a:xfrm>
            <a:off x="3505200" y="1880800"/>
            <a:ext cx="2000250" cy="1428750"/>
          </a:xfrm>
          <a:prstGeom prst="rect">
            <a:avLst/>
          </a:prstGeom>
          <a:noFill/>
          <a:ln>
            <a:noFill/>
          </a:ln>
        </p:spPr>
      </p:pic>
      <p:pic>
        <p:nvPicPr>
          <p:cNvPr descr="Figure1-4b" id="1244" name="Google Shape;1244;p53"/>
          <p:cNvPicPr preferRelativeResize="0"/>
          <p:nvPr/>
        </p:nvPicPr>
        <p:blipFill rotWithShape="1">
          <a:blip r:embed="rId4">
            <a:alphaModFix/>
          </a:blip>
          <a:srcRect b="0" l="0" r="0" t="0"/>
          <a:stretch/>
        </p:blipFill>
        <p:spPr>
          <a:xfrm>
            <a:off x="6248400" y="1823650"/>
            <a:ext cx="1943100" cy="1584722"/>
          </a:xfrm>
          <a:prstGeom prst="rect">
            <a:avLst/>
          </a:prstGeom>
          <a:noFill/>
          <a:ln>
            <a:noFill/>
          </a:ln>
        </p:spPr>
      </p:pic>
      <p:sp>
        <p:nvSpPr>
          <p:cNvPr id="1245" name="Google Shape;1245;p53"/>
          <p:cNvSpPr/>
          <p:nvPr/>
        </p:nvSpPr>
        <p:spPr>
          <a:xfrm>
            <a:off x="3505200" y="3327375"/>
            <a:ext cx="4572000" cy="508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it-IT" sz="2000" u="none" cap="none" strike="noStrike">
                <a:solidFill>
                  <a:srgbClr val="FFFFFF"/>
                </a:solidFill>
                <a:latin typeface="Overpass"/>
                <a:ea typeface="Overpass"/>
                <a:cs typeface="Overpass"/>
                <a:sym typeface="Overpass"/>
              </a:rPr>
              <a:t>IBM card punch machines.</a:t>
            </a:r>
            <a:endParaRPr b="0" i="0" sz="10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000"/>
              <a:buFont typeface="Arial"/>
              <a:buNone/>
            </a:pPr>
            <a:r>
              <a:rPr b="0" i="0" lang="it-IT" sz="1000" u="none" cap="none" strike="noStrike">
                <a:solidFill>
                  <a:srgbClr val="FFFFFF"/>
                </a:solidFill>
                <a:latin typeface="Overpass"/>
                <a:ea typeface="Overpass"/>
                <a:cs typeface="Overpass"/>
                <a:sym typeface="Overpass"/>
              </a:rPr>
              <a:t>Courtesy IBM Corporate Archives.</a:t>
            </a:r>
            <a:endParaRPr b="0" i="0" sz="1000" u="none" cap="none" strike="noStrike">
              <a:solidFill>
                <a:srgbClr val="000000"/>
              </a:solidFill>
              <a:latin typeface="Overpass"/>
              <a:ea typeface="Overpass"/>
              <a:cs typeface="Overpass"/>
              <a:sym typeface="Overpass"/>
            </a:endParaRPr>
          </a:p>
        </p:txBody>
      </p:sp>
      <p:pic>
        <p:nvPicPr>
          <p:cNvPr id="1246" name="Google Shape;1246;p53"/>
          <p:cNvPicPr preferRelativeResize="0"/>
          <p:nvPr/>
        </p:nvPicPr>
        <p:blipFill rotWithShape="1">
          <a:blip r:embed="rId5">
            <a:alphaModFix/>
          </a:blip>
          <a:srcRect b="0" l="0" r="0" t="0"/>
          <a:stretch/>
        </p:blipFill>
        <p:spPr>
          <a:xfrm>
            <a:off x="381000" y="1823650"/>
            <a:ext cx="2362200" cy="1771650"/>
          </a:xfrm>
          <a:prstGeom prst="rect">
            <a:avLst/>
          </a:prstGeom>
          <a:noFill/>
          <a:ln>
            <a:noFill/>
          </a:ln>
        </p:spPr>
      </p:pic>
      <p:sp>
        <p:nvSpPr>
          <p:cNvPr id="1247" name="Google Shape;1247;p53"/>
          <p:cNvSpPr/>
          <p:nvPr/>
        </p:nvSpPr>
        <p:spPr>
          <a:xfrm>
            <a:off x="-331550" y="3408375"/>
            <a:ext cx="4572000" cy="346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it-IT" sz="2000" u="none" cap="none" strike="noStrike">
                <a:solidFill>
                  <a:srgbClr val="FFFFFF"/>
                </a:solidFill>
                <a:latin typeface="Overpass"/>
                <a:ea typeface="Overpass"/>
                <a:cs typeface="Overpass"/>
                <a:sym typeface="Overpass"/>
              </a:rPr>
              <a:t>Manual card punch machine</a:t>
            </a:r>
            <a:endParaRPr b="0" i="0" sz="1000" u="none" cap="none" strike="noStrike">
              <a:solidFill>
                <a:srgbClr val="000000"/>
              </a:solidFill>
              <a:latin typeface="Overpass"/>
              <a:ea typeface="Overpass"/>
              <a:cs typeface="Overpass"/>
              <a:sym typeface="Overpas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54"/>
          <p:cNvSpPr txBox="1"/>
          <p:nvPr>
            <p:ph type="title"/>
          </p:nvPr>
        </p:nvSpPr>
        <p:spPr>
          <a:xfrm>
            <a:off x="720000" y="5400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Personal Computing</a:t>
            </a:r>
            <a:endParaRPr/>
          </a:p>
        </p:txBody>
      </p:sp>
      <p:sp>
        <p:nvSpPr>
          <p:cNvPr id="1253" name="Google Shape;1253;p54"/>
          <p:cNvSpPr txBox="1"/>
          <p:nvPr>
            <p:ph idx="4294967295" type="body"/>
          </p:nvPr>
        </p:nvSpPr>
        <p:spPr>
          <a:xfrm>
            <a:off x="301625" y="1198960"/>
            <a:ext cx="4038600" cy="34863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lt1"/>
              </a:buClr>
              <a:buSzPts val="2800"/>
              <a:buFont typeface="Arial"/>
              <a:buChar char="●"/>
            </a:pPr>
            <a:r>
              <a:rPr lang="it-IT"/>
              <a:t>Desktop Computing</a:t>
            </a:r>
            <a:endParaRPr/>
          </a:p>
        </p:txBody>
      </p:sp>
      <p:pic>
        <p:nvPicPr>
          <p:cNvPr descr="Figure1-5" id="1254" name="Google Shape;1254;p54"/>
          <p:cNvPicPr preferRelativeResize="0"/>
          <p:nvPr/>
        </p:nvPicPr>
        <p:blipFill rotWithShape="1">
          <a:blip r:embed="rId3">
            <a:alphaModFix/>
          </a:blip>
          <a:srcRect b="0" l="0" r="0" t="0"/>
          <a:stretch/>
        </p:blipFill>
        <p:spPr>
          <a:xfrm>
            <a:off x="838200" y="2000250"/>
            <a:ext cx="2286000" cy="2219325"/>
          </a:xfrm>
          <a:prstGeom prst="rect">
            <a:avLst/>
          </a:prstGeom>
          <a:noFill/>
          <a:ln>
            <a:noFill/>
          </a:ln>
        </p:spPr>
      </p:pic>
      <p:sp>
        <p:nvSpPr>
          <p:cNvPr id="1255" name="Google Shape;1255;p54"/>
          <p:cNvSpPr/>
          <p:nvPr/>
        </p:nvSpPr>
        <p:spPr>
          <a:xfrm>
            <a:off x="838200" y="4286250"/>
            <a:ext cx="4572000" cy="484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it-IT" sz="1600" u="none" cap="none" strike="noStrike">
                <a:solidFill>
                  <a:srgbClr val="FFFFFF"/>
                </a:solidFill>
                <a:latin typeface="Overpass"/>
                <a:ea typeface="Overpass"/>
                <a:cs typeface="Overpass"/>
                <a:sym typeface="Overpass"/>
              </a:rPr>
              <a:t>The Xerox Alto computer (1973)</a:t>
            </a:r>
            <a:endParaRPr b="0" i="0" sz="6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400"/>
              <a:buFont typeface="Arial"/>
              <a:buNone/>
            </a:pPr>
            <a:r>
              <a:rPr b="0" i="0" lang="it-IT" sz="400" u="none" cap="none" strike="noStrike">
                <a:solidFill>
                  <a:srgbClr val="FFFFFF"/>
                </a:solidFill>
                <a:latin typeface="Overpass"/>
                <a:ea typeface="Overpass"/>
                <a:cs typeface="Overpass"/>
                <a:sym typeface="Overpass"/>
              </a:rPr>
              <a:t>Courtesy Palo Alto Research Center.</a:t>
            </a:r>
            <a:endParaRPr b="0" i="0" sz="600" u="none" cap="none" strike="noStrike">
              <a:solidFill>
                <a:srgbClr val="000000"/>
              </a:solidFill>
              <a:latin typeface="Overpass"/>
              <a:ea typeface="Overpass"/>
              <a:cs typeface="Overpass"/>
              <a:sym typeface="Overpass"/>
            </a:endParaRPr>
          </a:p>
        </p:txBody>
      </p:sp>
      <p:sp>
        <p:nvSpPr>
          <p:cNvPr id="1256" name="Google Shape;1256;p54"/>
          <p:cNvSpPr txBox="1"/>
          <p:nvPr>
            <p:ph idx="1" type="subTitle"/>
          </p:nvPr>
        </p:nvSpPr>
        <p:spPr>
          <a:xfrm rot="-232">
            <a:off x="4151850" y="1679999"/>
            <a:ext cx="4451700" cy="260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it-IT" sz="2400">
                <a:solidFill>
                  <a:srgbClr val="FFFFFF"/>
                </a:solidFill>
              </a:rPr>
              <a:t>The Alto, developed at the Xerox Palo Alto Research Center in 1973, was the first computer to use a GUI that involved the desktop metaphor: pop-up menus, windows, and icons</a:t>
            </a:r>
            <a:endParaRPr sz="24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55"/>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Personal Computing</a:t>
            </a:r>
            <a:endParaRPr/>
          </a:p>
        </p:txBody>
      </p:sp>
      <p:sp>
        <p:nvSpPr>
          <p:cNvPr id="1262" name="Google Shape;1262;p55"/>
          <p:cNvSpPr/>
          <p:nvPr/>
        </p:nvSpPr>
        <p:spPr>
          <a:xfrm>
            <a:off x="5143500" y="4343400"/>
            <a:ext cx="3429000" cy="62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The Xerox Alto computer (1973)</a:t>
            </a:r>
            <a:endParaRPr b="0" i="0" sz="1400" u="none" cap="none" strike="noStrike">
              <a:solidFill>
                <a:srgbClr val="000000"/>
              </a:solidFill>
              <a:latin typeface="Overpass"/>
              <a:ea typeface="Overpass"/>
              <a:cs typeface="Overpass"/>
              <a:sym typeface="Overpass"/>
            </a:endParaRPr>
          </a:p>
        </p:txBody>
      </p:sp>
      <p:pic>
        <p:nvPicPr>
          <p:cNvPr descr="alto_gui01" id="1263" name="Google Shape;1263;p55"/>
          <p:cNvPicPr preferRelativeResize="0"/>
          <p:nvPr/>
        </p:nvPicPr>
        <p:blipFill rotWithShape="1">
          <a:blip r:embed="rId3">
            <a:alphaModFix/>
          </a:blip>
          <a:srcRect b="0" l="0" r="0" t="0"/>
          <a:stretch/>
        </p:blipFill>
        <p:spPr>
          <a:xfrm>
            <a:off x="5143500" y="1085850"/>
            <a:ext cx="2520553" cy="3086100"/>
          </a:xfrm>
          <a:prstGeom prst="rect">
            <a:avLst/>
          </a:prstGeom>
          <a:noFill/>
          <a:ln>
            <a:noFill/>
          </a:ln>
        </p:spPr>
      </p:pic>
      <p:pic>
        <p:nvPicPr>
          <p:cNvPr descr="alto_mail" id="1264" name="Google Shape;1264;p55"/>
          <p:cNvPicPr preferRelativeResize="0"/>
          <p:nvPr/>
        </p:nvPicPr>
        <p:blipFill rotWithShape="1">
          <a:blip r:embed="rId4">
            <a:alphaModFix/>
          </a:blip>
          <a:srcRect b="26732" l="0" r="0" t="0"/>
          <a:stretch/>
        </p:blipFill>
        <p:spPr>
          <a:xfrm>
            <a:off x="571500" y="1028700"/>
            <a:ext cx="4343400" cy="3173016"/>
          </a:xfrm>
          <a:prstGeom prst="rect">
            <a:avLst/>
          </a:prstGeom>
          <a:noFill/>
          <a:ln>
            <a:noFill/>
          </a:ln>
        </p:spPr>
      </p:pic>
      <p:sp>
        <p:nvSpPr>
          <p:cNvPr id="1265" name="Google Shape;1265;p55"/>
          <p:cNvSpPr/>
          <p:nvPr/>
        </p:nvSpPr>
        <p:spPr>
          <a:xfrm>
            <a:off x="1028700" y="4343400"/>
            <a:ext cx="3657600" cy="62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rgbClr val="FFFFFF"/>
                </a:solidFill>
                <a:latin typeface="Overpass"/>
                <a:ea typeface="Overpass"/>
                <a:cs typeface="Overpass"/>
                <a:sym typeface="Overpass"/>
              </a:rPr>
              <a:t>The Xerox Alto mail program (1973)</a:t>
            </a:r>
            <a:endParaRPr b="0" i="0" sz="1400" u="none" cap="none" strike="noStrike">
              <a:solidFill>
                <a:srgbClr val="000000"/>
              </a:solidFill>
              <a:latin typeface="Overpass"/>
              <a:ea typeface="Overpass"/>
              <a:cs typeface="Overpass"/>
              <a:sym typeface="Overpas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56"/>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Personal Computing</a:t>
            </a:r>
            <a:endParaRPr/>
          </a:p>
        </p:txBody>
      </p:sp>
      <p:sp>
        <p:nvSpPr>
          <p:cNvPr id="1271" name="Google Shape;1271;p56"/>
          <p:cNvSpPr txBox="1"/>
          <p:nvPr>
            <p:ph idx="1" type="body"/>
          </p:nvPr>
        </p:nvSpPr>
        <p:spPr>
          <a:xfrm>
            <a:off x="720000" y="1217550"/>
            <a:ext cx="7704000" cy="36996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Clr>
                <a:schemeClr val="lt1"/>
              </a:buClr>
              <a:buSzPts val="2800"/>
              <a:buFont typeface="Arial"/>
              <a:buChar char="●"/>
            </a:pPr>
            <a:r>
              <a:rPr lang="it-IT"/>
              <a:t>Personal-Public Computing</a:t>
            </a:r>
            <a:endParaRPr/>
          </a:p>
          <a:p>
            <a:pPr indent="-285750" lvl="1" marL="742950" rtl="0" algn="l">
              <a:lnSpc>
                <a:spcPct val="115000"/>
              </a:lnSpc>
              <a:spcBef>
                <a:spcPts val="480"/>
              </a:spcBef>
              <a:spcAft>
                <a:spcPts val="0"/>
              </a:spcAft>
              <a:buClr>
                <a:schemeClr val="lt1"/>
              </a:buClr>
              <a:buSzPts val="2400"/>
              <a:buFont typeface="Arial"/>
              <a:buChar char="○"/>
            </a:pPr>
            <a:r>
              <a:rPr lang="it-IT"/>
              <a:t>Public Access Computing – The information divide</a:t>
            </a:r>
            <a:endParaRPr/>
          </a:p>
          <a:p>
            <a:pPr indent="-285750" lvl="1" marL="742950" rtl="0" algn="l">
              <a:lnSpc>
                <a:spcPct val="115000"/>
              </a:lnSpc>
              <a:spcBef>
                <a:spcPts val="480"/>
              </a:spcBef>
              <a:spcAft>
                <a:spcPts val="0"/>
              </a:spcAft>
              <a:buClr>
                <a:schemeClr val="lt1"/>
              </a:buClr>
              <a:buSzPts val="2400"/>
              <a:buFont typeface="Arial"/>
              <a:buChar char="○"/>
            </a:pPr>
            <a:r>
              <a:rPr lang="it-IT"/>
              <a:t>Public Information Appliances</a:t>
            </a:r>
            <a:endParaRPr/>
          </a:p>
        </p:txBody>
      </p:sp>
      <p:sp>
        <p:nvSpPr>
          <p:cNvPr id="1272" name="Google Shape;1272;p56"/>
          <p:cNvSpPr/>
          <p:nvPr/>
        </p:nvSpPr>
        <p:spPr>
          <a:xfrm>
            <a:off x="4358150" y="4310825"/>
            <a:ext cx="4572000" cy="78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it-IT" sz="2000" u="none" cap="none" strike="noStrike">
                <a:solidFill>
                  <a:srgbClr val="FFFFFF"/>
                </a:solidFill>
                <a:latin typeface="Overpass"/>
                <a:ea typeface="Overpass"/>
                <a:cs typeface="Overpass"/>
                <a:sym typeface="Overpass"/>
              </a:rPr>
              <a:t>Automated teller machine with touchscreen.</a:t>
            </a:r>
            <a:endParaRPr b="0" i="0" sz="10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000"/>
              <a:buFont typeface="Arial"/>
              <a:buNone/>
            </a:pPr>
            <a:r>
              <a:rPr b="0" i="0" lang="it-IT" sz="1000" u="none" cap="none" strike="noStrike">
                <a:solidFill>
                  <a:srgbClr val="FFFFFF"/>
                </a:solidFill>
                <a:latin typeface="Overpass"/>
                <a:ea typeface="Overpass"/>
                <a:cs typeface="Overpass"/>
                <a:sym typeface="Overpass"/>
              </a:rPr>
              <a:t>Courtesy BigStockPhoto.com</a:t>
            </a:r>
            <a:endParaRPr b="0" i="0" sz="1000" u="none" cap="none" strike="noStrike">
              <a:solidFill>
                <a:srgbClr val="000000"/>
              </a:solidFill>
              <a:latin typeface="Overpass"/>
              <a:ea typeface="Overpass"/>
              <a:cs typeface="Overpass"/>
              <a:sym typeface="Overpass"/>
            </a:endParaRPr>
          </a:p>
        </p:txBody>
      </p:sp>
      <p:pic>
        <p:nvPicPr>
          <p:cNvPr descr="Figure1-6" id="1273" name="Google Shape;1273;p56"/>
          <p:cNvPicPr preferRelativeResize="0"/>
          <p:nvPr/>
        </p:nvPicPr>
        <p:blipFill rotWithShape="1">
          <a:blip r:embed="rId3">
            <a:alphaModFix/>
          </a:blip>
          <a:srcRect b="0" l="0" r="0" t="0"/>
          <a:stretch/>
        </p:blipFill>
        <p:spPr>
          <a:xfrm>
            <a:off x="5451700" y="2318775"/>
            <a:ext cx="2800350" cy="186928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57"/>
          <p:cNvSpPr txBox="1"/>
          <p:nvPr>
            <p:ph type="title"/>
          </p:nvPr>
        </p:nvSpPr>
        <p:spPr>
          <a:xfrm>
            <a:off x="720000" y="2799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Mobile Computing</a:t>
            </a:r>
            <a:endParaRPr/>
          </a:p>
        </p:txBody>
      </p:sp>
      <p:pic>
        <p:nvPicPr>
          <p:cNvPr descr="Figure1-7a" id="1279" name="Google Shape;1279;p57"/>
          <p:cNvPicPr preferRelativeResize="0"/>
          <p:nvPr/>
        </p:nvPicPr>
        <p:blipFill rotWithShape="1">
          <a:blip r:embed="rId3">
            <a:alphaModFix/>
          </a:blip>
          <a:srcRect b="0" l="0" r="0" t="0"/>
          <a:stretch/>
        </p:blipFill>
        <p:spPr>
          <a:xfrm>
            <a:off x="6601575" y="1820975"/>
            <a:ext cx="1600200" cy="1362075"/>
          </a:xfrm>
          <a:prstGeom prst="rect">
            <a:avLst/>
          </a:prstGeom>
          <a:noFill/>
          <a:ln>
            <a:noFill/>
          </a:ln>
        </p:spPr>
      </p:pic>
      <p:pic>
        <p:nvPicPr>
          <p:cNvPr descr="Figure1-7b" id="1280" name="Google Shape;1280;p57"/>
          <p:cNvPicPr preferRelativeResize="0"/>
          <p:nvPr/>
        </p:nvPicPr>
        <p:blipFill rotWithShape="1">
          <a:blip r:embed="rId4">
            <a:alphaModFix/>
          </a:blip>
          <a:srcRect b="0" l="0" r="0" t="0"/>
          <a:stretch/>
        </p:blipFill>
        <p:spPr>
          <a:xfrm>
            <a:off x="581775" y="2169500"/>
            <a:ext cx="1600200" cy="1876425"/>
          </a:xfrm>
          <a:prstGeom prst="rect">
            <a:avLst/>
          </a:prstGeom>
          <a:noFill/>
          <a:ln>
            <a:noFill/>
          </a:ln>
        </p:spPr>
      </p:pic>
      <p:pic>
        <p:nvPicPr>
          <p:cNvPr descr="Figure1-8a" id="1281" name="Google Shape;1281;p57"/>
          <p:cNvPicPr preferRelativeResize="0"/>
          <p:nvPr/>
        </p:nvPicPr>
        <p:blipFill rotWithShape="1">
          <a:blip r:embed="rId5">
            <a:alphaModFix/>
          </a:blip>
          <a:srcRect b="0" l="0" r="0" t="0"/>
          <a:stretch/>
        </p:blipFill>
        <p:spPr>
          <a:xfrm>
            <a:off x="2791575" y="3083900"/>
            <a:ext cx="1600200" cy="1314450"/>
          </a:xfrm>
          <a:prstGeom prst="rect">
            <a:avLst/>
          </a:prstGeom>
          <a:noFill/>
          <a:ln>
            <a:noFill/>
          </a:ln>
        </p:spPr>
      </p:pic>
      <p:pic>
        <p:nvPicPr>
          <p:cNvPr descr="Figure1-8b" id="1282" name="Google Shape;1282;p57"/>
          <p:cNvPicPr preferRelativeResize="0"/>
          <p:nvPr/>
        </p:nvPicPr>
        <p:blipFill rotWithShape="1">
          <a:blip r:embed="rId6">
            <a:alphaModFix/>
          </a:blip>
          <a:srcRect b="0" l="0" r="0" t="0"/>
          <a:stretch/>
        </p:blipFill>
        <p:spPr>
          <a:xfrm>
            <a:off x="4408425" y="2183700"/>
            <a:ext cx="1600200" cy="1028700"/>
          </a:xfrm>
          <a:prstGeom prst="rect">
            <a:avLst/>
          </a:prstGeom>
          <a:noFill/>
          <a:ln>
            <a:noFill/>
          </a:ln>
        </p:spPr>
      </p:pic>
      <p:sp>
        <p:nvSpPr>
          <p:cNvPr id="1283" name="Google Shape;1283;p57"/>
          <p:cNvSpPr txBox="1"/>
          <p:nvPr/>
        </p:nvSpPr>
        <p:spPr>
          <a:xfrm>
            <a:off x="287325" y="4055450"/>
            <a:ext cx="21891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it-IT" sz="1900" u="none" cap="none" strike="noStrike">
                <a:solidFill>
                  <a:srgbClr val="FFFFFF"/>
                </a:solidFill>
                <a:latin typeface="Overpass"/>
                <a:ea typeface="Overpass"/>
                <a:cs typeface="Overpass"/>
                <a:sym typeface="Overpass"/>
              </a:rPr>
              <a:t>Tablet computer</a:t>
            </a:r>
            <a:endParaRPr b="0" i="0" sz="900" u="none" cap="none" strike="noStrike">
              <a:solidFill>
                <a:srgbClr val="000000"/>
              </a:solidFill>
              <a:latin typeface="Overpass"/>
              <a:ea typeface="Overpass"/>
              <a:cs typeface="Overpass"/>
              <a:sym typeface="Overpass"/>
            </a:endParaRPr>
          </a:p>
        </p:txBody>
      </p:sp>
      <p:sp>
        <p:nvSpPr>
          <p:cNvPr id="1284" name="Google Shape;1284;p57"/>
          <p:cNvSpPr txBox="1"/>
          <p:nvPr/>
        </p:nvSpPr>
        <p:spPr>
          <a:xfrm>
            <a:off x="6251475" y="3198200"/>
            <a:ext cx="23004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it-IT" sz="1900" u="none" cap="none" strike="noStrike">
                <a:solidFill>
                  <a:srgbClr val="FFFFFF"/>
                </a:solidFill>
                <a:latin typeface="Overpass"/>
                <a:ea typeface="Overpass"/>
                <a:cs typeface="Overpass"/>
                <a:sym typeface="Overpass"/>
              </a:rPr>
              <a:t>Laptop computer</a:t>
            </a:r>
            <a:endParaRPr b="0" i="0" sz="900" u="none" cap="none" strike="noStrike">
              <a:solidFill>
                <a:srgbClr val="000000"/>
              </a:solidFill>
              <a:latin typeface="Overpass"/>
              <a:ea typeface="Overpass"/>
              <a:cs typeface="Overpass"/>
              <a:sym typeface="Overpass"/>
            </a:endParaRPr>
          </a:p>
        </p:txBody>
      </p:sp>
      <p:sp>
        <p:nvSpPr>
          <p:cNvPr id="1285" name="Google Shape;1285;p57"/>
          <p:cNvSpPr txBox="1"/>
          <p:nvPr/>
        </p:nvSpPr>
        <p:spPr>
          <a:xfrm>
            <a:off x="2828025" y="4481700"/>
            <a:ext cx="15273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it-IT" sz="1900" u="none" cap="none" strike="noStrike">
                <a:solidFill>
                  <a:srgbClr val="FFFFFF"/>
                </a:solidFill>
                <a:latin typeface="Overpass"/>
                <a:ea typeface="Overpass"/>
                <a:cs typeface="Overpass"/>
                <a:sym typeface="Overpass"/>
              </a:rPr>
              <a:t>Cell phone</a:t>
            </a:r>
            <a:endParaRPr b="0" i="0" sz="900" u="none" cap="none" strike="noStrike">
              <a:solidFill>
                <a:srgbClr val="000000"/>
              </a:solidFill>
              <a:latin typeface="Overpass"/>
              <a:ea typeface="Overpass"/>
              <a:cs typeface="Overpass"/>
              <a:sym typeface="Overpass"/>
            </a:endParaRPr>
          </a:p>
        </p:txBody>
      </p:sp>
      <p:sp>
        <p:nvSpPr>
          <p:cNvPr id="1286" name="Google Shape;1286;p57"/>
          <p:cNvSpPr txBox="1"/>
          <p:nvPr/>
        </p:nvSpPr>
        <p:spPr>
          <a:xfrm>
            <a:off x="4391775" y="3245825"/>
            <a:ext cx="1633500" cy="3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it-IT" sz="1900" u="none" cap="none" strike="noStrike">
                <a:solidFill>
                  <a:srgbClr val="FFFFFF"/>
                </a:solidFill>
                <a:latin typeface="Overpass"/>
                <a:ea typeface="Overpass"/>
                <a:cs typeface="Overpass"/>
                <a:sym typeface="Overpass"/>
              </a:rPr>
              <a:t>MP3 player</a:t>
            </a:r>
            <a:endParaRPr b="0" i="0" sz="900" u="none" cap="none" strike="noStrike">
              <a:solidFill>
                <a:srgbClr val="000000"/>
              </a:solidFill>
              <a:latin typeface="Overpass"/>
              <a:ea typeface="Overpass"/>
              <a:cs typeface="Overpass"/>
              <a:sym typeface="Overpass"/>
            </a:endParaRPr>
          </a:p>
        </p:txBody>
      </p:sp>
      <p:sp>
        <p:nvSpPr>
          <p:cNvPr id="1287" name="Google Shape;1287;p57"/>
          <p:cNvSpPr txBox="1"/>
          <p:nvPr/>
        </p:nvSpPr>
        <p:spPr>
          <a:xfrm>
            <a:off x="562800" y="4866600"/>
            <a:ext cx="1998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it-IT" sz="1200" u="none" cap="none" strike="noStrike">
                <a:solidFill>
                  <a:srgbClr val="FFFFFF"/>
                </a:solidFill>
                <a:latin typeface="Times New Roman"/>
                <a:ea typeface="Times New Roman"/>
                <a:cs typeface="Times New Roman"/>
                <a:sym typeface="Times New Roman"/>
              </a:rPr>
              <a:t>Courtesy BigStockPhoto.com</a:t>
            </a:r>
            <a:endParaRPr b="0" i="0" sz="1400" u="none" cap="none" strike="noStrike">
              <a:solidFill>
                <a:srgbClr val="000000"/>
              </a:solidFill>
              <a:latin typeface="Arial"/>
              <a:ea typeface="Arial"/>
              <a:cs typeface="Arial"/>
              <a:sym typeface="Arial"/>
            </a:endParaRPr>
          </a:p>
        </p:txBody>
      </p:sp>
      <p:sp>
        <p:nvSpPr>
          <p:cNvPr id="1288" name="Google Shape;1288;p57"/>
          <p:cNvSpPr/>
          <p:nvPr/>
        </p:nvSpPr>
        <p:spPr>
          <a:xfrm>
            <a:off x="304800" y="914400"/>
            <a:ext cx="8229600" cy="1177500"/>
          </a:xfrm>
          <a:prstGeom prst="rect">
            <a:avLst/>
          </a:prstGeom>
          <a:noFill/>
          <a:ln>
            <a:noFill/>
          </a:ln>
        </p:spPr>
        <p:txBody>
          <a:bodyPr anchorCtr="0" anchor="t" bIns="45700" lIns="91425" spcFirstLastPara="1" rIns="91425" wrap="square" tIns="45700">
            <a:noAutofit/>
          </a:bodyPr>
          <a:lstStyle/>
          <a:p>
            <a:pPr indent="-146050" lvl="0" marL="0" marR="0" rtl="0" algn="l">
              <a:lnSpc>
                <a:spcPct val="100000"/>
              </a:lnSpc>
              <a:spcBef>
                <a:spcPts val="0"/>
              </a:spcBef>
              <a:spcAft>
                <a:spcPts val="0"/>
              </a:spcAft>
              <a:buClr>
                <a:srgbClr val="FFFFFF"/>
              </a:buClr>
              <a:buSzPts val="2300"/>
              <a:buFont typeface="Overpass"/>
              <a:buChar char="•"/>
            </a:pPr>
            <a:r>
              <a:rPr b="0" i="0" lang="it-IT" sz="2300" u="none" cap="none" strike="noStrike">
                <a:solidFill>
                  <a:srgbClr val="FFFFFF"/>
                </a:solidFill>
                <a:latin typeface="Overpass"/>
                <a:ea typeface="Overpass"/>
                <a:cs typeface="Overpass"/>
                <a:sym typeface="Overpass"/>
              </a:rPr>
              <a:t>Desktop metaphors do not translate well to mobile devices.</a:t>
            </a:r>
            <a:endParaRPr b="0" i="0" sz="1300" u="none" cap="none" strike="noStrike">
              <a:solidFill>
                <a:srgbClr val="000000"/>
              </a:solidFill>
              <a:latin typeface="Overpass"/>
              <a:ea typeface="Overpass"/>
              <a:cs typeface="Overpass"/>
              <a:sym typeface="Overpass"/>
            </a:endParaRPr>
          </a:p>
          <a:p>
            <a:pPr indent="-146050" lvl="0" marL="0" marR="0" rtl="0" algn="l">
              <a:lnSpc>
                <a:spcPct val="100000"/>
              </a:lnSpc>
              <a:spcBef>
                <a:spcPts val="0"/>
              </a:spcBef>
              <a:spcAft>
                <a:spcPts val="0"/>
              </a:spcAft>
              <a:buClr>
                <a:srgbClr val="FFFFFF"/>
              </a:buClr>
              <a:buSzPts val="2300"/>
              <a:buFont typeface="Overpass"/>
              <a:buChar char="•"/>
            </a:pPr>
            <a:r>
              <a:rPr b="0" i="0" lang="it-IT" sz="2300" u="none" cap="none" strike="noStrike">
                <a:solidFill>
                  <a:srgbClr val="FFFFFF"/>
                </a:solidFill>
                <a:latin typeface="Overpass"/>
                <a:ea typeface="Overpass"/>
                <a:cs typeface="Overpass"/>
                <a:sym typeface="Overpass"/>
              </a:rPr>
              <a:t>Hybrid desktop/mobile environments can afford optimal interaction efficiency.</a:t>
            </a:r>
            <a:endParaRPr b="0" i="0" sz="1300" u="none" cap="none" strike="noStrike">
              <a:solidFill>
                <a:srgbClr val="000000"/>
              </a:solidFill>
              <a:latin typeface="Overpass"/>
              <a:ea typeface="Overpass"/>
              <a:cs typeface="Overpass"/>
              <a:sym typeface="Overpass"/>
            </a:endParaRPr>
          </a:p>
        </p:txBody>
      </p:sp>
      <p:sp>
        <p:nvSpPr>
          <p:cNvPr id="1289" name="Google Shape;1289;p57"/>
          <p:cNvSpPr txBox="1"/>
          <p:nvPr/>
        </p:nvSpPr>
        <p:spPr>
          <a:xfrm>
            <a:off x="4736238" y="4481700"/>
            <a:ext cx="36735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0" i="0" lang="it-IT" sz="1900" u="none" cap="none" strike="noStrike">
                <a:solidFill>
                  <a:srgbClr val="FFFFFF"/>
                </a:solidFill>
                <a:latin typeface="Overpass"/>
                <a:ea typeface="Overpass"/>
                <a:cs typeface="Overpass"/>
                <a:sym typeface="Overpass"/>
              </a:rPr>
              <a:t>On-board navigation system</a:t>
            </a:r>
            <a:endParaRPr b="0" i="0" sz="900" u="none" cap="none" strike="noStrike">
              <a:solidFill>
                <a:srgbClr val="000000"/>
              </a:solidFill>
              <a:latin typeface="Overpass"/>
              <a:ea typeface="Overpass"/>
              <a:cs typeface="Overpass"/>
              <a:sym typeface="Overpass"/>
            </a:endParaRPr>
          </a:p>
        </p:txBody>
      </p:sp>
      <p:pic>
        <p:nvPicPr>
          <p:cNvPr descr="Figure1-9" id="1290" name="Google Shape;1290;p57"/>
          <p:cNvPicPr preferRelativeResize="0"/>
          <p:nvPr/>
        </p:nvPicPr>
        <p:blipFill rotWithShape="1">
          <a:blip r:embed="rId7">
            <a:alphaModFix/>
          </a:blip>
          <a:srcRect b="0" l="0" r="0" t="0"/>
          <a:stretch/>
        </p:blipFill>
        <p:spPr>
          <a:xfrm>
            <a:off x="5915775" y="3598250"/>
            <a:ext cx="1314450" cy="8834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58"/>
          <p:cNvSpPr txBox="1"/>
          <p:nvPr>
            <p:ph type="title"/>
          </p:nvPr>
        </p:nvSpPr>
        <p:spPr>
          <a:xfrm>
            <a:off x="720000" y="392575"/>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Virtual Reality - </a:t>
            </a:r>
            <a:r>
              <a:rPr b="1" i="1" lang="it-IT">
                <a:solidFill>
                  <a:schemeClr val="folHlink"/>
                </a:solidFill>
              </a:rPr>
              <a:t>Immersive</a:t>
            </a:r>
            <a:endParaRPr/>
          </a:p>
        </p:txBody>
      </p:sp>
      <p:pic>
        <p:nvPicPr>
          <p:cNvPr descr="FigureC-5a" id="1296" name="Google Shape;1296;p58"/>
          <p:cNvPicPr preferRelativeResize="0"/>
          <p:nvPr/>
        </p:nvPicPr>
        <p:blipFill rotWithShape="1">
          <a:blip r:embed="rId3">
            <a:alphaModFix/>
          </a:blip>
          <a:srcRect b="0" l="0" r="0" t="0"/>
          <a:stretch/>
        </p:blipFill>
        <p:spPr>
          <a:xfrm>
            <a:off x="1000125" y="3373750"/>
            <a:ext cx="1171575" cy="1362075"/>
          </a:xfrm>
          <a:prstGeom prst="rect">
            <a:avLst/>
          </a:prstGeom>
          <a:noFill/>
          <a:ln>
            <a:noFill/>
          </a:ln>
        </p:spPr>
      </p:pic>
      <p:pic>
        <p:nvPicPr>
          <p:cNvPr descr="FigureC-6a" id="1297" name="Google Shape;1297;p58"/>
          <p:cNvPicPr preferRelativeResize="0"/>
          <p:nvPr/>
        </p:nvPicPr>
        <p:blipFill rotWithShape="1">
          <a:blip r:embed="rId4">
            <a:alphaModFix/>
          </a:blip>
          <a:srcRect b="0" l="0" r="0" t="0"/>
          <a:stretch/>
        </p:blipFill>
        <p:spPr>
          <a:xfrm>
            <a:off x="6052800" y="1132625"/>
            <a:ext cx="1714500" cy="1143000"/>
          </a:xfrm>
          <a:prstGeom prst="rect">
            <a:avLst/>
          </a:prstGeom>
          <a:noFill/>
          <a:ln>
            <a:noFill/>
          </a:ln>
        </p:spPr>
      </p:pic>
      <p:pic>
        <p:nvPicPr>
          <p:cNvPr descr="FigureC-6b" id="1298" name="Google Shape;1298;p58"/>
          <p:cNvPicPr preferRelativeResize="0"/>
          <p:nvPr/>
        </p:nvPicPr>
        <p:blipFill rotWithShape="1">
          <a:blip r:embed="rId5">
            <a:alphaModFix/>
          </a:blip>
          <a:srcRect b="0" l="0" r="0" t="0"/>
          <a:stretch/>
        </p:blipFill>
        <p:spPr>
          <a:xfrm>
            <a:off x="457200" y="1200150"/>
            <a:ext cx="1714500" cy="1143000"/>
          </a:xfrm>
          <a:prstGeom prst="rect">
            <a:avLst/>
          </a:prstGeom>
          <a:noFill/>
          <a:ln>
            <a:noFill/>
          </a:ln>
        </p:spPr>
      </p:pic>
      <p:sp>
        <p:nvSpPr>
          <p:cNvPr id="1299" name="Google Shape;1299;p58"/>
          <p:cNvSpPr/>
          <p:nvPr/>
        </p:nvSpPr>
        <p:spPr>
          <a:xfrm>
            <a:off x="381000" y="2343150"/>
            <a:ext cx="21336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Sketching a virtual world in the </a:t>
            </a:r>
            <a:endParaRPr b="0" i="0" sz="13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VR design tool ShadowLight.</a:t>
            </a:r>
            <a:endParaRPr b="0" i="0" sz="1300" u="none" cap="none" strike="noStrike">
              <a:solidFill>
                <a:srgbClr val="000000"/>
              </a:solidFill>
              <a:latin typeface="Overpass"/>
              <a:ea typeface="Overpass"/>
              <a:cs typeface="Overpass"/>
              <a:sym typeface="Overpass"/>
            </a:endParaRPr>
          </a:p>
        </p:txBody>
      </p:sp>
      <p:sp>
        <p:nvSpPr>
          <p:cNvPr id="1300" name="Google Shape;1300;p58"/>
          <p:cNvSpPr/>
          <p:nvPr/>
        </p:nvSpPr>
        <p:spPr>
          <a:xfrm>
            <a:off x="3048000" y="1471650"/>
            <a:ext cx="3048000" cy="6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CAVE automated virtual environment at the National Center for Supercomputing</a:t>
            </a:r>
            <a:endParaRPr b="0" i="0" sz="13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Applications (NCSA).</a:t>
            </a:r>
            <a:endParaRPr b="0" i="0" sz="13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900"/>
              <a:buFont typeface="Arial"/>
              <a:buNone/>
            </a:pPr>
            <a:r>
              <a:rPr b="0" i="0" lang="it-IT" sz="900" u="sng" cap="none" strike="noStrike">
                <a:solidFill>
                  <a:schemeClr val="hlink"/>
                </a:solidFill>
                <a:latin typeface="Overpass"/>
                <a:ea typeface="Overpass"/>
                <a:cs typeface="Overpass"/>
                <a:sym typeface="Overpass"/>
                <a:hlinkClick r:id="rId6"/>
              </a:rPr>
              <a:t>http://brighton.ncsa.uiuc.edu/~prajlich/cave.html</a:t>
            </a:r>
            <a:endParaRPr b="0" i="0" sz="900" u="none" cap="none" strike="noStrike">
              <a:solidFill>
                <a:srgbClr val="FFFFFF"/>
              </a:solidFill>
              <a:latin typeface="Overpass"/>
              <a:ea typeface="Overpass"/>
              <a:cs typeface="Overpass"/>
              <a:sym typeface="Overpass"/>
            </a:endParaRPr>
          </a:p>
        </p:txBody>
      </p:sp>
      <p:sp>
        <p:nvSpPr>
          <p:cNvPr id="1301" name="Google Shape;1301;p58"/>
          <p:cNvSpPr/>
          <p:nvPr/>
        </p:nvSpPr>
        <p:spPr>
          <a:xfrm>
            <a:off x="457200" y="2809875"/>
            <a:ext cx="3378300" cy="17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it-IT" sz="900" u="none" cap="none" strike="noStrike">
                <a:solidFill>
                  <a:srgbClr val="FFFFFF"/>
                </a:solidFill>
                <a:latin typeface="Times New Roman"/>
                <a:ea typeface="Times New Roman"/>
                <a:cs typeface="Times New Roman"/>
                <a:sym typeface="Times New Roman"/>
              </a:rPr>
              <a:t>Photographs and ShadowLight application courtesy of Kalev Leetaru.</a:t>
            </a:r>
            <a:endParaRPr b="0" i="0" sz="1400" u="none" cap="none" strike="noStrike">
              <a:solidFill>
                <a:srgbClr val="000000"/>
              </a:solidFill>
              <a:latin typeface="Arial"/>
              <a:ea typeface="Arial"/>
              <a:cs typeface="Arial"/>
              <a:sym typeface="Arial"/>
            </a:endParaRPr>
          </a:p>
        </p:txBody>
      </p:sp>
      <p:sp>
        <p:nvSpPr>
          <p:cNvPr id="1302" name="Google Shape;1302;p58"/>
          <p:cNvSpPr/>
          <p:nvPr/>
        </p:nvSpPr>
        <p:spPr>
          <a:xfrm>
            <a:off x="2081000" y="4345825"/>
            <a:ext cx="2490900" cy="62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Sensics piSight </a:t>
            </a:r>
            <a:endParaRPr b="0" i="0" sz="13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1100"/>
              <a:buFont typeface="Arial"/>
              <a:buNone/>
            </a:pPr>
            <a:r>
              <a:rPr b="0" i="0" lang="it-IT" sz="1100" u="none" cap="none" strike="noStrike">
                <a:solidFill>
                  <a:srgbClr val="FFFFFF"/>
                </a:solidFill>
                <a:latin typeface="Overpass"/>
                <a:ea typeface="Overpass"/>
                <a:cs typeface="Overpass"/>
                <a:sym typeface="Overpass"/>
              </a:rPr>
              <a:t>Virtual Reality (VR) system.</a:t>
            </a:r>
            <a:endParaRPr b="0" i="0" sz="13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1100"/>
              <a:buFont typeface="Arial"/>
              <a:buNone/>
            </a:pPr>
            <a:r>
              <a:rPr b="0" i="0" lang="it-IT" sz="1100" u="sng" cap="none" strike="noStrike">
                <a:solidFill>
                  <a:schemeClr val="hlink"/>
                </a:solidFill>
                <a:latin typeface="Overpass"/>
                <a:ea typeface="Overpass"/>
                <a:cs typeface="Overpass"/>
                <a:sym typeface="Overpass"/>
                <a:hlinkClick r:id="rId7"/>
              </a:rPr>
              <a:t>http://www.sensics.com/</a:t>
            </a:r>
            <a:endParaRPr b="0" i="0" sz="1100" u="none" cap="none" strike="noStrike">
              <a:solidFill>
                <a:srgbClr val="FFFFFF"/>
              </a:solidFill>
              <a:latin typeface="Overpass"/>
              <a:ea typeface="Overpass"/>
              <a:cs typeface="Overpass"/>
              <a:sym typeface="Overpass"/>
            </a:endParaRPr>
          </a:p>
        </p:txBody>
      </p:sp>
      <p:sp>
        <p:nvSpPr>
          <p:cNvPr id="1303" name="Google Shape;1303;p58"/>
          <p:cNvSpPr txBox="1"/>
          <p:nvPr/>
        </p:nvSpPr>
        <p:spPr>
          <a:xfrm>
            <a:off x="4990625" y="4583825"/>
            <a:ext cx="3681300" cy="4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chemeClr val="lt1"/>
                </a:solidFill>
                <a:latin typeface="Overpass"/>
                <a:ea typeface="Overpass"/>
                <a:cs typeface="Overpass"/>
                <a:sym typeface="Overpass"/>
              </a:rPr>
              <a:t>Meta Quest 3 </a:t>
            </a:r>
            <a:br>
              <a:rPr b="0" i="0" lang="it-IT" sz="1400" u="none" cap="none" strike="noStrike">
                <a:solidFill>
                  <a:schemeClr val="lt1"/>
                </a:solidFill>
                <a:latin typeface="Overpass"/>
                <a:ea typeface="Overpass"/>
                <a:cs typeface="Overpass"/>
                <a:sym typeface="Overpass"/>
              </a:rPr>
            </a:br>
            <a:r>
              <a:rPr b="0" i="0" lang="it-IT" sz="1400" u="sng" cap="none" strike="noStrike">
                <a:solidFill>
                  <a:schemeClr val="hlink"/>
                </a:solidFill>
                <a:latin typeface="Overpass"/>
                <a:ea typeface="Overpass"/>
                <a:cs typeface="Overpass"/>
                <a:sym typeface="Overpass"/>
                <a:hlinkClick r:id="rId8"/>
              </a:rPr>
              <a:t>https://www.meta.com/it/quest/quest-3/</a:t>
            </a:r>
            <a:r>
              <a:rPr b="0" i="0" lang="it-IT" sz="1400" u="none" cap="none" strike="noStrike">
                <a:solidFill>
                  <a:schemeClr val="lt1"/>
                </a:solidFill>
                <a:latin typeface="Overpass"/>
                <a:ea typeface="Overpass"/>
                <a:cs typeface="Overpass"/>
                <a:sym typeface="Overpass"/>
              </a:rPr>
              <a:t> </a:t>
            </a:r>
            <a:endParaRPr b="0" i="0" sz="1400" u="none" cap="none" strike="noStrike">
              <a:solidFill>
                <a:schemeClr val="lt1"/>
              </a:solidFill>
              <a:latin typeface="Overpass"/>
              <a:ea typeface="Overpass"/>
              <a:cs typeface="Overpass"/>
              <a:sym typeface="Overpass"/>
            </a:endParaRPr>
          </a:p>
        </p:txBody>
      </p:sp>
      <p:pic>
        <p:nvPicPr>
          <p:cNvPr id="1304" name="Google Shape;1304;p58"/>
          <p:cNvPicPr preferRelativeResize="0"/>
          <p:nvPr/>
        </p:nvPicPr>
        <p:blipFill rotWithShape="1">
          <a:blip r:embed="rId9">
            <a:alphaModFix/>
          </a:blip>
          <a:srcRect b="0" l="0" r="0" t="0"/>
          <a:stretch/>
        </p:blipFill>
        <p:spPr>
          <a:xfrm>
            <a:off x="4990625" y="2580425"/>
            <a:ext cx="3538666" cy="20034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59"/>
          <p:cNvSpPr txBox="1"/>
          <p:nvPr>
            <p:ph type="title"/>
          </p:nvPr>
        </p:nvSpPr>
        <p:spPr>
          <a:xfrm>
            <a:off x="720000" y="5400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Augmented Reality</a:t>
            </a:r>
            <a:endParaRPr sz="3200"/>
          </a:p>
        </p:txBody>
      </p:sp>
      <p:sp>
        <p:nvSpPr>
          <p:cNvPr id="1310" name="Google Shape;1310;p59"/>
          <p:cNvSpPr txBox="1"/>
          <p:nvPr>
            <p:ph idx="4294967295" type="body"/>
          </p:nvPr>
        </p:nvSpPr>
        <p:spPr>
          <a:xfrm>
            <a:off x="457200" y="1371600"/>
            <a:ext cx="8534400" cy="3226500"/>
          </a:xfrm>
          <a:prstGeom prst="rect">
            <a:avLst/>
          </a:prstGeom>
          <a:noFill/>
          <a:ln>
            <a:noFill/>
          </a:ln>
        </p:spPr>
        <p:txBody>
          <a:bodyPr anchorCtr="0" anchor="t" bIns="45700" lIns="91425" spcFirstLastPara="1" rIns="91425" wrap="square" tIns="45700">
            <a:noAutofit/>
          </a:bodyPr>
          <a:lstStyle/>
          <a:p>
            <a:pPr indent="-458788" lvl="0" marL="458788" rtl="0" algn="l">
              <a:lnSpc>
                <a:spcPct val="100000"/>
              </a:lnSpc>
              <a:spcBef>
                <a:spcPts val="0"/>
              </a:spcBef>
              <a:spcAft>
                <a:spcPts val="0"/>
              </a:spcAft>
              <a:buClr>
                <a:srgbClr val="FFFFFF"/>
              </a:buClr>
              <a:buSzPts val="2800"/>
              <a:buChar char="●"/>
            </a:pPr>
            <a:r>
              <a:rPr lang="it-IT">
                <a:solidFill>
                  <a:srgbClr val="FFFFFF"/>
                </a:solidFill>
              </a:rPr>
              <a:t>AR I/O devices</a:t>
            </a:r>
            <a:endParaRPr/>
          </a:p>
          <a:p>
            <a:pPr indent="-436563" lvl="1" marL="1020763" rtl="0" algn="l">
              <a:lnSpc>
                <a:spcPct val="100000"/>
              </a:lnSpc>
              <a:spcBef>
                <a:spcPts val="480"/>
              </a:spcBef>
              <a:spcAft>
                <a:spcPts val="0"/>
              </a:spcAft>
              <a:buClr>
                <a:srgbClr val="FFFFFF"/>
              </a:buClr>
              <a:buSzPts val="2400"/>
              <a:buChar char="○"/>
            </a:pPr>
            <a:r>
              <a:rPr lang="it-IT">
                <a:solidFill>
                  <a:srgbClr val="FFFFFF"/>
                </a:solidFill>
              </a:rPr>
              <a:t>Heads Up Displays (HUD)</a:t>
            </a:r>
            <a:endParaRPr/>
          </a:p>
          <a:p>
            <a:pPr indent="-468313" lvl="2" marL="1603375" rtl="0" algn="l">
              <a:lnSpc>
                <a:spcPct val="100000"/>
              </a:lnSpc>
              <a:spcBef>
                <a:spcPts val="480"/>
              </a:spcBef>
              <a:spcAft>
                <a:spcPts val="0"/>
              </a:spcAft>
              <a:buClr>
                <a:srgbClr val="FFFFFF"/>
              </a:buClr>
              <a:buSzPts val="2400"/>
              <a:buChar char="■"/>
            </a:pPr>
            <a:r>
              <a:rPr lang="it-IT">
                <a:solidFill>
                  <a:srgbClr val="FFFFFF"/>
                </a:solidFill>
              </a:rPr>
              <a:t>Optical see through</a:t>
            </a:r>
            <a:endParaRPr/>
          </a:p>
          <a:p>
            <a:pPr indent="-468313" lvl="2" marL="1603375" rtl="0" algn="l">
              <a:lnSpc>
                <a:spcPct val="100000"/>
              </a:lnSpc>
              <a:spcBef>
                <a:spcPts val="480"/>
              </a:spcBef>
              <a:spcAft>
                <a:spcPts val="0"/>
              </a:spcAft>
              <a:buClr>
                <a:srgbClr val="FFFFFF"/>
              </a:buClr>
              <a:buSzPts val="2400"/>
              <a:buChar char="■"/>
            </a:pPr>
            <a:r>
              <a:rPr lang="it-IT">
                <a:solidFill>
                  <a:srgbClr val="FFFFFF"/>
                </a:solidFill>
              </a:rPr>
              <a:t>Video see through</a:t>
            </a:r>
            <a:endParaRPr/>
          </a:p>
        </p:txBody>
      </p:sp>
      <p:pic>
        <p:nvPicPr>
          <p:cNvPr descr="FigureC-3b" id="1311" name="Google Shape;1311;p59"/>
          <p:cNvPicPr preferRelativeResize="0"/>
          <p:nvPr/>
        </p:nvPicPr>
        <p:blipFill rotWithShape="1">
          <a:blip r:embed="rId3">
            <a:alphaModFix/>
          </a:blip>
          <a:srcRect b="0" l="0" r="0" t="0"/>
          <a:stretch/>
        </p:blipFill>
        <p:spPr>
          <a:xfrm>
            <a:off x="6096000" y="1485900"/>
            <a:ext cx="1600200" cy="1019175"/>
          </a:xfrm>
          <a:prstGeom prst="rect">
            <a:avLst/>
          </a:prstGeom>
          <a:noFill/>
          <a:ln>
            <a:noFill/>
          </a:ln>
        </p:spPr>
      </p:pic>
      <p:pic>
        <p:nvPicPr>
          <p:cNvPr descr="FigureC-3a" id="1312" name="Google Shape;1312;p59"/>
          <p:cNvPicPr preferRelativeResize="0"/>
          <p:nvPr/>
        </p:nvPicPr>
        <p:blipFill rotWithShape="1">
          <a:blip r:embed="rId4">
            <a:alphaModFix/>
          </a:blip>
          <a:srcRect b="0" l="0" r="0" t="0"/>
          <a:stretch/>
        </p:blipFill>
        <p:spPr>
          <a:xfrm>
            <a:off x="885247" y="3330375"/>
            <a:ext cx="926347" cy="968620"/>
          </a:xfrm>
          <a:prstGeom prst="rect">
            <a:avLst/>
          </a:prstGeom>
          <a:noFill/>
          <a:ln>
            <a:noFill/>
          </a:ln>
        </p:spPr>
      </p:pic>
      <p:sp>
        <p:nvSpPr>
          <p:cNvPr id="1313" name="Google Shape;1313;p59"/>
          <p:cNvSpPr/>
          <p:nvPr/>
        </p:nvSpPr>
        <p:spPr>
          <a:xfrm>
            <a:off x="6019800" y="2571750"/>
            <a:ext cx="2286000" cy="791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it-IT" sz="1400" u="none" cap="none" strike="noStrike">
                <a:solidFill>
                  <a:srgbClr val="FFFFFF"/>
                </a:solidFill>
                <a:latin typeface="Overpass"/>
                <a:ea typeface="Overpass"/>
                <a:cs typeface="Overpass"/>
                <a:sym typeface="Overpass"/>
              </a:rPr>
              <a:t>MicroOptical MD-6 </a:t>
            </a:r>
            <a:endParaRPr b="0" i="0" sz="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400"/>
              <a:buFont typeface="Arial"/>
              <a:buNone/>
            </a:pPr>
            <a:r>
              <a:rPr b="0" i="0" lang="it-IT" sz="1400" u="none" cap="none" strike="noStrike">
                <a:solidFill>
                  <a:srgbClr val="FFFFFF"/>
                </a:solidFill>
                <a:latin typeface="Overpass"/>
                <a:ea typeface="Overpass"/>
                <a:cs typeface="Overpass"/>
                <a:sym typeface="Overpass"/>
              </a:rPr>
              <a:t>Critical Data Viewer.</a:t>
            </a:r>
            <a:endParaRPr b="0" i="0" sz="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400"/>
              <a:buFont typeface="Arial"/>
              <a:buNone/>
            </a:pPr>
            <a:r>
              <a:rPr b="0" i="0" lang="it-IT" sz="1400" u="sng" cap="none" strike="noStrike">
                <a:solidFill>
                  <a:schemeClr val="hlink"/>
                </a:solidFill>
                <a:latin typeface="Overpass"/>
                <a:ea typeface="Overpass"/>
                <a:cs typeface="Overpass"/>
                <a:sym typeface="Overpass"/>
                <a:hlinkClick r:id="rId5"/>
              </a:rPr>
              <a:t>http://microoptical.net/</a:t>
            </a:r>
            <a:endParaRPr b="0" i="0" sz="1400" u="none" cap="none" strike="noStrike">
              <a:solidFill>
                <a:srgbClr val="FFFFFF"/>
              </a:solidFill>
              <a:latin typeface="Overpass"/>
              <a:ea typeface="Overpass"/>
              <a:cs typeface="Overpass"/>
              <a:sym typeface="Overpass"/>
            </a:endParaRPr>
          </a:p>
        </p:txBody>
      </p:sp>
      <p:sp>
        <p:nvSpPr>
          <p:cNvPr id="1314" name="Google Shape;1314;p59"/>
          <p:cNvSpPr/>
          <p:nvPr/>
        </p:nvSpPr>
        <p:spPr>
          <a:xfrm>
            <a:off x="-288125" y="4298995"/>
            <a:ext cx="3558900" cy="76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it-IT" sz="1400" u="none" cap="none" strike="noStrike">
                <a:solidFill>
                  <a:srgbClr val="FFFFFF"/>
                </a:solidFill>
                <a:latin typeface="Overpass"/>
                <a:ea typeface="Overpass"/>
                <a:cs typeface="Overpass"/>
                <a:sym typeface="Overpass"/>
              </a:rPr>
              <a:t>Sportvue MC1 motorcycle helmet </a:t>
            </a:r>
            <a:endParaRPr b="0" i="0" sz="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400"/>
              <a:buFont typeface="Arial"/>
              <a:buNone/>
            </a:pPr>
            <a:r>
              <a:rPr b="0" i="0" lang="it-IT" sz="1400" u="none" cap="none" strike="noStrike">
                <a:solidFill>
                  <a:srgbClr val="FFFFFF"/>
                </a:solidFill>
                <a:latin typeface="Overpass"/>
                <a:ea typeface="Overpass"/>
                <a:cs typeface="Overpass"/>
                <a:sym typeface="Overpass"/>
              </a:rPr>
              <a:t>heads-up display.</a:t>
            </a:r>
            <a:endParaRPr b="0" i="0" sz="400" u="none" cap="none" strike="noStrike">
              <a:solidFill>
                <a:srgbClr val="000000"/>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400"/>
              <a:buFont typeface="Arial"/>
              <a:buNone/>
            </a:pPr>
            <a:r>
              <a:rPr b="0" i="0" lang="it-IT" sz="1400" u="sng" cap="none" strike="noStrike">
                <a:solidFill>
                  <a:schemeClr val="hlink"/>
                </a:solidFill>
                <a:latin typeface="Overpass"/>
                <a:ea typeface="Overpass"/>
                <a:cs typeface="Overpass"/>
                <a:sym typeface="Overpass"/>
                <a:hlinkClick r:id="rId6"/>
              </a:rPr>
              <a:t>http://www.sportvue.com/</a:t>
            </a:r>
            <a:endParaRPr b="0" i="0" sz="1400" u="none" cap="none" strike="noStrike">
              <a:solidFill>
                <a:srgbClr val="FFFFFF"/>
              </a:solidFill>
              <a:latin typeface="Overpass"/>
              <a:ea typeface="Overpass"/>
              <a:cs typeface="Overpass"/>
              <a:sym typeface="Overpass"/>
            </a:endParaRPr>
          </a:p>
        </p:txBody>
      </p:sp>
      <p:pic>
        <p:nvPicPr>
          <p:cNvPr id="1315" name="Google Shape;1315;p59"/>
          <p:cNvPicPr preferRelativeResize="0"/>
          <p:nvPr/>
        </p:nvPicPr>
        <p:blipFill rotWithShape="1">
          <a:blip r:embed="rId7">
            <a:alphaModFix/>
          </a:blip>
          <a:srcRect b="0" l="0" r="0" t="0"/>
          <a:stretch/>
        </p:blipFill>
        <p:spPr>
          <a:xfrm>
            <a:off x="4111475" y="3421475"/>
            <a:ext cx="2842949" cy="1599151"/>
          </a:xfrm>
          <a:prstGeom prst="rect">
            <a:avLst/>
          </a:prstGeom>
          <a:noFill/>
          <a:ln>
            <a:noFill/>
          </a:ln>
        </p:spPr>
      </p:pic>
      <p:sp>
        <p:nvSpPr>
          <p:cNvPr id="1316" name="Google Shape;1316;p59"/>
          <p:cNvSpPr txBox="1"/>
          <p:nvPr/>
        </p:nvSpPr>
        <p:spPr>
          <a:xfrm>
            <a:off x="7079125" y="3617225"/>
            <a:ext cx="1863300" cy="140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chemeClr val="lt1"/>
                </a:solidFill>
                <a:latin typeface="Overpass"/>
                <a:ea typeface="Overpass"/>
                <a:cs typeface="Overpass"/>
                <a:sym typeface="Overpass"/>
              </a:rPr>
              <a:t>Microsoft Hololens 2</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0"/>
              </a:spcBef>
              <a:spcAft>
                <a:spcPts val="0"/>
              </a:spcAft>
              <a:buClr>
                <a:srgbClr val="000000"/>
              </a:buClr>
              <a:buSzPts val="1400"/>
              <a:buFont typeface="Arial"/>
              <a:buNone/>
            </a:pPr>
            <a:r>
              <a:rPr b="0" i="0" lang="it-IT" sz="1400" u="sng" cap="none" strike="noStrike">
                <a:solidFill>
                  <a:schemeClr val="hlink"/>
                </a:solidFill>
                <a:latin typeface="Overpass"/>
                <a:ea typeface="Overpass"/>
                <a:cs typeface="Overpass"/>
                <a:sym typeface="Overpass"/>
                <a:hlinkClick r:id="rId8"/>
              </a:rPr>
              <a:t>https://www.microsoft.com/it-it/hololens</a:t>
            </a:r>
            <a:r>
              <a:rPr b="0" i="0" lang="it-IT" sz="1400" u="none" cap="none" strike="noStrike">
                <a:solidFill>
                  <a:schemeClr val="lt1"/>
                </a:solidFill>
                <a:latin typeface="Overpass"/>
                <a:ea typeface="Overpass"/>
                <a:cs typeface="Overpass"/>
                <a:sym typeface="Overpass"/>
              </a:rPr>
              <a:t> </a:t>
            </a:r>
            <a:endParaRPr b="0" i="0" sz="1400" u="none" cap="none" strike="noStrike">
              <a:solidFill>
                <a:schemeClr val="lt1"/>
              </a:solidFill>
              <a:latin typeface="Overpass"/>
              <a:ea typeface="Overpass"/>
              <a:cs typeface="Overpass"/>
              <a:sym typeface="Overpas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60"/>
          <p:cNvSpPr txBox="1"/>
          <p:nvPr>
            <p:ph type="title"/>
          </p:nvPr>
        </p:nvSpPr>
        <p:spPr>
          <a:xfrm>
            <a:off x="720000" y="5400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Computer Science vs Web Science</a:t>
            </a:r>
            <a:endParaRPr sz="2800"/>
          </a:p>
        </p:txBody>
      </p:sp>
      <p:sp>
        <p:nvSpPr>
          <p:cNvPr id="1323" name="Google Shape;1323;p60"/>
          <p:cNvSpPr txBox="1"/>
          <p:nvPr>
            <p:ph idx="4294967295" type="body"/>
          </p:nvPr>
        </p:nvSpPr>
        <p:spPr>
          <a:xfrm>
            <a:off x="684225" y="1487901"/>
            <a:ext cx="7948500" cy="364500"/>
          </a:xfrm>
          <a:prstGeom prst="rect">
            <a:avLst/>
          </a:prstGeom>
          <a:noFill/>
          <a:ln>
            <a:noFill/>
          </a:ln>
        </p:spPr>
        <p:txBody>
          <a:bodyPr anchorCtr="0" anchor="t" bIns="45700" lIns="91425" spcFirstLastPara="1" rIns="91425" wrap="square" tIns="45700">
            <a:noAutofit/>
          </a:bodyPr>
          <a:lstStyle/>
          <a:p>
            <a:pPr indent="0" lvl="0" marL="0" rtl="0" algn="ctr">
              <a:lnSpc>
                <a:spcPct val="66000"/>
              </a:lnSpc>
              <a:spcBef>
                <a:spcPts val="0"/>
              </a:spcBef>
              <a:spcAft>
                <a:spcPts val="0"/>
              </a:spcAft>
              <a:buClr>
                <a:srgbClr val="000000"/>
              </a:buClr>
              <a:buSzPts val="1125"/>
              <a:buFont typeface="Noto Sans Symbols"/>
              <a:buNone/>
            </a:pPr>
            <a:r>
              <a:rPr b="1" lang="it-IT" sz="2500">
                <a:solidFill>
                  <a:srgbClr val="FFFF00"/>
                </a:solidFill>
              </a:rPr>
              <a:t>Metrics</a:t>
            </a:r>
            <a:endParaRPr sz="2500"/>
          </a:p>
          <a:p>
            <a:pPr indent="-342900" lvl="0" marL="342900" rtl="0" algn="l">
              <a:lnSpc>
                <a:spcPct val="100000"/>
              </a:lnSpc>
              <a:spcBef>
                <a:spcPts val="0"/>
              </a:spcBef>
              <a:spcAft>
                <a:spcPts val="0"/>
              </a:spcAft>
              <a:buClr>
                <a:schemeClr val="lt1"/>
              </a:buClr>
              <a:buSzPts val="3200"/>
              <a:buFont typeface="Arial"/>
              <a:buNone/>
            </a:pPr>
            <a:r>
              <a:t/>
            </a:r>
            <a:endParaRPr sz="3200">
              <a:solidFill>
                <a:srgbClr val="3333CC"/>
              </a:solidFill>
            </a:endParaRPr>
          </a:p>
          <a:p>
            <a:pPr indent="-342900" lvl="0" marL="342900" rtl="0" algn="l">
              <a:lnSpc>
                <a:spcPct val="100000"/>
              </a:lnSpc>
              <a:spcBef>
                <a:spcPts val="0"/>
              </a:spcBef>
              <a:spcAft>
                <a:spcPts val="0"/>
              </a:spcAft>
              <a:buClr>
                <a:srgbClr val="FFFF00"/>
              </a:buClr>
              <a:buSzPts val="3600"/>
              <a:buFont typeface="Arial"/>
              <a:buNone/>
            </a:pPr>
            <a:r>
              <a:t/>
            </a:r>
            <a:endParaRPr/>
          </a:p>
          <a:p>
            <a:pPr indent="-342900" lvl="0" marL="342900" rtl="0" algn="l">
              <a:lnSpc>
                <a:spcPct val="100000"/>
              </a:lnSpc>
              <a:spcBef>
                <a:spcPts val="0"/>
              </a:spcBef>
              <a:spcAft>
                <a:spcPts val="0"/>
              </a:spcAft>
              <a:buClr>
                <a:schemeClr val="lt1"/>
              </a:buClr>
              <a:buSzPts val="3600"/>
              <a:buFont typeface="Arial"/>
              <a:buNone/>
            </a:pPr>
            <a:r>
              <a:t/>
            </a:r>
            <a:endParaRPr sz="3600">
              <a:solidFill>
                <a:srgbClr val="FFFF00"/>
              </a:solidFill>
            </a:endParaRPr>
          </a:p>
          <a:p>
            <a:pPr indent="-342900" lvl="0" marL="342900" rtl="0" algn="l">
              <a:lnSpc>
                <a:spcPct val="100000"/>
              </a:lnSpc>
              <a:spcBef>
                <a:spcPts val="0"/>
              </a:spcBef>
              <a:spcAft>
                <a:spcPts val="0"/>
              </a:spcAft>
              <a:buClr>
                <a:schemeClr val="lt1"/>
              </a:buClr>
              <a:buSzPts val="2800"/>
              <a:buFont typeface="Arial"/>
              <a:buNone/>
            </a:pPr>
            <a:r>
              <a:rPr lang="it-IT"/>
              <a:t>			</a:t>
            </a:r>
            <a:endParaRPr/>
          </a:p>
          <a:p>
            <a:pPr indent="-342900" lvl="0" marL="342900" rtl="0" algn="l">
              <a:lnSpc>
                <a:spcPct val="100000"/>
              </a:lnSpc>
              <a:spcBef>
                <a:spcPts val="0"/>
              </a:spcBef>
              <a:spcAft>
                <a:spcPts val="0"/>
              </a:spcAft>
              <a:buClr>
                <a:schemeClr val="lt1"/>
              </a:buClr>
              <a:buSzPts val="2800"/>
              <a:buFont typeface="Arial"/>
              <a:buNone/>
            </a:pPr>
            <a:r>
              <a:t/>
            </a:r>
            <a:endParaRPr/>
          </a:p>
          <a:p>
            <a:pPr indent="-342900" lvl="0" marL="342900" rtl="0" algn="l">
              <a:lnSpc>
                <a:spcPct val="100000"/>
              </a:lnSpc>
              <a:spcBef>
                <a:spcPts val="0"/>
              </a:spcBef>
              <a:spcAft>
                <a:spcPts val="0"/>
              </a:spcAft>
              <a:buClr>
                <a:schemeClr val="lt1"/>
              </a:buClr>
              <a:buSzPts val="2800"/>
              <a:buFont typeface="Arial"/>
              <a:buNone/>
            </a:pPr>
            <a:r>
              <a:t/>
            </a:r>
            <a:endParaRPr/>
          </a:p>
          <a:p>
            <a:pPr indent="-342900" lvl="0" marL="342900" rtl="0" algn="l">
              <a:lnSpc>
                <a:spcPct val="100000"/>
              </a:lnSpc>
              <a:spcBef>
                <a:spcPts val="0"/>
              </a:spcBef>
              <a:spcAft>
                <a:spcPts val="0"/>
              </a:spcAft>
              <a:buClr>
                <a:schemeClr val="lt1"/>
              </a:buClr>
              <a:buSzPts val="2800"/>
              <a:buFont typeface="Arial"/>
              <a:buNone/>
            </a:pPr>
            <a:r>
              <a:rPr lang="it-IT"/>
              <a:t>			</a:t>
            </a:r>
            <a:endParaRPr/>
          </a:p>
        </p:txBody>
      </p:sp>
      <p:sp>
        <p:nvSpPr>
          <p:cNvPr id="1324" name="Google Shape;1324;p60"/>
          <p:cNvSpPr txBox="1"/>
          <p:nvPr/>
        </p:nvSpPr>
        <p:spPr>
          <a:xfrm>
            <a:off x="5340600" y="265375"/>
            <a:ext cx="3803400" cy="313500"/>
          </a:xfrm>
          <a:prstGeom prst="rect">
            <a:avLst/>
          </a:prstGeom>
          <a:noFill/>
          <a:ln>
            <a:noFill/>
          </a:ln>
        </p:spPr>
        <p:txBody>
          <a:bodyPr anchorCtr="0" anchor="t" bIns="41450" lIns="82925" spcFirstLastPara="1" rIns="82925" wrap="square" tIns="41450">
            <a:normAutofit fontScale="92500" lnSpcReduction="10000"/>
          </a:bodyPr>
          <a:lstStyle/>
          <a:p>
            <a:pPr indent="0" lvl="0" marL="0" marR="0" rtl="0" algn="l">
              <a:lnSpc>
                <a:spcPct val="66000"/>
              </a:lnSpc>
              <a:spcBef>
                <a:spcPts val="0"/>
              </a:spcBef>
              <a:spcAft>
                <a:spcPts val="0"/>
              </a:spcAft>
              <a:buClr>
                <a:srgbClr val="000000"/>
              </a:buClr>
              <a:buSzPct val="45000"/>
              <a:buFont typeface="Noto Sans Symbols"/>
              <a:buNone/>
            </a:pPr>
            <a:r>
              <a:rPr b="1" i="1" lang="it-IT" sz="2500" u="none" cap="none" strike="noStrike">
                <a:solidFill>
                  <a:srgbClr val="FFFF00"/>
                </a:solidFill>
                <a:latin typeface="Overpass"/>
                <a:ea typeface="Overpass"/>
                <a:cs typeface="Overpass"/>
                <a:sym typeface="Overpass"/>
              </a:rPr>
              <a:t>Sir Tim Berners-Lee - 2007</a:t>
            </a:r>
            <a:endParaRPr b="0" i="1" sz="2500" u="none" cap="none" strike="noStrike">
              <a:solidFill>
                <a:schemeClr val="lt1"/>
              </a:solidFill>
              <a:latin typeface="Overpass"/>
              <a:ea typeface="Overpass"/>
              <a:cs typeface="Overpass"/>
              <a:sym typeface="Overpass"/>
            </a:endParaRPr>
          </a:p>
        </p:txBody>
      </p:sp>
      <p:sp>
        <p:nvSpPr>
          <p:cNvPr id="1325" name="Google Shape;1325;p60"/>
          <p:cNvSpPr txBox="1"/>
          <p:nvPr>
            <p:ph idx="2" type="title"/>
          </p:nvPr>
        </p:nvSpPr>
        <p:spPr>
          <a:xfrm>
            <a:off x="1845637" y="1852475"/>
            <a:ext cx="2710500" cy="52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it-IT"/>
              <a:t>CS</a:t>
            </a:r>
            <a:endParaRPr/>
          </a:p>
        </p:txBody>
      </p:sp>
      <p:sp>
        <p:nvSpPr>
          <p:cNvPr id="1326" name="Google Shape;1326;p60"/>
          <p:cNvSpPr txBox="1"/>
          <p:nvPr>
            <p:ph idx="1" type="subTitle"/>
          </p:nvPr>
        </p:nvSpPr>
        <p:spPr>
          <a:xfrm>
            <a:off x="1845650" y="2210400"/>
            <a:ext cx="2710500" cy="234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Moore’s Law</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Order (n) algor.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Gigabytes	</a:t>
            </a:r>
            <a:endParaRPr/>
          </a:p>
        </p:txBody>
      </p:sp>
      <p:sp>
        <p:nvSpPr>
          <p:cNvPr id="1327" name="Google Shape;1327;p60"/>
          <p:cNvSpPr txBox="1"/>
          <p:nvPr>
            <p:ph idx="3" type="title"/>
          </p:nvPr>
        </p:nvSpPr>
        <p:spPr>
          <a:xfrm>
            <a:off x="5713462" y="1852475"/>
            <a:ext cx="2710500" cy="52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it-IT"/>
              <a:t>WS</a:t>
            </a:r>
            <a:endParaRPr/>
          </a:p>
        </p:txBody>
      </p:sp>
      <p:sp>
        <p:nvSpPr>
          <p:cNvPr id="1328" name="Google Shape;1328;p60"/>
          <p:cNvSpPr txBox="1"/>
          <p:nvPr>
            <p:ph idx="4" type="subTitle"/>
          </p:nvPr>
        </p:nvSpPr>
        <p:spPr>
          <a:xfrm>
            <a:off x="5713475" y="2210400"/>
            <a:ext cx="2710500" cy="234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page visits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visitor/month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it-IT"/>
              <a:t># songs/video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61"/>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CS vs WS:</a:t>
            </a:r>
            <a:endParaRPr/>
          </a:p>
        </p:txBody>
      </p:sp>
      <p:sp>
        <p:nvSpPr>
          <p:cNvPr id="1335" name="Google Shape;1335;p61"/>
          <p:cNvSpPr txBox="1"/>
          <p:nvPr>
            <p:ph idx="1" type="body"/>
          </p:nvPr>
        </p:nvSpPr>
        <p:spPr>
          <a:xfrm>
            <a:off x="651450" y="955201"/>
            <a:ext cx="7948500" cy="364500"/>
          </a:xfrm>
          <a:prstGeom prst="rect">
            <a:avLst/>
          </a:prstGeom>
          <a:noFill/>
          <a:ln>
            <a:noFill/>
          </a:ln>
        </p:spPr>
        <p:txBody>
          <a:bodyPr anchorCtr="0" anchor="t" bIns="45700" lIns="91425" spcFirstLastPara="1" rIns="91425" wrap="square" tIns="45700">
            <a:noAutofit/>
          </a:bodyPr>
          <a:lstStyle/>
          <a:p>
            <a:pPr indent="0" lvl="0" marL="0" rtl="0" algn="ctr">
              <a:lnSpc>
                <a:spcPct val="66000"/>
              </a:lnSpc>
              <a:spcBef>
                <a:spcPts val="0"/>
              </a:spcBef>
              <a:spcAft>
                <a:spcPts val="0"/>
              </a:spcAft>
              <a:buClr>
                <a:srgbClr val="000000"/>
              </a:buClr>
              <a:buSzPts val="1125"/>
              <a:buFont typeface="Noto Sans Symbols"/>
              <a:buNone/>
            </a:pPr>
            <a:r>
              <a:rPr b="1" lang="it-IT" sz="2500">
                <a:solidFill>
                  <a:srgbClr val="FFFF00"/>
                </a:solidFill>
              </a:rPr>
              <a:t>Subjects</a:t>
            </a:r>
            <a:endParaRPr/>
          </a:p>
        </p:txBody>
      </p:sp>
      <p:sp>
        <p:nvSpPr>
          <p:cNvPr id="1336" name="Google Shape;1336;p61"/>
          <p:cNvSpPr txBox="1"/>
          <p:nvPr>
            <p:ph idx="4294967295" type="title"/>
          </p:nvPr>
        </p:nvSpPr>
        <p:spPr>
          <a:xfrm>
            <a:off x="1101037" y="1261725"/>
            <a:ext cx="27105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100"/>
              <a:buNone/>
            </a:pPr>
            <a:r>
              <a:rPr lang="it-IT"/>
              <a:t>CS</a:t>
            </a:r>
            <a:endParaRPr/>
          </a:p>
        </p:txBody>
      </p:sp>
      <p:sp>
        <p:nvSpPr>
          <p:cNvPr id="1337" name="Google Shape;1337;p61"/>
          <p:cNvSpPr txBox="1"/>
          <p:nvPr>
            <p:ph idx="4294967295" type="subTitle"/>
          </p:nvPr>
        </p:nvSpPr>
        <p:spPr>
          <a:xfrm>
            <a:off x="1101050" y="1619650"/>
            <a:ext cx="2710500" cy="309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Computer networks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Packet exchange</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Information</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Programming languages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Databases, operating systems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Compilers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3D Graphics, rendering algos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160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Computational geometry</a:t>
            </a:r>
            <a:endParaRPr b="0" i="0" sz="1400" u="none" cap="none" strike="noStrike">
              <a:solidFill>
                <a:schemeClr val="lt1"/>
              </a:solidFill>
              <a:latin typeface="Overpass"/>
              <a:ea typeface="Overpass"/>
              <a:cs typeface="Overpass"/>
              <a:sym typeface="Overpass"/>
            </a:endParaRPr>
          </a:p>
        </p:txBody>
      </p:sp>
      <p:sp>
        <p:nvSpPr>
          <p:cNvPr id="1338" name="Google Shape;1338;p61"/>
          <p:cNvSpPr txBox="1"/>
          <p:nvPr>
            <p:ph idx="4294967295" type="title"/>
          </p:nvPr>
        </p:nvSpPr>
        <p:spPr>
          <a:xfrm>
            <a:off x="4968862" y="1261725"/>
            <a:ext cx="27105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100"/>
              <a:buNone/>
            </a:pPr>
            <a:r>
              <a:rPr lang="it-IT"/>
              <a:t>WS</a:t>
            </a:r>
            <a:endParaRPr/>
          </a:p>
        </p:txBody>
      </p:sp>
      <p:sp>
        <p:nvSpPr>
          <p:cNvPr id="1339" name="Google Shape;1339;p61"/>
          <p:cNvSpPr txBox="1"/>
          <p:nvPr>
            <p:ph idx="4294967295" type="subTitle"/>
          </p:nvPr>
        </p:nvSpPr>
        <p:spPr>
          <a:xfrm>
            <a:off x="4968875" y="1619650"/>
            <a:ext cx="3074100" cy="309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social networks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voice over IP, musical sharing</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relationships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Wikis, blogs, tags, fotologs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E-government, E-learning</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Medical Info medica, business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Map creation and sharing</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rPr b="0" i="0" lang="it-IT" sz="1400" u="none" cap="none" strike="noStrike">
                <a:solidFill>
                  <a:schemeClr val="lt1"/>
                </a:solidFill>
                <a:latin typeface="Overpass"/>
                <a:ea typeface="Overpass"/>
                <a:cs typeface="Overpass"/>
                <a:sym typeface="Overpass"/>
              </a:rPr>
              <a:t>Animation, music, foto, videoclips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dk1"/>
              </a:buClr>
              <a:buSzPts val="1100"/>
              <a:buFont typeface="Arial"/>
              <a:buNone/>
            </a:pPr>
            <a:r>
              <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1600"/>
              </a:spcAft>
              <a:buClr>
                <a:schemeClr val="lt1"/>
              </a:buClr>
              <a:buSzPts val="1400"/>
              <a:buFont typeface="Overpass"/>
              <a:buNone/>
            </a:pPr>
            <a:r>
              <a:t/>
            </a:r>
            <a:endParaRPr b="0" i="0" sz="1400" u="none" cap="none" strike="noStrike">
              <a:solidFill>
                <a:schemeClr val="lt1"/>
              </a:solidFill>
              <a:latin typeface="Overpass"/>
              <a:ea typeface="Overpass"/>
              <a:cs typeface="Overpass"/>
              <a:sym typeface="Overpas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62"/>
          <p:cNvSpPr txBox="1"/>
          <p:nvPr>
            <p:ph type="title"/>
          </p:nvPr>
        </p:nvSpPr>
        <p:spPr>
          <a:xfrm>
            <a:off x="720000" y="325700"/>
            <a:ext cx="7704000" cy="634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100"/>
              <a:buNone/>
            </a:pPr>
            <a:r>
              <a:rPr lang="it-IT"/>
              <a:t>CS vs WS:</a:t>
            </a:r>
            <a:endParaRPr/>
          </a:p>
        </p:txBody>
      </p:sp>
      <p:sp>
        <p:nvSpPr>
          <p:cNvPr id="1346" name="Google Shape;1346;p62"/>
          <p:cNvSpPr txBox="1"/>
          <p:nvPr>
            <p:ph idx="1" type="body"/>
          </p:nvPr>
        </p:nvSpPr>
        <p:spPr>
          <a:xfrm>
            <a:off x="651450" y="955201"/>
            <a:ext cx="7948500" cy="364500"/>
          </a:xfrm>
          <a:prstGeom prst="rect">
            <a:avLst/>
          </a:prstGeom>
          <a:noFill/>
          <a:ln>
            <a:noFill/>
          </a:ln>
        </p:spPr>
        <p:txBody>
          <a:bodyPr anchorCtr="0" anchor="t" bIns="45700" lIns="91425" spcFirstLastPara="1" rIns="91425" wrap="square" tIns="45700">
            <a:noAutofit/>
          </a:bodyPr>
          <a:lstStyle/>
          <a:p>
            <a:pPr indent="0" lvl="0" marL="0" rtl="0" algn="ctr">
              <a:lnSpc>
                <a:spcPct val="66000"/>
              </a:lnSpc>
              <a:spcBef>
                <a:spcPts val="0"/>
              </a:spcBef>
              <a:spcAft>
                <a:spcPts val="0"/>
              </a:spcAft>
              <a:buClr>
                <a:srgbClr val="000000"/>
              </a:buClr>
              <a:buSzPts val="1125"/>
              <a:buFont typeface="Noto Sans Symbols"/>
              <a:buNone/>
            </a:pPr>
            <a:r>
              <a:rPr b="1" lang="it-IT" sz="2500">
                <a:solidFill>
                  <a:srgbClr val="FFFF00"/>
                </a:solidFill>
              </a:rPr>
              <a:t>Focus</a:t>
            </a:r>
            <a:endParaRPr/>
          </a:p>
        </p:txBody>
      </p:sp>
      <p:sp>
        <p:nvSpPr>
          <p:cNvPr id="1347" name="Google Shape;1347;p62"/>
          <p:cNvSpPr txBox="1"/>
          <p:nvPr>
            <p:ph idx="4294967295" type="title"/>
          </p:nvPr>
        </p:nvSpPr>
        <p:spPr>
          <a:xfrm>
            <a:off x="1101037" y="1261725"/>
            <a:ext cx="27105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100"/>
              <a:buNone/>
            </a:pPr>
            <a:r>
              <a:rPr lang="it-IT"/>
              <a:t>CS</a:t>
            </a:r>
            <a:endParaRPr/>
          </a:p>
        </p:txBody>
      </p:sp>
      <p:sp>
        <p:nvSpPr>
          <p:cNvPr id="1348" name="Google Shape;1348;p62"/>
          <p:cNvSpPr txBox="1"/>
          <p:nvPr>
            <p:ph idx="4294967295" type="subTitle"/>
          </p:nvPr>
        </p:nvSpPr>
        <p:spPr>
          <a:xfrm>
            <a:off x="1101050" y="1619650"/>
            <a:ext cx="2710500" cy="309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Technology</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Computers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Supercomputers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160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Efficient programming</a:t>
            </a:r>
            <a:endParaRPr b="0" i="0" sz="1400" u="none" cap="none" strike="noStrike">
              <a:solidFill>
                <a:schemeClr val="lt1"/>
              </a:solidFill>
              <a:latin typeface="Overpass"/>
              <a:ea typeface="Overpass"/>
              <a:cs typeface="Overpass"/>
              <a:sym typeface="Overpass"/>
            </a:endParaRPr>
          </a:p>
        </p:txBody>
      </p:sp>
      <p:sp>
        <p:nvSpPr>
          <p:cNvPr id="1349" name="Google Shape;1349;p62"/>
          <p:cNvSpPr txBox="1"/>
          <p:nvPr>
            <p:ph idx="4294967295" type="title"/>
          </p:nvPr>
        </p:nvSpPr>
        <p:spPr>
          <a:xfrm>
            <a:off x="4968862" y="1261725"/>
            <a:ext cx="27105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100"/>
              <a:buNone/>
            </a:pPr>
            <a:r>
              <a:rPr lang="it-IT"/>
              <a:t>WS</a:t>
            </a:r>
            <a:endParaRPr/>
          </a:p>
        </p:txBody>
      </p:sp>
      <p:sp>
        <p:nvSpPr>
          <p:cNvPr id="1350" name="Google Shape;1350;p62"/>
          <p:cNvSpPr txBox="1"/>
          <p:nvPr>
            <p:ph idx="4294967295" type="subTitle"/>
          </p:nvPr>
        </p:nvSpPr>
        <p:spPr>
          <a:xfrm>
            <a:off x="4968875" y="1619650"/>
            <a:ext cx="3074100" cy="309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Applications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Users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Mobile devices</a:t>
            </a:r>
            <a:endParaRPr b="0" i="0" sz="1400" u="none" cap="none" strike="noStrike">
              <a:solidFill>
                <a:schemeClr val="lt1"/>
              </a:solidFill>
              <a:latin typeface="Overpass"/>
              <a:ea typeface="Overpass"/>
              <a:cs typeface="Overpass"/>
              <a:sym typeface="Overpass"/>
            </a:endParaRPr>
          </a:p>
          <a:p>
            <a:pPr indent="0" lvl="0" marL="0" marR="0" rtl="0" algn="l">
              <a:lnSpc>
                <a:spcPct val="100000"/>
              </a:lnSpc>
              <a:spcBef>
                <a:spcPts val="1600"/>
              </a:spcBef>
              <a:spcAft>
                <a:spcPts val="1600"/>
              </a:spcAft>
              <a:buClr>
                <a:schemeClr val="lt1"/>
              </a:buClr>
              <a:buSzPts val="1400"/>
              <a:buFont typeface="Overpass"/>
              <a:buNone/>
            </a:pPr>
            <a:r>
              <a:rPr b="0" i="0" lang="it-IT" sz="1400" u="none" cap="none" strike="noStrike">
                <a:solidFill>
                  <a:schemeClr val="lt1"/>
                </a:solidFill>
                <a:latin typeface="Overpass"/>
                <a:ea typeface="Overpass"/>
                <a:cs typeface="Overpass"/>
                <a:sym typeface="Overpass"/>
              </a:rPr>
              <a:t>Universal Usability</a:t>
            </a:r>
            <a:endParaRPr b="0" i="0" sz="1400" u="none" cap="none" strike="noStrike">
              <a:solidFill>
                <a:schemeClr val="lt1"/>
              </a:solidFill>
              <a:latin typeface="Overpass"/>
              <a:ea typeface="Overpass"/>
              <a:cs typeface="Overpass"/>
              <a:sym typeface="Overpas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55" name="Shape 1355"/>
        <p:cNvGrpSpPr/>
        <p:nvPr/>
      </p:nvGrpSpPr>
      <p:grpSpPr>
        <a:xfrm>
          <a:off x="0" y="0"/>
          <a:ext cx="0" cy="0"/>
          <a:chOff x="0" y="0"/>
          <a:chExt cx="0" cy="0"/>
        </a:xfrm>
      </p:grpSpPr>
      <p:sp>
        <p:nvSpPr>
          <p:cNvPr id="1356" name="Google Shape;1356;p6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computer or interface? (I)</a:t>
            </a:r>
            <a:endParaRPr/>
          </a:p>
        </p:txBody>
      </p:sp>
      <p:sp>
        <p:nvSpPr>
          <p:cNvPr id="1357" name="Google Shape;1357;p6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rgbClr val="FFFF00"/>
              </a:buClr>
              <a:buSzPct val="100000"/>
              <a:buFont typeface="Arial"/>
              <a:buChar char="●"/>
            </a:pPr>
            <a:r>
              <a:rPr lang="it-IT" sz="2400">
                <a:solidFill>
                  <a:srgbClr val="FFFF00"/>
                </a:solidFill>
              </a:rPr>
              <a:t>productivity</a:t>
            </a:r>
            <a:r>
              <a:rPr lang="it-IT" sz="2400"/>
              <a:t> - the user interface is vital here, the quality of interaction and ease of action can be greatly enhanced through a good user interface</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2004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managing complexity</a:t>
            </a:r>
            <a:r>
              <a:rPr lang="it-IT" sz="2400"/>
              <a:t> - typically in air flight control for landing and take-off, a single operator can do much more work (in better conditions) if he has a good user interface</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2004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reliability</a:t>
            </a:r>
            <a:r>
              <a:rPr lang="it-IT" sz="2400"/>
              <a:t> - programs may run many times in exactly the same way (they never get tired), in some instances they may be too inflexible...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1" name="Shape 1361"/>
        <p:cNvGrpSpPr/>
        <p:nvPr/>
      </p:nvGrpSpPr>
      <p:grpSpPr>
        <a:xfrm>
          <a:off x="0" y="0"/>
          <a:ext cx="0" cy="0"/>
          <a:chOff x="0" y="0"/>
          <a:chExt cx="0" cy="0"/>
        </a:xfrm>
      </p:grpSpPr>
      <p:sp>
        <p:nvSpPr>
          <p:cNvPr id="1362" name="Google Shape;1362;p6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computer or interface? (II)</a:t>
            </a:r>
            <a:endParaRPr/>
          </a:p>
        </p:txBody>
      </p:sp>
      <p:sp>
        <p:nvSpPr>
          <p:cNvPr id="1363" name="Google Shape;1363;p6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lnSpcReduction="10000"/>
          </a:bodyPr>
          <a:lstStyle/>
          <a:p>
            <a:pPr indent="-342900" lvl="0" marL="342900" rtl="0" algn="l">
              <a:lnSpc>
                <a:spcPct val="115000"/>
              </a:lnSpc>
              <a:spcBef>
                <a:spcPts val="0"/>
              </a:spcBef>
              <a:spcAft>
                <a:spcPts val="0"/>
              </a:spcAft>
              <a:buClr>
                <a:srgbClr val="FFFF00"/>
              </a:buClr>
              <a:buSzPts val="2400"/>
              <a:buFont typeface="Arial"/>
              <a:buChar char="●"/>
            </a:pPr>
            <a:r>
              <a:rPr b="0" lang="it-IT" sz="2400">
                <a:solidFill>
                  <a:srgbClr val="FFFF00"/>
                </a:solidFill>
              </a:rPr>
              <a:t>quality</a:t>
            </a:r>
            <a:r>
              <a:rPr b="0" lang="it-IT" sz="2400"/>
              <a:t> - </a:t>
            </a:r>
            <a:r>
              <a:rPr lang="it-IT" sz="2400"/>
              <a:t>programs may achieve greater quality, accuracy and reproducibility than humans and this comes from the computer technology and not from the user interface</a:t>
            </a:r>
            <a:endParaRPr/>
          </a:p>
          <a:p>
            <a:pPr indent="-342900" lvl="0" marL="342900" rtl="0" algn="l">
              <a:lnSpc>
                <a:spcPct val="115000"/>
              </a:lnSpc>
              <a:spcBef>
                <a:spcPts val="480"/>
              </a:spcBef>
              <a:spcAft>
                <a:spcPts val="0"/>
              </a:spcAft>
              <a:buClr>
                <a:schemeClr val="lt1"/>
              </a:buClr>
              <a:buSzPts val="2400"/>
              <a:buFont typeface="Arial"/>
              <a:buNone/>
            </a:pPr>
            <a:r>
              <a:t/>
            </a:r>
            <a:endParaRPr sz="2400"/>
          </a:p>
          <a:p>
            <a:pPr indent="-342900" lvl="0" marL="342900" rtl="0" algn="l">
              <a:lnSpc>
                <a:spcPct val="115000"/>
              </a:lnSpc>
              <a:spcBef>
                <a:spcPts val="480"/>
              </a:spcBef>
              <a:spcAft>
                <a:spcPts val="0"/>
              </a:spcAft>
              <a:buClr>
                <a:srgbClr val="FFFF00"/>
              </a:buClr>
              <a:buSzPts val="2400"/>
              <a:buFont typeface="Arial"/>
              <a:buChar char="●"/>
            </a:pPr>
            <a:r>
              <a:rPr b="0" lang="it-IT" sz="2400">
                <a:solidFill>
                  <a:srgbClr val="FFFF00"/>
                </a:solidFill>
              </a:rPr>
              <a:t>security</a:t>
            </a:r>
            <a:r>
              <a:rPr b="0" lang="it-IT" sz="2400"/>
              <a:t> - </a:t>
            </a:r>
            <a:r>
              <a:rPr lang="it-IT" sz="2400"/>
              <a:t>the interface may check the user's authority to employ certain programs, record past transactions (financial operations, etc.), inventory accounting,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7" name="Shape 1367"/>
        <p:cNvGrpSpPr/>
        <p:nvPr/>
      </p:nvGrpSpPr>
      <p:grpSpPr>
        <a:xfrm>
          <a:off x="0" y="0"/>
          <a:ext cx="0" cy="0"/>
          <a:chOff x="0" y="0"/>
          <a:chExt cx="0" cy="0"/>
        </a:xfrm>
      </p:grpSpPr>
      <p:sp>
        <p:nvSpPr>
          <p:cNvPr id="1368" name="Google Shape;1368;p6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lang="it-IT"/>
              <a:t>C</a:t>
            </a:r>
            <a:r>
              <a:rPr b="1" lang="it-IT"/>
              <a:t>ommunicating </a:t>
            </a:r>
            <a:r>
              <a:rPr lang="it-IT"/>
              <a:t>C</a:t>
            </a:r>
            <a:r>
              <a:rPr b="1" lang="it-IT"/>
              <a:t>hannels</a:t>
            </a:r>
            <a:endParaRPr/>
          </a:p>
        </p:txBody>
      </p:sp>
      <p:sp>
        <p:nvSpPr>
          <p:cNvPr id="1369" name="Google Shape;1369;p65"/>
          <p:cNvSpPr/>
          <p:nvPr/>
        </p:nvSpPr>
        <p:spPr>
          <a:xfrm>
            <a:off x="990600" y="1485900"/>
            <a:ext cx="7162800" cy="3086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1370" name="Google Shape;1370;p65"/>
          <p:cNvCxnSpPr/>
          <p:nvPr/>
        </p:nvCxnSpPr>
        <p:spPr>
          <a:xfrm flipH="1">
            <a:off x="2592525" y="3824288"/>
            <a:ext cx="731700" cy="753600"/>
          </a:xfrm>
          <a:prstGeom prst="straightConnector1">
            <a:avLst/>
          </a:prstGeom>
          <a:noFill/>
          <a:ln cap="flat" cmpd="sng" w="25400">
            <a:solidFill>
              <a:srgbClr val="FF0000"/>
            </a:solidFill>
            <a:prstDash val="solid"/>
            <a:round/>
            <a:headEnd len="sm" w="sm" type="none"/>
            <a:tailEnd len="sm" w="sm" type="none"/>
          </a:ln>
        </p:spPr>
      </p:cxnSp>
      <p:sp>
        <p:nvSpPr>
          <p:cNvPr id="1371" name="Google Shape;1371;p65"/>
          <p:cNvSpPr/>
          <p:nvPr/>
        </p:nvSpPr>
        <p:spPr>
          <a:xfrm>
            <a:off x="3289300" y="4400550"/>
            <a:ext cx="976200" cy="2892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72" name="Google Shape;1372;p65"/>
          <p:cNvSpPr/>
          <p:nvPr/>
        </p:nvSpPr>
        <p:spPr>
          <a:xfrm>
            <a:off x="3190875" y="4380310"/>
            <a:ext cx="1043100" cy="264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it-IT" sz="800" u="none" cap="none" strike="noStrike">
                <a:solidFill>
                  <a:schemeClr val="accent1"/>
                </a:solidFill>
                <a:latin typeface="Overpass"/>
                <a:ea typeface="Overpass"/>
                <a:cs typeface="Overpass"/>
                <a:sym typeface="Overpass"/>
              </a:rPr>
              <a:t>Spreadsheet</a:t>
            </a:r>
            <a:endParaRPr b="1" i="0" sz="2400" u="none" cap="none" strike="noStrike">
              <a:solidFill>
                <a:schemeClr val="accent1"/>
              </a:solidFill>
              <a:latin typeface="Arial"/>
              <a:ea typeface="Arial"/>
              <a:cs typeface="Arial"/>
              <a:sym typeface="Arial"/>
            </a:endParaRPr>
          </a:p>
        </p:txBody>
      </p:sp>
      <p:cxnSp>
        <p:nvCxnSpPr>
          <p:cNvPr id="1373" name="Google Shape;1373;p65"/>
          <p:cNvCxnSpPr/>
          <p:nvPr/>
        </p:nvCxnSpPr>
        <p:spPr>
          <a:xfrm flipH="1">
            <a:off x="1398575" y="2271713"/>
            <a:ext cx="3760800" cy="549000"/>
          </a:xfrm>
          <a:prstGeom prst="straightConnector1">
            <a:avLst/>
          </a:prstGeom>
          <a:noFill/>
          <a:ln cap="flat" cmpd="sng" w="25400">
            <a:solidFill>
              <a:srgbClr val="FF0000"/>
            </a:solidFill>
            <a:prstDash val="solid"/>
            <a:round/>
            <a:headEnd len="sm" w="sm" type="none"/>
            <a:tailEnd len="sm" w="sm" type="none"/>
          </a:ln>
        </p:spPr>
      </p:cxnSp>
      <p:cxnSp>
        <p:nvCxnSpPr>
          <p:cNvPr id="1374" name="Google Shape;1374;p65"/>
          <p:cNvCxnSpPr/>
          <p:nvPr/>
        </p:nvCxnSpPr>
        <p:spPr>
          <a:xfrm flipH="1">
            <a:off x="4268925" y="2176463"/>
            <a:ext cx="1684200" cy="620400"/>
          </a:xfrm>
          <a:prstGeom prst="straightConnector1">
            <a:avLst/>
          </a:prstGeom>
          <a:noFill/>
          <a:ln cap="flat" cmpd="sng" w="25400">
            <a:solidFill>
              <a:srgbClr val="FF0000"/>
            </a:solidFill>
            <a:prstDash val="solid"/>
            <a:round/>
            <a:headEnd len="sm" w="sm" type="none"/>
            <a:tailEnd len="sm" w="sm" type="none"/>
          </a:ln>
        </p:spPr>
      </p:cxnSp>
      <p:cxnSp>
        <p:nvCxnSpPr>
          <p:cNvPr id="1375" name="Google Shape;1375;p65"/>
          <p:cNvCxnSpPr/>
          <p:nvPr/>
        </p:nvCxnSpPr>
        <p:spPr>
          <a:xfrm>
            <a:off x="2857500" y="1888331"/>
            <a:ext cx="1136700" cy="126300"/>
          </a:xfrm>
          <a:prstGeom prst="straightConnector1">
            <a:avLst/>
          </a:prstGeom>
          <a:noFill/>
          <a:ln cap="flat" cmpd="sng" w="25400">
            <a:solidFill>
              <a:srgbClr val="FF0000"/>
            </a:solidFill>
            <a:prstDash val="solid"/>
            <a:round/>
            <a:headEnd len="sm" w="sm" type="none"/>
            <a:tailEnd len="sm" w="sm" type="none"/>
          </a:ln>
        </p:spPr>
      </p:cxnSp>
      <p:cxnSp>
        <p:nvCxnSpPr>
          <p:cNvPr id="1376" name="Google Shape;1376;p65"/>
          <p:cNvCxnSpPr/>
          <p:nvPr/>
        </p:nvCxnSpPr>
        <p:spPr>
          <a:xfrm rot="10800000">
            <a:off x="2351088" y="1953844"/>
            <a:ext cx="0" cy="72600"/>
          </a:xfrm>
          <a:prstGeom prst="straightConnector1">
            <a:avLst/>
          </a:prstGeom>
          <a:noFill/>
          <a:ln cap="flat" cmpd="sng" w="25400">
            <a:solidFill>
              <a:srgbClr val="FF0000"/>
            </a:solidFill>
            <a:prstDash val="solid"/>
            <a:round/>
            <a:headEnd len="sm" w="sm" type="none"/>
            <a:tailEnd len="sm" w="sm" type="none"/>
          </a:ln>
        </p:spPr>
      </p:cxnSp>
      <p:cxnSp>
        <p:nvCxnSpPr>
          <p:cNvPr id="1377" name="Google Shape;1377;p65"/>
          <p:cNvCxnSpPr/>
          <p:nvPr/>
        </p:nvCxnSpPr>
        <p:spPr>
          <a:xfrm>
            <a:off x="3084513" y="1649016"/>
            <a:ext cx="2031900" cy="474000"/>
          </a:xfrm>
          <a:prstGeom prst="straightConnector1">
            <a:avLst/>
          </a:prstGeom>
          <a:noFill/>
          <a:ln cap="flat" cmpd="sng" w="25400">
            <a:solidFill>
              <a:srgbClr val="FF0000"/>
            </a:solidFill>
            <a:prstDash val="solid"/>
            <a:round/>
            <a:headEnd len="sm" w="sm" type="none"/>
            <a:tailEnd len="sm" w="sm" type="none"/>
          </a:ln>
        </p:spPr>
      </p:cxnSp>
      <p:cxnSp>
        <p:nvCxnSpPr>
          <p:cNvPr id="1378" name="Google Shape;1378;p65"/>
          <p:cNvCxnSpPr/>
          <p:nvPr/>
        </p:nvCxnSpPr>
        <p:spPr>
          <a:xfrm flipH="1">
            <a:off x="1411225" y="2243138"/>
            <a:ext cx="1049400" cy="448800"/>
          </a:xfrm>
          <a:prstGeom prst="straightConnector1">
            <a:avLst/>
          </a:prstGeom>
          <a:noFill/>
          <a:ln cap="flat" cmpd="sng" w="25400">
            <a:solidFill>
              <a:srgbClr val="FF0000"/>
            </a:solidFill>
            <a:prstDash val="solid"/>
            <a:round/>
            <a:headEnd len="sm" w="sm" type="none"/>
            <a:tailEnd len="sm" w="sm" type="none"/>
          </a:ln>
        </p:spPr>
      </p:cxnSp>
      <p:cxnSp>
        <p:nvCxnSpPr>
          <p:cNvPr id="1379" name="Google Shape;1379;p65"/>
          <p:cNvCxnSpPr/>
          <p:nvPr/>
        </p:nvCxnSpPr>
        <p:spPr>
          <a:xfrm>
            <a:off x="2574925" y="2238375"/>
            <a:ext cx="649200" cy="378600"/>
          </a:xfrm>
          <a:prstGeom prst="straightConnector1">
            <a:avLst/>
          </a:prstGeom>
          <a:noFill/>
          <a:ln cap="flat" cmpd="sng" w="25400">
            <a:solidFill>
              <a:srgbClr val="FF0000"/>
            </a:solidFill>
            <a:prstDash val="solid"/>
            <a:round/>
            <a:headEnd len="sm" w="sm" type="none"/>
            <a:tailEnd len="sm" w="sm" type="none"/>
          </a:ln>
        </p:spPr>
      </p:cxnSp>
      <p:cxnSp>
        <p:nvCxnSpPr>
          <p:cNvPr id="1380" name="Google Shape;1380;p65"/>
          <p:cNvCxnSpPr/>
          <p:nvPr/>
        </p:nvCxnSpPr>
        <p:spPr>
          <a:xfrm flipH="1">
            <a:off x="1373325" y="2276475"/>
            <a:ext cx="2789100" cy="510900"/>
          </a:xfrm>
          <a:prstGeom prst="straightConnector1">
            <a:avLst/>
          </a:prstGeom>
          <a:noFill/>
          <a:ln cap="flat" cmpd="sng" w="25400">
            <a:solidFill>
              <a:srgbClr val="FF0000"/>
            </a:solidFill>
            <a:prstDash val="solid"/>
            <a:round/>
            <a:headEnd len="sm" w="sm" type="none"/>
            <a:tailEnd len="sm" w="sm" type="none"/>
          </a:ln>
        </p:spPr>
      </p:cxnSp>
      <p:cxnSp>
        <p:nvCxnSpPr>
          <p:cNvPr id="1381" name="Google Shape;1381;p65"/>
          <p:cNvCxnSpPr/>
          <p:nvPr/>
        </p:nvCxnSpPr>
        <p:spPr>
          <a:xfrm flipH="1">
            <a:off x="3789325" y="2276475"/>
            <a:ext cx="462000" cy="394200"/>
          </a:xfrm>
          <a:prstGeom prst="straightConnector1">
            <a:avLst/>
          </a:prstGeom>
          <a:noFill/>
          <a:ln cap="flat" cmpd="sng" w="25400">
            <a:solidFill>
              <a:srgbClr val="FF0000"/>
            </a:solidFill>
            <a:prstDash val="solid"/>
            <a:round/>
            <a:headEnd len="sm" w="sm" type="none"/>
            <a:tailEnd len="sm" w="sm" type="none"/>
          </a:ln>
        </p:spPr>
      </p:cxnSp>
      <p:cxnSp>
        <p:nvCxnSpPr>
          <p:cNvPr id="1382" name="Google Shape;1382;p65"/>
          <p:cNvCxnSpPr/>
          <p:nvPr/>
        </p:nvCxnSpPr>
        <p:spPr>
          <a:xfrm>
            <a:off x="7483475" y="1882379"/>
            <a:ext cx="0" cy="1596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383" name="Google Shape;1383;p65"/>
          <p:cNvCxnSpPr/>
          <p:nvPr/>
        </p:nvCxnSpPr>
        <p:spPr>
          <a:xfrm>
            <a:off x="7654925" y="2432447"/>
            <a:ext cx="597000" cy="9300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384" name="Google Shape;1384;p65"/>
          <p:cNvCxnSpPr/>
          <p:nvPr/>
        </p:nvCxnSpPr>
        <p:spPr>
          <a:xfrm>
            <a:off x="7486650" y="2457450"/>
            <a:ext cx="1041300" cy="1335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385" name="Google Shape;1385;p65"/>
          <p:cNvCxnSpPr/>
          <p:nvPr/>
        </p:nvCxnSpPr>
        <p:spPr>
          <a:xfrm flipH="1">
            <a:off x="6023113" y="2450306"/>
            <a:ext cx="1455600" cy="1560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386" name="Google Shape;1386;p65"/>
          <p:cNvCxnSpPr/>
          <p:nvPr/>
        </p:nvCxnSpPr>
        <p:spPr>
          <a:xfrm>
            <a:off x="7485063" y="2451497"/>
            <a:ext cx="0" cy="2358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sp>
        <p:nvSpPr>
          <p:cNvPr id="1387" name="Google Shape;1387;p65"/>
          <p:cNvSpPr/>
          <p:nvPr/>
        </p:nvSpPr>
        <p:spPr>
          <a:xfrm>
            <a:off x="6931025" y="2037160"/>
            <a:ext cx="1233600" cy="4323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it-IT" sz="1400" u="none" cap="none" strike="noStrike">
                <a:solidFill>
                  <a:schemeClr val="accent1"/>
                </a:solidFill>
                <a:latin typeface="Overpass"/>
                <a:ea typeface="Overpass"/>
                <a:cs typeface="Overpass"/>
                <a:sym typeface="Overpass"/>
              </a:rPr>
              <a:t>DIRECT</a:t>
            </a:r>
            <a:endParaRPr b="1" i="0" sz="2400" u="none" cap="none" strike="noStrike">
              <a:solidFill>
                <a:schemeClr val="accent1"/>
              </a:solidFill>
              <a:latin typeface="Arial"/>
              <a:ea typeface="Arial"/>
              <a:cs typeface="Arial"/>
              <a:sym typeface="Arial"/>
            </a:endParaRPr>
          </a:p>
        </p:txBody>
      </p:sp>
      <p:cxnSp>
        <p:nvCxnSpPr>
          <p:cNvPr id="1388" name="Google Shape;1388;p65"/>
          <p:cNvCxnSpPr/>
          <p:nvPr/>
        </p:nvCxnSpPr>
        <p:spPr>
          <a:xfrm>
            <a:off x="7802563" y="1658541"/>
            <a:ext cx="0" cy="197700"/>
          </a:xfrm>
          <a:prstGeom prst="straightConnector1">
            <a:avLst/>
          </a:prstGeom>
          <a:noFill/>
          <a:ln cap="flat" cmpd="sng" w="25400">
            <a:solidFill>
              <a:srgbClr val="FF0000"/>
            </a:solidFill>
            <a:prstDash val="solid"/>
            <a:round/>
            <a:headEnd len="sm" w="sm" type="none"/>
            <a:tailEnd len="sm" w="sm" type="none"/>
          </a:ln>
        </p:spPr>
      </p:cxnSp>
      <p:cxnSp>
        <p:nvCxnSpPr>
          <p:cNvPr id="1389" name="Google Shape;1389;p65"/>
          <p:cNvCxnSpPr/>
          <p:nvPr/>
        </p:nvCxnSpPr>
        <p:spPr>
          <a:xfrm flipH="1">
            <a:off x="5488013" y="1641872"/>
            <a:ext cx="1698600" cy="12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sp>
        <p:nvSpPr>
          <p:cNvPr id="1390" name="Google Shape;1390;p65"/>
          <p:cNvSpPr/>
          <p:nvPr/>
        </p:nvSpPr>
        <p:spPr>
          <a:xfrm>
            <a:off x="6775450" y="1138238"/>
            <a:ext cx="1589100" cy="825000"/>
          </a:xfrm>
          <a:prstGeom prst="rect">
            <a:avLst/>
          </a:prstGeom>
          <a:solidFill>
            <a:schemeClr val="lt1"/>
          </a:solidFill>
          <a:ln cap="flat" cmpd="sng" w="25400">
            <a:solidFill>
              <a:schemeClr val="lt1"/>
            </a:solidFill>
            <a:prstDash val="solid"/>
            <a:miter lim="800000"/>
            <a:headEnd len="sm" w="sm" type="none"/>
            <a:tailEnd len="sm" w="sm" type="none"/>
          </a:ln>
          <a:effectLst>
            <a:outerShdw blurRad="57150" rotWithShape="0" algn="bl" dir="5400000" dist="19050">
              <a:srgbClr val="000000">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91" name="Google Shape;1391;p65"/>
          <p:cNvSpPr/>
          <p:nvPr/>
        </p:nvSpPr>
        <p:spPr>
          <a:xfrm>
            <a:off x="1722438" y="2014538"/>
            <a:ext cx="1279500" cy="2559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it-IT" sz="1500" u="none" cap="none" strike="noStrike">
                <a:solidFill>
                  <a:schemeClr val="accent1"/>
                </a:solidFill>
                <a:latin typeface="Overpass"/>
                <a:ea typeface="Overpass"/>
                <a:cs typeface="Overpass"/>
                <a:sym typeface="Overpass"/>
              </a:rPr>
              <a:t>PICTURES</a:t>
            </a:r>
            <a:endParaRPr b="1" i="0" sz="1500" u="none" cap="none" strike="noStrike">
              <a:solidFill>
                <a:schemeClr val="accent1"/>
              </a:solidFill>
              <a:latin typeface="Overpass"/>
              <a:ea typeface="Overpass"/>
              <a:cs typeface="Overpass"/>
              <a:sym typeface="Overpass"/>
            </a:endParaRPr>
          </a:p>
        </p:txBody>
      </p:sp>
      <p:cxnSp>
        <p:nvCxnSpPr>
          <p:cNvPr id="1392" name="Google Shape;1392;p65"/>
          <p:cNvCxnSpPr/>
          <p:nvPr/>
        </p:nvCxnSpPr>
        <p:spPr>
          <a:xfrm>
            <a:off x="936625" y="2270522"/>
            <a:ext cx="0" cy="328500"/>
          </a:xfrm>
          <a:prstGeom prst="straightConnector1">
            <a:avLst/>
          </a:prstGeom>
          <a:noFill/>
          <a:ln cap="flat" cmpd="sng" w="25400">
            <a:solidFill>
              <a:srgbClr val="FF0000"/>
            </a:solidFill>
            <a:prstDash val="solid"/>
            <a:round/>
            <a:headEnd len="sm" w="sm" type="none"/>
            <a:tailEnd len="sm" w="sm" type="none"/>
          </a:ln>
        </p:spPr>
      </p:cxnSp>
      <p:cxnSp>
        <p:nvCxnSpPr>
          <p:cNvPr id="1393" name="Google Shape;1393;p65"/>
          <p:cNvCxnSpPr/>
          <p:nvPr/>
        </p:nvCxnSpPr>
        <p:spPr>
          <a:xfrm>
            <a:off x="2552700" y="1628775"/>
            <a:ext cx="2412900" cy="0"/>
          </a:xfrm>
          <a:prstGeom prst="straightConnector1">
            <a:avLst/>
          </a:prstGeom>
          <a:noFill/>
          <a:ln cap="flat" cmpd="sng" w="25400">
            <a:solidFill>
              <a:srgbClr val="FC0128"/>
            </a:solidFill>
            <a:prstDash val="solid"/>
            <a:round/>
            <a:headEnd len="sm" w="sm" type="none"/>
            <a:tailEnd len="sm" w="sm" type="none"/>
          </a:ln>
        </p:spPr>
      </p:cxnSp>
      <p:cxnSp>
        <p:nvCxnSpPr>
          <p:cNvPr id="1394" name="Google Shape;1394;p65"/>
          <p:cNvCxnSpPr/>
          <p:nvPr/>
        </p:nvCxnSpPr>
        <p:spPr>
          <a:xfrm flipH="1">
            <a:off x="912713" y="1782366"/>
            <a:ext cx="482700" cy="226200"/>
          </a:xfrm>
          <a:prstGeom prst="straightConnector1">
            <a:avLst/>
          </a:prstGeom>
          <a:noFill/>
          <a:ln cap="flat" cmpd="sng" w="25400">
            <a:solidFill>
              <a:srgbClr val="FF0000"/>
            </a:solidFill>
            <a:prstDash val="solid"/>
            <a:round/>
            <a:headEnd len="sm" w="sm" type="none"/>
            <a:tailEnd len="sm" w="sm" type="none"/>
          </a:ln>
        </p:spPr>
      </p:cxnSp>
      <p:sp>
        <p:nvSpPr>
          <p:cNvPr id="1395" name="Google Shape;1395;p65"/>
          <p:cNvSpPr/>
          <p:nvPr/>
        </p:nvSpPr>
        <p:spPr>
          <a:xfrm>
            <a:off x="2063750" y="4401741"/>
            <a:ext cx="992100" cy="2631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1396" name="Google Shape;1396;p65"/>
          <p:cNvCxnSpPr/>
          <p:nvPr/>
        </p:nvCxnSpPr>
        <p:spPr>
          <a:xfrm>
            <a:off x="793750" y="3031331"/>
            <a:ext cx="0" cy="794100"/>
          </a:xfrm>
          <a:prstGeom prst="straightConnector1">
            <a:avLst/>
          </a:prstGeom>
          <a:noFill/>
          <a:ln cap="flat" cmpd="sng" w="25400">
            <a:solidFill>
              <a:srgbClr val="FF0000"/>
            </a:solidFill>
            <a:prstDash val="solid"/>
            <a:round/>
            <a:headEnd len="sm" w="sm" type="none"/>
            <a:tailEnd len="sm" w="sm" type="none"/>
          </a:ln>
        </p:spPr>
      </p:cxnSp>
      <p:cxnSp>
        <p:nvCxnSpPr>
          <p:cNvPr id="1397" name="Google Shape;1397;p65"/>
          <p:cNvCxnSpPr/>
          <p:nvPr/>
        </p:nvCxnSpPr>
        <p:spPr>
          <a:xfrm>
            <a:off x="1154113" y="3011091"/>
            <a:ext cx="654000" cy="1127400"/>
          </a:xfrm>
          <a:prstGeom prst="straightConnector1">
            <a:avLst/>
          </a:prstGeom>
          <a:noFill/>
          <a:ln cap="flat" cmpd="sng" w="25400">
            <a:solidFill>
              <a:srgbClr val="FF0000"/>
            </a:solidFill>
            <a:prstDash val="solid"/>
            <a:round/>
            <a:headEnd len="sm" w="sm" type="none"/>
            <a:tailEnd len="sm" w="sm" type="none"/>
          </a:ln>
        </p:spPr>
      </p:cxnSp>
      <p:sp>
        <p:nvSpPr>
          <p:cNvPr id="1398" name="Google Shape;1398;p65"/>
          <p:cNvSpPr/>
          <p:nvPr/>
        </p:nvSpPr>
        <p:spPr>
          <a:xfrm>
            <a:off x="287338" y="3500438"/>
            <a:ext cx="1214400" cy="4143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399" name="Google Shape;1399;p65"/>
          <p:cNvSpPr/>
          <p:nvPr/>
        </p:nvSpPr>
        <p:spPr>
          <a:xfrm>
            <a:off x="1676400" y="2843213"/>
            <a:ext cx="990600" cy="4335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00" name="Google Shape;1400;p65"/>
          <p:cNvSpPr/>
          <p:nvPr/>
        </p:nvSpPr>
        <p:spPr>
          <a:xfrm>
            <a:off x="492125" y="2014538"/>
            <a:ext cx="812700" cy="2571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1" i="0" lang="it-IT" sz="1700" u="none" cap="none" strike="noStrike">
                <a:solidFill>
                  <a:schemeClr val="accent1"/>
                </a:solidFill>
                <a:latin typeface="Overpass"/>
                <a:ea typeface="Overpass"/>
                <a:cs typeface="Overpass"/>
                <a:sym typeface="Overpass"/>
              </a:rPr>
              <a:t>TEXT</a:t>
            </a:r>
            <a:endParaRPr b="1" i="0" sz="1700" u="none" cap="none" strike="noStrike">
              <a:solidFill>
                <a:schemeClr val="accent1"/>
              </a:solidFill>
              <a:latin typeface="Overpass"/>
              <a:ea typeface="Overpass"/>
              <a:cs typeface="Overpass"/>
              <a:sym typeface="Overpass"/>
            </a:endParaRPr>
          </a:p>
        </p:txBody>
      </p:sp>
      <p:sp>
        <p:nvSpPr>
          <p:cNvPr id="1401" name="Google Shape;1401;p65"/>
          <p:cNvSpPr/>
          <p:nvPr/>
        </p:nvSpPr>
        <p:spPr>
          <a:xfrm>
            <a:off x="1185863" y="1137047"/>
            <a:ext cx="1630500" cy="815700"/>
          </a:xfrm>
          <a:prstGeom prst="rect">
            <a:avLst/>
          </a:prstGeom>
          <a:solidFill>
            <a:schemeClr val="lt1"/>
          </a:solidFill>
          <a:ln cap="flat" cmpd="sng" w="25400">
            <a:solidFill>
              <a:srgbClr val="FC01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cxnSp>
        <p:nvCxnSpPr>
          <p:cNvPr id="1402" name="Google Shape;1402;p65"/>
          <p:cNvCxnSpPr/>
          <p:nvPr/>
        </p:nvCxnSpPr>
        <p:spPr>
          <a:xfrm>
            <a:off x="5535613" y="4186238"/>
            <a:ext cx="163500" cy="188100"/>
          </a:xfrm>
          <a:prstGeom prst="straightConnector1">
            <a:avLst/>
          </a:prstGeom>
          <a:noFill/>
          <a:ln cap="flat" cmpd="sng" w="25400">
            <a:solidFill>
              <a:srgbClr val="FC0128"/>
            </a:solidFill>
            <a:prstDash val="solid"/>
            <a:round/>
            <a:headEnd len="sm" w="sm" type="none"/>
            <a:tailEnd len="sm" w="sm" type="none"/>
          </a:ln>
        </p:spPr>
      </p:cxnSp>
      <p:cxnSp>
        <p:nvCxnSpPr>
          <p:cNvPr id="1403" name="Google Shape;1403;p65"/>
          <p:cNvCxnSpPr/>
          <p:nvPr/>
        </p:nvCxnSpPr>
        <p:spPr>
          <a:xfrm>
            <a:off x="3746500" y="3031331"/>
            <a:ext cx="0" cy="411900"/>
          </a:xfrm>
          <a:prstGeom prst="straightConnector1">
            <a:avLst/>
          </a:prstGeom>
          <a:noFill/>
          <a:ln cap="flat" cmpd="sng" w="25400">
            <a:solidFill>
              <a:srgbClr val="FF0000"/>
            </a:solidFill>
            <a:prstDash val="solid"/>
            <a:round/>
            <a:headEnd len="sm" w="sm" type="none"/>
            <a:tailEnd len="sm" w="sm" type="none"/>
          </a:ln>
        </p:spPr>
      </p:cxnSp>
      <p:cxnSp>
        <p:nvCxnSpPr>
          <p:cNvPr id="1404" name="Google Shape;1404;p65"/>
          <p:cNvCxnSpPr/>
          <p:nvPr/>
        </p:nvCxnSpPr>
        <p:spPr>
          <a:xfrm>
            <a:off x="1231900" y="3012281"/>
            <a:ext cx="539700" cy="527400"/>
          </a:xfrm>
          <a:prstGeom prst="straightConnector1">
            <a:avLst/>
          </a:prstGeom>
          <a:noFill/>
          <a:ln cap="flat" cmpd="sng" w="25400">
            <a:solidFill>
              <a:srgbClr val="FF0000"/>
            </a:solidFill>
            <a:prstDash val="solid"/>
            <a:round/>
            <a:headEnd len="sm" w="sm" type="none"/>
            <a:tailEnd len="sm" w="sm" type="none"/>
          </a:ln>
        </p:spPr>
      </p:cxnSp>
      <p:cxnSp>
        <p:nvCxnSpPr>
          <p:cNvPr id="1405" name="Google Shape;1405;p65"/>
          <p:cNvCxnSpPr/>
          <p:nvPr/>
        </p:nvCxnSpPr>
        <p:spPr>
          <a:xfrm rot="10800000">
            <a:off x="1368525" y="2966981"/>
            <a:ext cx="469800" cy="7200"/>
          </a:xfrm>
          <a:prstGeom prst="straightConnector1">
            <a:avLst/>
          </a:prstGeom>
          <a:noFill/>
          <a:ln cap="flat" cmpd="sng" w="25400">
            <a:solidFill>
              <a:srgbClr val="FF0000"/>
            </a:solidFill>
            <a:prstDash val="solid"/>
            <a:round/>
            <a:headEnd len="sm" w="sm" type="none"/>
            <a:tailEnd len="sm" w="sm" type="none"/>
          </a:ln>
        </p:spPr>
      </p:cxnSp>
      <p:cxnSp>
        <p:nvCxnSpPr>
          <p:cNvPr id="1406" name="Google Shape;1406;p65"/>
          <p:cNvCxnSpPr/>
          <p:nvPr/>
        </p:nvCxnSpPr>
        <p:spPr>
          <a:xfrm flipH="1">
            <a:off x="3751350" y="3862388"/>
            <a:ext cx="1500" cy="492900"/>
          </a:xfrm>
          <a:prstGeom prst="straightConnector1">
            <a:avLst/>
          </a:prstGeom>
          <a:noFill/>
          <a:ln cap="flat" cmpd="sng" w="25400">
            <a:solidFill>
              <a:srgbClr val="FF0000"/>
            </a:solidFill>
            <a:prstDash val="solid"/>
            <a:round/>
            <a:headEnd len="sm" w="sm" type="none"/>
            <a:tailEnd len="sm" w="sm" type="none"/>
          </a:ln>
        </p:spPr>
      </p:cxnSp>
      <p:cxnSp>
        <p:nvCxnSpPr>
          <p:cNvPr id="1407" name="Google Shape;1407;p65"/>
          <p:cNvCxnSpPr/>
          <p:nvPr/>
        </p:nvCxnSpPr>
        <p:spPr>
          <a:xfrm>
            <a:off x="4354513" y="3876675"/>
            <a:ext cx="123900" cy="169200"/>
          </a:xfrm>
          <a:prstGeom prst="straightConnector1">
            <a:avLst/>
          </a:prstGeom>
          <a:noFill/>
          <a:ln cap="flat" cmpd="sng" w="25400">
            <a:solidFill>
              <a:srgbClr val="FF0000"/>
            </a:solidFill>
            <a:prstDash val="solid"/>
            <a:round/>
            <a:headEnd len="sm" w="sm" type="none"/>
            <a:tailEnd len="sm" w="sm" type="none"/>
          </a:ln>
        </p:spPr>
      </p:cxnSp>
      <p:cxnSp>
        <p:nvCxnSpPr>
          <p:cNvPr id="1408" name="Google Shape;1408;p65"/>
          <p:cNvCxnSpPr/>
          <p:nvPr/>
        </p:nvCxnSpPr>
        <p:spPr>
          <a:xfrm flipH="1" rot="10800000">
            <a:off x="5699125" y="4045679"/>
            <a:ext cx="352500" cy="84600"/>
          </a:xfrm>
          <a:prstGeom prst="straightConnector1">
            <a:avLst/>
          </a:prstGeom>
          <a:noFill/>
          <a:ln cap="flat" cmpd="sng" w="25400">
            <a:solidFill>
              <a:srgbClr val="FF0000"/>
            </a:solidFill>
            <a:prstDash val="solid"/>
            <a:round/>
            <a:headEnd len="sm" w="sm" type="none"/>
            <a:tailEnd len="sm" w="sm" type="none"/>
          </a:ln>
        </p:spPr>
      </p:cxnSp>
      <p:cxnSp>
        <p:nvCxnSpPr>
          <p:cNvPr id="1409" name="Google Shape;1409;p65"/>
          <p:cNvCxnSpPr/>
          <p:nvPr/>
        </p:nvCxnSpPr>
        <p:spPr>
          <a:xfrm rot="10800000">
            <a:off x="5087938" y="3782644"/>
            <a:ext cx="0" cy="263100"/>
          </a:xfrm>
          <a:prstGeom prst="straightConnector1">
            <a:avLst/>
          </a:prstGeom>
          <a:noFill/>
          <a:ln cap="flat" cmpd="sng" w="25400">
            <a:solidFill>
              <a:srgbClr val="FF0000"/>
            </a:solidFill>
            <a:prstDash val="solid"/>
            <a:round/>
            <a:headEnd len="sm" w="sm" type="none"/>
            <a:tailEnd len="sm" w="sm" type="none"/>
          </a:ln>
        </p:spPr>
      </p:cxnSp>
      <p:cxnSp>
        <p:nvCxnSpPr>
          <p:cNvPr id="1410" name="Google Shape;1410;p65"/>
          <p:cNvCxnSpPr/>
          <p:nvPr/>
        </p:nvCxnSpPr>
        <p:spPr>
          <a:xfrm flipH="1">
            <a:off x="4981550" y="4214813"/>
            <a:ext cx="92100" cy="159600"/>
          </a:xfrm>
          <a:prstGeom prst="straightConnector1">
            <a:avLst/>
          </a:prstGeom>
          <a:noFill/>
          <a:ln cap="flat" cmpd="sng" w="25400">
            <a:solidFill>
              <a:srgbClr val="FF0000"/>
            </a:solidFill>
            <a:prstDash val="solid"/>
            <a:round/>
            <a:headEnd len="sm" w="sm" type="none"/>
            <a:tailEnd len="sm" w="sm" type="none"/>
          </a:ln>
        </p:spPr>
      </p:cxnSp>
      <p:cxnSp>
        <p:nvCxnSpPr>
          <p:cNvPr id="1411" name="Google Shape;1411;p65"/>
          <p:cNvCxnSpPr/>
          <p:nvPr/>
        </p:nvCxnSpPr>
        <p:spPr>
          <a:xfrm>
            <a:off x="6851650" y="4158854"/>
            <a:ext cx="666900" cy="403500"/>
          </a:xfrm>
          <a:prstGeom prst="straightConnector1">
            <a:avLst/>
          </a:prstGeom>
          <a:noFill/>
          <a:ln cap="flat" cmpd="sng" w="25400">
            <a:solidFill>
              <a:srgbClr val="FF0000"/>
            </a:solidFill>
            <a:prstDash val="solid"/>
            <a:round/>
            <a:headEnd len="sm" w="sm" type="none"/>
            <a:tailEnd len="sm" w="sm" type="none"/>
          </a:ln>
        </p:spPr>
      </p:cxnSp>
      <p:cxnSp>
        <p:nvCxnSpPr>
          <p:cNvPr id="1412" name="Google Shape;1412;p65"/>
          <p:cNvCxnSpPr/>
          <p:nvPr/>
        </p:nvCxnSpPr>
        <p:spPr>
          <a:xfrm>
            <a:off x="7042150" y="4130279"/>
            <a:ext cx="368400" cy="169200"/>
          </a:xfrm>
          <a:prstGeom prst="straightConnector1">
            <a:avLst/>
          </a:prstGeom>
          <a:noFill/>
          <a:ln cap="flat" cmpd="sng" w="25400">
            <a:solidFill>
              <a:srgbClr val="FF0000"/>
            </a:solidFill>
            <a:prstDash val="solid"/>
            <a:round/>
            <a:headEnd len="sm" w="sm" type="none"/>
            <a:tailEnd len="sm" w="sm" type="none"/>
          </a:ln>
        </p:spPr>
      </p:cxnSp>
      <p:sp>
        <p:nvSpPr>
          <p:cNvPr id="1413" name="Google Shape;1413;p65"/>
          <p:cNvSpPr/>
          <p:nvPr/>
        </p:nvSpPr>
        <p:spPr>
          <a:xfrm>
            <a:off x="6105525" y="3904060"/>
            <a:ext cx="1235100" cy="2643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14" name="Google Shape;1414;p65"/>
          <p:cNvSpPr/>
          <p:nvPr/>
        </p:nvSpPr>
        <p:spPr>
          <a:xfrm>
            <a:off x="6053138" y="3867150"/>
            <a:ext cx="1233600" cy="2631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it-IT" sz="800" u="none" cap="none" strike="noStrike">
                <a:solidFill>
                  <a:schemeClr val="accent1"/>
                </a:solidFill>
                <a:latin typeface="Overpass"/>
                <a:ea typeface="Overpass"/>
                <a:cs typeface="Overpass"/>
                <a:sym typeface="Overpass"/>
              </a:rPr>
              <a:t>Algo Animation</a:t>
            </a:r>
            <a:endParaRPr b="1" i="0" sz="2400" u="none" cap="none" strike="noStrike">
              <a:solidFill>
                <a:schemeClr val="accent1"/>
              </a:solidFill>
              <a:latin typeface="Arial"/>
              <a:ea typeface="Arial"/>
              <a:cs typeface="Arial"/>
              <a:sym typeface="Arial"/>
            </a:endParaRPr>
          </a:p>
        </p:txBody>
      </p:sp>
      <p:cxnSp>
        <p:nvCxnSpPr>
          <p:cNvPr id="1415" name="Google Shape;1415;p65"/>
          <p:cNvCxnSpPr/>
          <p:nvPr/>
        </p:nvCxnSpPr>
        <p:spPr>
          <a:xfrm>
            <a:off x="6308725" y="3115866"/>
            <a:ext cx="0" cy="1596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sp>
        <p:nvSpPr>
          <p:cNvPr id="1416" name="Google Shape;1416;p65"/>
          <p:cNvSpPr/>
          <p:nvPr/>
        </p:nvSpPr>
        <p:spPr>
          <a:xfrm>
            <a:off x="5724525" y="3275410"/>
            <a:ext cx="1092300" cy="4548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it-IT" sz="1300" u="none" cap="none" strike="noStrike">
                <a:solidFill>
                  <a:schemeClr val="accent1"/>
                </a:solidFill>
                <a:latin typeface="Overpass"/>
                <a:ea typeface="Overpass"/>
                <a:cs typeface="Overpass"/>
                <a:sym typeface="Overpass"/>
              </a:rPr>
              <a:t>SIGN LANGUAGE</a:t>
            </a:r>
            <a:endParaRPr b="1" i="0" sz="1300" u="none" cap="none" strike="noStrike">
              <a:solidFill>
                <a:schemeClr val="accent1"/>
              </a:solidFill>
              <a:latin typeface="Overpass"/>
              <a:ea typeface="Overpass"/>
              <a:cs typeface="Overpass"/>
              <a:sym typeface="Overpass"/>
            </a:endParaRPr>
          </a:p>
        </p:txBody>
      </p:sp>
      <p:sp>
        <p:nvSpPr>
          <p:cNvPr id="1417" name="Google Shape;1417;p65"/>
          <p:cNvSpPr/>
          <p:nvPr/>
        </p:nvSpPr>
        <p:spPr>
          <a:xfrm>
            <a:off x="5419725" y="2569369"/>
            <a:ext cx="1257300" cy="5274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it-IT" sz="1400" u="none" cap="none" strike="noStrike">
                <a:solidFill>
                  <a:schemeClr val="accent1"/>
                </a:solidFill>
                <a:latin typeface="Overpass"/>
                <a:ea typeface="Overpass"/>
                <a:cs typeface="Overpass"/>
                <a:sym typeface="Overpass"/>
              </a:rPr>
              <a:t>BODY LANGUAGE</a:t>
            </a:r>
            <a:endParaRPr b="1" i="0" sz="1400" u="none" cap="none" strike="noStrike">
              <a:solidFill>
                <a:schemeClr val="accent1"/>
              </a:solidFill>
              <a:latin typeface="Overpass"/>
              <a:ea typeface="Overpass"/>
              <a:cs typeface="Overpass"/>
              <a:sym typeface="Overpass"/>
            </a:endParaRPr>
          </a:p>
        </p:txBody>
      </p:sp>
      <p:sp>
        <p:nvSpPr>
          <p:cNvPr id="1418" name="Google Shape;1418;p65"/>
          <p:cNvSpPr/>
          <p:nvPr/>
        </p:nvSpPr>
        <p:spPr>
          <a:xfrm>
            <a:off x="7551738" y="3296841"/>
            <a:ext cx="1433400" cy="4572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it-IT" sz="1000" u="none" cap="none" strike="noStrike">
                <a:solidFill>
                  <a:schemeClr val="accent1"/>
                </a:solidFill>
                <a:latin typeface="Overpass"/>
                <a:ea typeface="Overpass"/>
                <a:cs typeface="Overpass"/>
                <a:sym typeface="Overpass"/>
              </a:rPr>
              <a:t>DRAWING &amp;</a:t>
            </a:r>
            <a:endParaRPr b="1" i="0" sz="1000" u="none" cap="none" strike="noStrike">
              <a:solidFill>
                <a:schemeClr val="accent1"/>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000"/>
              <a:buFont typeface="Arial"/>
              <a:buNone/>
            </a:pPr>
            <a:r>
              <a:rPr b="1" i="0" lang="it-IT" sz="1000" u="none" cap="none" strike="noStrike">
                <a:solidFill>
                  <a:schemeClr val="accent1"/>
                </a:solidFill>
                <a:latin typeface="Overpass"/>
                <a:ea typeface="Overpass"/>
                <a:cs typeface="Overpass"/>
                <a:sym typeface="Overpass"/>
              </a:rPr>
              <a:t>SKETCHING</a:t>
            </a:r>
            <a:endParaRPr b="1" i="0" sz="2400" u="none" cap="none" strike="noStrike">
              <a:solidFill>
                <a:schemeClr val="accent1"/>
              </a:solidFill>
              <a:latin typeface="Arial"/>
              <a:ea typeface="Arial"/>
              <a:cs typeface="Arial"/>
              <a:sym typeface="Arial"/>
            </a:endParaRPr>
          </a:p>
        </p:txBody>
      </p:sp>
      <p:sp>
        <p:nvSpPr>
          <p:cNvPr id="1419" name="Google Shape;1419;p65"/>
          <p:cNvSpPr/>
          <p:nvPr/>
        </p:nvSpPr>
        <p:spPr>
          <a:xfrm>
            <a:off x="3121025" y="2597944"/>
            <a:ext cx="1235100" cy="4608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it-IT" sz="1000" u="none" cap="none" strike="noStrike">
                <a:solidFill>
                  <a:schemeClr val="accent1"/>
                </a:solidFill>
                <a:latin typeface="Overpass"/>
                <a:ea typeface="Overpass"/>
                <a:cs typeface="Overpass"/>
                <a:sym typeface="Overpass"/>
              </a:rPr>
              <a:t>SYNTHESIS</a:t>
            </a:r>
            <a:endParaRPr b="1" i="0" sz="2400" u="none" cap="none" strike="noStrike">
              <a:solidFill>
                <a:schemeClr val="accent1"/>
              </a:solidFill>
              <a:latin typeface="Arial"/>
              <a:ea typeface="Arial"/>
              <a:cs typeface="Arial"/>
              <a:sym typeface="Arial"/>
            </a:endParaRPr>
          </a:p>
        </p:txBody>
      </p:sp>
      <p:sp>
        <p:nvSpPr>
          <p:cNvPr id="1420" name="Google Shape;1420;p65"/>
          <p:cNvSpPr/>
          <p:nvPr/>
        </p:nvSpPr>
        <p:spPr>
          <a:xfrm>
            <a:off x="4640263" y="3613547"/>
            <a:ext cx="1032000" cy="2631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21" name="Google Shape;1421;p65"/>
          <p:cNvSpPr/>
          <p:nvPr/>
        </p:nvSpPr>
        <p:spPr>
          <a:xfrm>
            <a:off x="4586288" y="3575447"/>
            <a:ext cx="1032000" cy="264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it-IT" sz="1000" u="none" cap="none" strike="noStrike">
                <a:solidFill>
                  <a:schemeClr val="accent1"/>
                </a:solidFill>
                <a:latin typeface="Overpass"/>
                <a:ea typeface="Overpass"/>
                <a:cs typeface="Overpass"/>
                <a:sym typeface="Overpass"/>
              </a:rPr>
              <a:t>Scientific Visualization</a:t>
            </a:r>
            <a:endParaRPr b="1" i="0" sz="1000" u="none" cap="none" strike="noStrike">
              <a:solidFill>
                <a:schemeClr val="accent1"/>
              </a:solidFill>
              <a:latin typeface="Overpass"/>
              <a:ea typeface="Overpass"/>
              <a:cs typeface="Overpass"/>
              <a:sym typeface="Overpass"/>
            </a:endParaRPr>
          </a:p>
        </p:txBody>
      </p:sp>
      <p:sp>
        <p:nvSpPr>
          <p:cNvPr id="1422" name="Google Shape;1422;p65"/>
          <p:cNvSpPr/>
          <p:nvPr/>
        </p:nvSpPr>
        <p:spPr>
          <a:xfrm>
            <a:off x="3121025" y="3444479"/>
            <a:ext cx="1235100" cy="43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it-IT" sz="1100" u="none" cap="none" strike="noStrike">
                <a:solidFill>
                  <a:schemeClr val="accent1"/>
                </a:solidFill>
                <a:latin typeface="Overpass"/>
                <a:ea typeface="Overpass"/>
                <a:cs typeface="Overpass"/>
                <a:sym typeface="Overpass"/>
              </a:rPr>
              <a:t>VISUAL PROGRAMMING</a:t>
            </a:r>
            <a:endParaRPr b="1" i="0" sz="1100" u="none" cap="none" strike="noStrike">
              <a:solidFill>
                <a:schemeClr val="accent1"/>
              </a:solidFill>
              <a:latin typeface="Overpass"/>
              <a:ea typeface="Overpass"/>
              <a:cs typeface="Overpass"/>
              <a:sym typeface="Overpass"/>
            </a:endParaRPr>
          </a:p>
        </p:txBody>
      </p:sp>
      <p:sp>
        <p:nvSpPr>
          <p:cNvPr id="1423" name="Google Shape;1423;p65"/>
          <p:cNvSpPr/>
          <p:nvPr/>
        </p:nvSpPr>
        <p:spPr>
          <a:xfrm>
            <a:off x="1622425" y="2806304"/>
            <a:ext cx="992100" cy="43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it-IT" sz="1000" u="none" cap="none" strike="noStrike">
                <a:solidFill>
                  <a:schemeClr val="accent1"/>
                </a:solidFill>
                <a:latin typeface="Overpass"/>
                <a:ea typeface="Overpass"/>
                <a:cs typeface="Overpass"/>
                <a:sym typeface="Overpass"/>
              </a:rPr>
              <a:t>PR &amp; IP</a:t>
            </a:r>
            <a:endParaRPr b="1" i="0" sz="2400" u="none" cap="none" strike="noStrike">
              <a:solidFill>
                <a:schemeClr val="accent1"/>
              </a:solidFill>
              <a:latin typeface="Arial"/>
              <a:ea typeface="Arial"/>
              <a:cs typeface="Arial"/>
              <a:sym typeface="Arial"/>
            </a:endParaRPr>
          </a:p>
        </p:txBody>
      </p:sp>
      <p:sp>
        <p:nvSpPr>
          <p:cNvPr id="1424" name="Google Shape;1424;p65"/>
          <p:cNvSpPr/>
          <p:nvPr/>
        </p:nvSpPr>
        <p:spPr>
          <a:xfrm>
            <a:off x="222250" y="3444479"/>
            <a:ext cx="1235100" cy="43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it-IT" sz="1200" u="none" cap="none" strike="noStrike">
                <a:solidFill>
                  <a:schemeClr val="accent1"/>
                </a:solidFill>
                <a:latin typeface="Overpass"/>
                <a:ea typeface="Overpass"/>
                <a:cs typeface="Overpass"/>
                <a:sym typeface="Overpass"/>
              </a:rPr>
              <a:t>IMAGE DOCUMENT</a:t>
            </a:r>
            <a:endParaRPr b="1" i="0" sz="1200" u="none" cap="none" strike="noStrike">
              <a:solidFill>
                <a:schemeClr val="accent1"/>
              </a:solidFill>
              <a:latin typeface="Overpass"/>
              <a:ea typeface="Overpass"/>
              <a:cs typeface="Overpass"/>
              <a:sym typeface="Overpass"/>
            </a:endParaRPr>
          </a:p>
        </p:txBody>
      </p:sp>
      <p:sp>
        <p:nvSpPr>
          <p:cNvPr id="1425" name="Google Shape;1425;p65"/>
          <p:cNvSpPr/>
          <p:nvPr/>
        </p:nvSpPr>
        <p:spPr>
          <a:xfrm>
            <a:off x="1708150" y="3481388"/>
            <a:ext cx="992100" cy="4335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26" name="Google Shape;1426;p65"/>
          <p:cNvSpPr/>
          <p:nvPr/>
        </p:nvSpPr>
        <p:spPr>
          <a:xfrm>
            <a:off x="1655763" y="3444479"/>
            <a:ext cx="990600" cy="43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it-IT" sz="1200" u="none" cap="none" strike="noStrike">
                <a:solidFill>
                  <a:schemeClr val="accent1"/>
                </a:solidFill>
                <a:latin typeface="Overpass"/>
                <a:ea typeface="Overpass"/>
                <a:cs typeface="Overpass"/>
                <a:sym typeface="Overpass"/>
              </a:rPr>
              <a:t>SCENE ANALYSIS</a:t>
            </a:r>
            <a:endParaRPr b="1" i="0" sz="1200" u="none" cap="none" strike="noStrike">
              <a:solidFill>
                <a:schemeClr val="accent1"/>
              </a:solidFill>
              <a:latin typeface="Overpass"/>
              <a:ea typeface="Overpass"/>
              <a:cs typeface="Overpass"/>
              <a:sym typeface="Overpass"/>
            </a:endParaRPr>
          </a:p>
        </p:txBody>
      </p:sp>
      <p:sp>
        <p:nvSpPr>
          <p:cNvPr id="1427" name="Google Shape;1427;p65"/>
          <p:cNvSpPr/>
          <p:nvPr/>
        </p:nvSpPr>
        <p:spPr>
          <a:xfrm>
            <a:off x="4081463" y="1427560"/>
            <a:ext cx="1481100" cy="4323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1" i="0" lang="it-IT" sz="1400" u="none" cap="none" strike="noStrike">
                <a:solidFill>
                  <a:schemeClr val="accent1"/>
                </a:solidFill>
                <a:latin typeface="Overpass"/>
                <a:ea typeface="Overpass"/>
                <a:cs typeface="Overpass"/>
                <a:sym typeface="Overpass"/>
              </a:rPr>
              <a:t>COMPUTER</a:t>
            </a:r>
            <a:endParaRPr b="1" i="0" sz="1000" u="none" cap="none" strike="noStrike">
              <a:solidFill>
                <a:schemeClr val="accent1"/>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1400"/>
              <a:buFont typeface="Arial"/>
              <a:buNone/>
            </a:pPr>
            <a:r>
              <a:rPr b="1" i="0" lang="it-IT" sz="1400" u="none" cap="none" strike="noStrike">
                <a:solidFill>
                  <a:schemeClr val="accent1"/>
                </a:solidFill>
                <a:latin typeface="Overpass"/>
                <a:ea typeface="Overpass"/>
                <a:cs typeface="Overpass"/>
                <a:sym typeface="Overpass"/>
              </a:rPr>
              <a:t>C-networking</a:t>
            </a:r>
            <a:endParaRPr b="1" i="0" sz="2400" u="none" cap="none" strike="noStrike">
              <a:solidFill>
                <a:schemeClr val="accent1"/>
              </a:solidFill>
              <a:latin typeface="Arial"/>
              <a:ea typeface="Arial"/>
              <a:cs typeface="Arial"/>
              <a:sym typeface="Arial"/>
            </a:endParaRPr>
          </a:p>
        </p:txBody>
      </p:sp>
      <p:sp>
        <p:nvSpPr>
          <p:cNvPr id="1428" name="Google Shape;1428;p65"/>
          <p:cNvSpPr/>
          <p:nvPr/>
        </p:nvSpPr>
        <p:spPr>
          <a:xfrm>
            <a:off x="7462838" y="4544616"/>
            <a:ext cx="1242900" cy="1632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29" name="Google Shape;1429;p65"/>
          <p:cNvSpPr/>
          <p:nvPr/>
        </p:nvSpPr>
        <p:spPr>
          <a:xfrm>
            <a:off x="7410450" y="4487466"/>
            <a:ext cx="1247700" cy="1785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it-IT" sz="800" u="none" cap="none" strike="noStrike">
                <a:solidFill>
                  <a:schemeClr val="accent1"/>
                </a:solidFill>
                <a:latin typeface="Overpass"/>
                <a:ea typeface="Overpass"/>
                <a:cs typeface="Overpass"/>
                <a:sym typeface="Overpass"/>
              </a:rPr>
              <a:t>Data Animation</a:t>
            </a:r>
            <a:endParaRPr b="1" i="0" sz="2400" u="none" cap="none" strike="noStrike">
              <a:solidFill>
                <a:schemeClr val="accent1"/>
              </a:solidFill>
              <a:latin typeface="Arial"/>
              <a:ea typeface="Arial"/>
              <a:cs typeface="Arial"/>
              <a:sym typeface="Arial"/>
            </a:endParaRPr>
          </a:p>
        </p:txBody>
      </p:sp>
      <p:sp>
        <p:nvSpPr>
          <p:cNvPr id="1430" name="Google Shape;1430;p65"/>
          <p:cNvSpPr/>
          <p:nvPr/>
        </p:nvSpPr>
        <p:spPr>
          <a:xfrm>
            <a:off x="7464425" y="4251722"/>
            <a:ext cx="1276500" cy="1704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31" name="Google Shape;1431;p65"/>
          <p:cNvSpPr/>
          <p:nvPr/>
        </p:nvSpPr>
        <p:spPr>
          <a:xfrm>
            <a:off x="7396163" y="4195763"/>
            <a:ext cx="1301700" cy="1785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Arial"/>
              <a:buNone/>
            </a:pPr>
            <a:r>
              <a:rPr b="1" i="0" lang="it-IT" sz="800" u="none" cap="none" strike="noStrike">
                <a:solidFill>
                  <a:schemeClr val="accent1"/>
                </a:solidFill>
                <a:latin typeface="Overpass"/>
                <a:ea typeface="Overpass"/>
                <a:cs typeface="Overpass"/>
                <a:sym typeface="Overpass"/>
              </a:rPr>
              <a:t>Code Animation</a:t>
            </a:r>
            <a:endParaRPr b="1" i="0" sz="2400" u="none" cap="none" strike="noStrike">
              <a:solidFill>
                <a:schemeClr val="accent1"/>
              </a:solidFill>
              <a:latin typeface="Arial"/>
              <a:ea typeface="Arial"/>
              <a:cs typeface="Arial"/>
              <a:sym typeface="Arial"/>
            </a:endParaRPr>
          </a:p>
        </p:txBody>
      </p:sp>
      <p:sp>
        <p:nvSpPr>
          <p:cNvPr id="1432" name="Google Shape;1432;p65"/>
          <p:cNvSpPr/>
          <p:nvPr/>
        </p:nvSpPr>
        <p:spPr>
          <a:xfrm>
            <a:off x="4356100" y="4412456"/>
            <a:ext cx="1233600" cy="2631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33" name="Google Shape;1433;p65"/>
          <p:cNvSpPr/>
          <p:nvPr/>
        </p:nvSpPr>
        <p:spPr>
          <a:xfrm>
            <a:off x="4302125" y="4374356"/>
            <a:ext cx="1233600" cy="2631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it-IT" sz="900" u="none" cap="none" strike="noStrike">
                <a:solidFill>
                  <a:schemeClr val="accent1"/>
                </a:solidFill>
                <a:latin typeface="Overpass"/>
                <a:ea typeface="Overpass"/>
                <a:cs typeface="Overpass"/>
                <a:sym typeface="Overpass"/>
              </a:rPr>
              <a:t>Process Visualization</a:t>
            </a:r>
            <a:endParaRPr b="1" i="0" sz="900" u="none" cap="none" strike="noStrike">
              <a:solidFill>
                <a:schemeClr val="accent1"/>
              </a:solidFill>
              <a:latin typeface="Overpass"/>
              <a:ea typeface="Overpass"/>
              <a:cs typeface="Overpass"/>
              <a:sym typeface="Overpass"/>
            </a:endParaRPr>
          </a:p>
        </p:txBody>
      </p:sp>
      <p:sp>
        <p:nvSpPr>
          <p:cNvPr id="1434" name="Google Shape;1434;p65"/>
          <p:cNvSpPr/>
          <p:nvPr/>
        </p:nvSpPr>
        <p:spPr>
          <a:xfrm>
            <a:off x="4397375" y="4074319"/>
            <a:ext cx="1355700" cy="178500"/>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35" name="Google Shape;1435;p65"/>
          <p:cNvSpPr/>
          <p:nvPr/>
        </p:nvSpPr>
        <p:spPr>
          <a:xfrm>
            <a:off x="4341813" y="4036219"/>
            <a:ext cx="1359000" cy="1785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it-IT" sz="800" u="none" cap="none" strike="noStrike">
                <a:solidFill>
                  <a:srgbClr val="0000BF"/>
                </a:solidFill>
                <a:latin typeface="Overpass"/>
                <a:ea typeface="Overpass"/>
                <a:cs typeface="Overpass"/>
                <a:sym typeface="Overpass"/>
              </a:rPr>
              <a:t>SW Visualization</a:t>
            </a:r>
            <a:endParaRPr b="0" i="0" sz="2400" u="none" cap="none" strike="noStrike">
              <a:solidFill>
                <a:schemeClr val="dk1"/>
              </a:solidFill>
              <a:latin typeface="Arial"/>
              <a:ea typeface="Arial"/>
              <a:cs typeface="Arial"/>
              <a:sym typeface="Arial"/>
            </a:endParaRPr>
          </a:p>
        </p:txBody>
      </p:sp>
      <p:sp>
        <p:nvSpPr>
          <p:cNvPr id="1436" name="Google Shape;1436;p65"/>
          <p:cNvSpPr/>
          <p:nvPr/>
        </p:nvSpPr>
        <p:spPr>
          <a:xfrm>
            <a:off x="6784975" y="2564606"/>
            <a:ext cx="1009800" cy="5274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it-IT" sz="1200" u="none" cap="none" strike="noStrike">
                <a:solidFill>
                  <a:schemeClr val="accent1"/>
                </a:solidFill>
                <a:latin typeface="Overpass"/>
                <a:ea typeface="Overpass"/>
                <a:cs typeface="Overpass"/>
                <a:sym typeface="Overpass"/>
              </a:rPr>
              <a:t>WRITING</a:t>
            </a:r>
            <a:endParaRPr b="1" i="0" sz="2400" u="none" cap="none" strike="noStrike">
              <a:solidFill>
                <a:schemeClr val="accent1"/>
              </a:solidFill>
              <a:latin typeface="Arial"/>
              <a:ea typeface="Arial"/>
              <a:cs typeface="Arial"/>
              <a:sym typeface="Arial"/>
            </a:endParaRPr>
          </a:p>
        </p:txBody>
      </p:sp>
      <p:grpSp>
        <p:nvGrpSpPr>
          <p:cNvPr id="1437" name="Google Shape;1437;p65"/>
          <p:cNvGrpSpPr/>
          <p:nvPr/>
        </p:nvGrpSpPr>
        <p:grpSpPr>
          <a:xfrm>
            <a:off x="1628775" y="4005263"/>
            <a:ext cx="1046163" cy="301229"/>
            <a:chOff x="1026" y="3364"/>
            <a:chExt cx="659" cy="253"/>
          </a:xfrm>
        </p:grpSpPr>
        <p:sp>
          <p:nvSpPr>
            <p:cNvPr id="1438" name="Google Shape;1438;p65"/>
            <p:cNvSpPr/>
            <p:nvPr/>
          </p:nvSpPr>
          <p:spPr>
            <a:xfrm>
              <a:off x="1060" y="3396"/>
              <a:ext cx="625" cy="221"/>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accent1"/>
                </a:solidFill>
                <a:latin typeface="Overpass"/>
                <a:ea typeface="Overpass"/>
                <a:cs typeface="Overpass"/>
                <a:sym typeface="Overpass"/>
              </a:endParaRPr>
            </a:p>
          </p:txBody>
        </p:sp>
        <p:sp>
          <p:nvSpPr>
            <p:cNvPr id="1439" name="Google Shape;1439;p65"/>
            <p:cNvSpPr/>
            <p:nvPr/>
          </p:nvSpPr>
          <p:spPr>
            <a:xfrm>
              <a:off x="1026" y="3364"/>
              <a:ext cx="624" cy="221"/>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it-IT" sz="1600" u="none" cap="none" strike="noStrike">
                  <a:solidFill>
                    <a:schemeClr val="accent1"/>
                  </a:solidFill>
                  <a:latin typeface="Overpass"/>
                  <a:ea typeface="Overpass"/>
                  <a:cs typeface="Overpass"/>
                  <a:sym typeface="Overpass"/>
                </a:rPr>
                <a:t>OCR</a:t>
              </a:r>
              <a:endParaRPr b="1" i="0" sz="1600" u="none" cap="none" strike="noStrike">
                <a:solidFill>
                  <a:schemeClr val="accent1"/>
                </a:solidFill>
                <a:latin typeface="Overpass"/>
                <a:ea typeface="Overpass"/>
                <a:cs typeface="Overpass"/>
                <a:sym typeface="Overpass"/>
              </a:endParaRPr>
            </a:p>
          </p:txBody>
        </p:sp>
      </p:grpSp>
      <p:grpSp>
        <p:nvGrpSpPr>
          <p:cNvPr id="1440" name="Google Shape;1440;p65"/>
          <p:cNvGrpSpPr/>
          <p:nvPr/>
        </p:nvGrpSpPr>
        <p:grpSpPr>
          <a:xfrm>
            <a:off x="7804150" y="1384697"/>
            <a:ext cx="596900" cy="789384"/>
            <a:chOff x="4916" y="1163"/>
            <a:chExt cx="376" cy="663"/>
          </a:xfrm>
        </p:grpSpPr>
        <p:grpSp>
          <p:nvGrpSpPr>
            <p:cNvPr id="1441" name="Google Shape;1441;p65"/>
            <p:cNvGrpSpPr/>
            <p:nvPr/>
          </p:nvGrpSpPr>
          <p:grpSpPr>
            <a:xfrm>
              <a:off x="4984" y="1163"/>
              <a:ext cx="308" cy="308"/>
              <a:chOff x="4984" y="1163"/>
              <a:chExt cx="308" cy="308"/>
            </a:xfrm>
          </p:grpSpPr>
          <p:grpSp>
            <p:nvGrpSpPr>
              <p:cNvPr id="1442" name="Google Shape;1442;p65"/>
              <p:cNvGrpSpPr/>
              <p:nvPr/>
            </p:nvGrpSpPr>
            <p:grpSpPr>
              <a:xfrm>
                <a:off x="4984" y="1163"/>
                <a:ext cx="308" cy="308"/>
                <a:chOff x="4984" y="1163"/>
                <a:chExt cx="308" cy="308"/>
              </a:xfrm>
            </p:grpSpPr>
            <p:grpSp>
              <p:nvGrpSpPr>
                <p:cNvPr id="1443" name="Google Shape;1443;p65"/>
                <p:cNvGrpSpPr/>
                <p:nvPr/>
              </p:nvGrpSpPr>
              <p:grpSpPr>
                <a:xfrm>
                  <a:off x="4984" y="1178"/>
                  <a:ext cx="282" cy="293"/>
                  <a:chOff x="4984" y="1178"/>
                  <a:chExt cx="282" cy="293"/>
                </a:xfrm>
              </p:grpSpPr>
              <p:sp>
                <p:nvSpPr>
                  <p:cNvPr id="1444" name="Google Shape;1444;p65"/>
                  <p:cNvSpPr/>
                  <p:nvPr/>
                </p:nvSpPr>
                <p:spPr>
                  <a:xfrm>
                    <a:off x="4984" y="1178"/>
                    <a:ext cx="282" cy="293"/>
                  </a:xfrm>
                  <a:custGeom>
                    <a:rect b="b" l="l" r="r" t="t"/>
                    <a:pathLst>
                      <a:path extrusionOk="0" h="293" w="282">
                        <a:moveTo>
                          <a:pt x="230" y="166"/>
                        </a:moveTo>
                        <a:lnTo>
                          <a:pt x="247" y="142"/>
                        </a:lnTo>
                        <a:lnTo>
                          <a:pt x="255" y="126"/>
                        </a:lnTo>
                        <a:lnTo>
                          <a:pt x="264" y="110"/>
                        </a:lnTo>
                        <a:lnTo>
                          <a:pt x="272" y="95"/>
                        </a:lnTo>
                        <a:lnTo>
                          <a:pt x="272" y="79"/>
                        </a:lnTo>
                        <a:lnTo>
                          <a:pt x="281" y="63"/>
                        </a:lnTo>
                        <a:lnTo>
                          <a:pt x="272" y="47"/>
                        </a:lnTo>
                        <a:lnTo>
                          <a:pt x="264" y="24"/>
                        </a:lnTo>
                        <a:lnTo>
                          <a:pt x="255" y="16"/>
                        </a:lnTo>
                        <a:lnTo>
                          <a:pt x="247" y="8"/>
                        </a:lnTo>
                        <a:lnTo>
                          <a:pt x="221" y="0"/>
                        </a:lnTo>
                        <a:lnTo>
                          <a:pt x="204" y="0"/>
                        </a:lnTo>
                        <a:lnTo>
                          <a:pt x="187" y="0"/>
                        </a:lnTo>
                        <a:lnTo>
                          <a:pt x="179" y="8"/>
                        </a:lnTo>
                        <a:lnTo>
                          <a:pt x="170" y="16"/>
                        </a:lnTo>
                        <a:lnTo>
                          <a:pt x="162" y="24"/>
                        </a:lnTo>
                        <a:lnTo>
                          <a:pt x="153" y="32"/>
                        </a:lnTo>
                        <a:lnTo>
                          <a:pt x="145" y="47"/>
                        </a:lnTo>
                        <a:lnTo>
                          <a:pt x="145" y="55"/>
                        </a:lnTo>
                        <a:lnTo>
                          <a:pt x="136" y="63"/>
                        </a:lnTo>
                        <a:lnTo>
                          <a:pt x="119" y="63"/>
                        </a:lnTo>
                        <a:lnTo>
                          <a:pt x="102" y="63"/>
                        </a:lnTo>
                        <a:lnTo>
                          <a:pt x="94" y="63"/>
                        </a:lnTo>
                        <a:lnTo>
                          <a:pt x="77" y="55"/>
                        </a:lnTo>
                        <a:lnTo>
                          <a:pt x="51" y="55"/>
                        </a:lnTo>
                        <a:lnTo>
                          <a:pt x="34" y="55"/>
                        </a:lnTo>
                        <a:lnTo>
                          <a:pt x="26" y="55"/>
                        </a:lnTo>
                        <a:lnTo>
                          <a:pt x="17" y="55"/>
                        </a:lnTo>
                        <a:lnTo>
                          <a:pt x="9" y="63"/>
                        </a:lnTo>
                        <a:lnTo>
                          <a:pt x="0" y="71"/>
                        </a:lnTo>
                        <a:lnTo>
                          <a:pt x="0" y="79"/>
                        </a:lnTo>
                        <a:lnTo>
                          <a:pt x="0" y="95"/>
                        </a:lnTo>
                        <a:lnTo>
                          <a:pt x="9" y="95"/>
                        </a:lnTo>
                        <a:lnTo>
                          <a:pt x="9" y="103"/>
                        </a:lnTo>
                        <a:lnTo>
                          <a:pt x="26" y="110"/>
                        </a:lnTo>
                        <a:lnTo>
                          <a:pt x="43" y="110"/>
                        </a:lnTo>
                        <a:lnTo>
                          <a:pt x="60" y="110"/>
                        </a:lnTo>
                        <a:lnTo>
                          <a:pt x="85" y="118"/>
                        </a:lnTo>
                        <a:lnTo>
                          <a:pt x="102" y="118"/>
                        </a:lnTo>
                        <a:lnTo>
                          <a:pt x="111" y="118"/>
                        </a:lnTo>
                        <a:lnTo>
                          <a:pt x="111" y="126"/>
                        </a:lnTo>
                        <a:lnTo>
                          <a:pt x="111" y="134"/>
                        </a:lnTo>
                        <a:lnTo>
                          <a:pt x="119" y="134"/>
                        </a:lnTo>
                        <a:lnTo>
                          <a:pt x="136" y="134"/>
                        </a:lnTo>
                        <a:lnTo>
                          <a:pt x="136" y="142"/>
                        </a:lnTo>
                        <a:lnTo>
                          <a:pt x="136" y="150"/>
                        </a:lnTo>
                        <a:lnTo>
                          <a:pt x="136" y="158"/>
                        </a:lnTo>
                        <a:lnTo>
                          <a:pt x="119" y="158"/>
                        </a:lnTo>
                        <a:lnTo>
                          <a:pt x="102" y="158"/>
                        </a:lnTo>
                        <a:lnTo>
                          <a:pt x="102" y="174"/>
                        </a:lnTo>
                        <a:lnTo>
                          <a:pt x="94" y="189"/>
                        </a:lnTo>
                        <a:lnTo>
                          <a:pt x="85" y="205"/>
                        </a:lnTo>
                        <a:lnTo>
                          <a:pt x="85" y="229"/>
                        </a:lnTo>
                        <a:lnTo>
                          <a:pt x="85" y="245"/>
                        </a:lnTo>
                        <a:lnTo>
                          <a:pt x="85" y="260"/>
                        </a:lnTo>
                        <a:lnTo>
                          <a:pt x="85" y="276"/>
                        </a:lnTo>
                        <a:lnTo>
                          <a:pt x="94" y="284"/>
                        </a:lnTo>
                        <a:lnTo>
                          <a:pt x="94" y="292"/>
                        </a:lnTo>
                        <a:lnTo>
                          <a:pt x="102" y="292"/>
                        </a:lnTo>
                        <a:lnTo>
                          <a:pt x="119" y="292"/>
                        </a:lnTo>
                        <a:lnTo>
                          <a:pt x="128" y="292"/>
                        </a:lnTo>
                        <a:lnTo>
                          <a:pt x="145" y="284"/>
                        </a:lnTo>
                        <a:lnTo>
                          <a:pt x="153" y="284"/>
                        </a:lnTo>
                        <a:lnTo>
                          <a:pt x="162" y="268"/>
                        </a:lnTo>
                        <a:lnTo>
                          <a:pt x="170" y="260"/>
                        </a:lnTo>
                        <a:lnTo>
                          <a:pt x="170" y="253"/>
                        </a:lnTo>
                        <a:lnTo>
                          <a:pt x="179" y="245"/>
                        </a:lnTo>
                        <a:lnTo>
                          <a:pt x="179" y="237"/>
                        </a:lnTo>
                        <a:lnTo>
                          <a:pt x="187" y="221"/>
                        </a:lnTo>
                        <a:lnTo>
                          <a:pt x="196" y="213"/>
                        </a:lnTo>
                        <a:lnTo>
                          <a:pt x="204" y="205"/>
                        </a:lnTo>
                        <a:lnTo>
                          <a:pt x="213" y="197"/>
                        </a:lnTo>
                        <a:lnTo>
                          <a:pt x="221" y="189"/>
                        </a:lnTo>
                        <a:lnTo>
                          <a:pt x="230" y="182"/>
                        </a:lnTo>
                        <a:lnTo>
                          <a:pt x="230" y="166"/>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45" name="Google Shape;1445;p65"/>
                  <p:cNvGrpSpPr/>
                  <p:nvPr/>
                </p:nvGrpSpPr>
                <p:grpSpPr>
                  <a:xfrm>
                    <a:off x="5095" y="1281"/>
                    <a:ext cx="44" cy="87"/>
                    <a:chOff x="5095" y="1281"/>
                    <a:chExt cx="44" cy="87"/>
                  </a:xfrm>
                </p:grpSpPr>
                <p:sp>
                  <p:nvSpPr>
                    <p:cNvPr id="1446" name="Google Shape;1446;p65"/>
                    <p:cNvSpPr/>
                    <p:nvPr/>
                  </p:nvSpPr>
                  <p:spPr>
                    <a:xfrm>
                      <a:off x="5121" y="1289"/>
                      <a:ext cx="18" cy="79"/>
                    </a:xfrm>
                    <a:custGeom>
                      <a:rect b="b" l="l" r="r" t="t"/>
                      <a:pathLst>
                        <a:path extrusionOk="0" h="79" w="18">
                          <a:moveTo>
                            <a:pt x="9" y="78"/>
                          </a:moveTo>
                          <a:lnTo>
                            <a:pt x="0" y="62"/>
                          </a:lnTo>
                          <a:lnTo>
                            <a:pt x="0" y="55"/>
                          </a:lnTo>
                          <a:lnTo>
                            <a:pt x="0" y="39"/>
                          </a:lnTo>
                          <a:lnTo>
                            <a:pt x="0" y="31"/>
                          </a:lnTo>
                          <a:lnTo>
                            <a:pt x="9" y="16"/>
                          </a:lnTo>
                          <a:lnTo>
                            <a:pt x="9" y="8"/>
                          </a:lnTo>
                          <a:lnTo>
                            <a:pt x="17"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47" name="Google Shape;1447;p65"/>
                    <p:cNvSpPr/>
                    <p:nvPr/>
                  </p:nvSpPr>
                  <p:spPr>
                    <a:xfrm>
                      <a:off x="5095" y="1281"/>
                      <a:ext cx="18" cy="17"/>
                    </a:xfrm>
                    <a:custGeom>
                      <a:rect b="b" l="l" r="r" t="t"/>
                      <a:pathLst>
                        <a:path extrusionOk="0" h="17" w="18">
                          <a:moveTo>
                            <a:pt x="0" y="16"/>
                          </a:moveTo>
                          <a:lnTo>
                            <a:pt x="9" y="16"/>
                          </a:lnTo>
                          <a:lnTo>
                            <a:pt x="17" y="16"/>
                          </a:lnTo>
                          <a:lnTo>
                            <a:pt x="17" y="8"/>
                          </a:lnTo>
                          <a:lnTo>
                            <a:pt x="9"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448" name="Google Shape;1448;p65"/>
                <p:cNvGrpSpPr/>
                <p:nvPr/>
              </p:nvGrpSpPr>
              <p:grpSpPr>
                <a:xfrm>
                  <a:off x="5138" y="1163"/>
                  <a:ext cx="154" cy="158"/>
                  <a:chOff x="5138" y="1163"/>
                  <a:chExt cx="154" cy="158"/>
                </a:xfrm>
              </p:grpSpPr>
              <p:sp>
                <p:nvSpPr>
                  <p:cNvPr id="1449" name="Google Shape;1449;p65"/>
                  <p:cNvSpPr/>
                  <p:nvPr/>
                </p:nvSpPr>
                <p:spPr>
                  <a:xfrm>
                    <a:off x="5138" y="1163"/>
                    <a:ext cx="154" cy="158"/>
                  </a:xfrm>
                  <a:custGeom>
                    <a:rect b="b" l="l" r="r" t="t"/>
                    <a:pathLst>
                      <a:path extrusionOk="0" h="158" w="154">
                        <a:moveTo>
                          <a:pt x="0" y="24"/>
                        </a:moveTo>
                        <a:lnTo>
                          <a:pt x="9" y="16"/>
                        </a:lnTo>
                        <a:lnTo>
                          <a:pt x="17" y="16"/>
                        </a:lnTo>
                        <a:lnTo>
                          <a:pt x="26" y="16"/>
                        </a:lnTo>
                        <a:lnTo>
                          <a:pt x="34" y="8"/>
                        </a:lnTo>
                        <a:lnTo>
                          <a:pt x="43" y="8"/>
                        </a:lnTo>
                        <a:lnTo>
                          <a:pt x="51" y="0"/>
                        </a:lnTo>
                        <a:lnTo>
                          <a:pt x="60" y="0"/>
                        </a:lnTo>
                        <a:lnTo>
                          <a:pt x="68" y="8"/>
                        </a:lnTo>
                        <a:lnTo>
                          <a:pt x="77" y="8"/>
                        </a:lnTo>
                        <a:lnTo>
                          <a:pt x="85" y="8"/>
                        </a:lnTo>
                        <a:lnTo>
                          <a:pt x="94" y="8"/>
                        </a:lnTo>
                        <a:lnTo>
                          <a:pt x="102" y="8"/>
                        </a:lnTo>
                        <a:lnTo>
                          <a:pt x="111" y="8"/>
                        </a:lnTo>
                        <a:lnTo>
                          <a:pt x="119" y="16"/>
                        </a:lnTo>
                        <a:lnTo>
                          <a:pt x="128" y="16"/>
                        </a:lnTo>
                        <a:lnTo>
                          <a:pt x="128" y="24"/>
                        </a:lnTo>
                        <a:lnTo>
                          <a:pt x="136" y="24"/>
                        </a:lnTo>
                        <a:lnTo>
                          <a:pt x="145" y="31"/>
                        </a:lnTo>
                        <a:lnTo>
                          <a:pt x="153" y="47"/>
                        </a:lnTo>
                        <a:lnTo>
                          <a:pt x="153" y="63"/>
                        </a:lnTo>
                        <a:lnTo>
                          <a:pt x="145" y="79"/>
                        </a:lnTo>
                        <a:lnTo>
                          <a:pt x="145" y="94"/>
                        </a:lnTo>
                        <a:lnTo>
                          <a:pt x="145" y="102"/>
                        </a:lnTo>
                        <a:lnTo>
                          <a:pt x="145" y="110"/>
                        </a:lnTo>
                        <a:lnTo>
                          <a:pt x="136" y="110"/>
                        </a:lnTo>
                        <a:lnTo>
                          <a:pt x="128" y="118"/>
                        </a:lnTo>
                        <a:lnTo>
                          <a:pt x="119" y="118"/>
                        </a:lnTo>
                        <a:lnTo>
                          <a:pt x="119" y="126"/>
                        </a:lnTo>
                        <a:lnTo>
                          <a:pt x="119" y="133"/>
                        </a:lnTo>
                        <a:lnTo>
                          <a:pt x="119" y="141"/>
                        </a:lnTo>
                        <a:lnTo>
                          <a:pt x="111" y="149"/>
                        </a:lnTo>
                        <a:lnTo>
                          <a:pt x="94" y="149"/>
                        </a:lnTo>
                        <a:lnTo>
                          <a:pt x="85" y="157"/>
                        </a:lnTo>
                        <a:lnTo>
                          <a:pt x="77" y="157"/>
                        </a:lnTo>
                        <a:lnTo>
                          <a:pt x="68" y="157"/>
                        </a:lnTo>
                        <a:lnTo>
                          <a:pt x="68" y="149"/>
                        </a:lnTo>
                        <a:lnTo>
                          <a:pt x="68" y="141"/>
                        </a:lnTo>
                        <a:lnTo>
                          <a:pt x="68" y="133"/>
                        </a:lnTo>
                        <a:lnTo>
                          <a:pt x="68" y="126"/>
                        </a:lnTo>
                        <a:lnTo>
                          <a:pt x="68" y="118"/>
                        </a:lnTo>
                        <a:lnTo>
                          <a:pt x="60" y="118"/>
                        </a:lnTo>
                        <a:lnTo>
                          <a:pt x="43" y="126"/>
                        </a:lnTo>
                        <a:lnTo>
                          <a:pt x="43" y="118"/>
                        </a:lnTo>
                        <a:lnTo>
                          <a:pt x="34" y="118"/>
                        </a:lnTo>
                        <a:lnTo>
                          <a:pt x="43" y="118"/>
                        </a:lnTo>
                        <a:lnTo>
                          <a:pt x="51" y="110"/>
                        </a:lnTo>
                        <a:lnTo>
                          <a:pt x="51" y="102"/>
                        </a:lnTo>
                        <a:lnTo>
                          <a:pt x="51" y="94"/>
                        </a:lnTo>
                        <a:lnTo>
                          <a:pt x="51" y="86"/>
                        </a:lnTo>
                        <a:lnTo>
                          <a:pt x="43" y="79"/>
                        </a:lnTo>
                        <a:lnTo>
                          <a:pt x="43" y="71"/>
                        </a:lnTo>
                        <a:lnTo>
                          <a:pt x="43" y="63"/>
                        </a:lnTo>
                        <a:lnTo>
                          <a:pt x="51" y="63"/>
                        </a:lnTo>
                        <a:lnTo>
                          <a:pt x="51" y="55"/>
                        </a:lnTo>
                        <a:lnTo>
                          <a:pt x="60" y="55"/>
                        </a:lnTo>
                        <a:lnTo>
                          <a:pt x="68" y="47"/>
                        </a:lnTo>
                        <a:lnTo>
                          <a:pt x="77" y="39"/>
                        </a:lnTo>
                        <a:lnTo>
                          <a:pt x="68" y="39"/>
                        </a:lnTo>
                        <a:lnTo>
                          <a:pt x="68" y="31"/>
                        </a:lnTo>
                        <a:lnTo>
                          <a:pt x="68" y="39"/>
                        </a:lnTo>
                        <a:lnTo>
                          <a:pt x="60" y="39"/>
                        </a:lnTo>
                        <a:lnTo>
                          <a:pt x="51" y="39"/>
                        </a:lnTo>
                        <a:lnTo>
                          <a:pt x="43" y="39"/>
                        </a:lnTo>
                        <a:lnTo>
                          <a:pt x="34" y="39"/>
                        </a:lnTo>
                        <a:lnTo>
                          <a:pt x="34" y="31"/>
                        </a:lnTo>
                        <a:lnTo>
                          <a:pt x="26" y="31"/>
                        </a:lnTo>
                        <a:lnTo>
                          <a:pt x="17" y="24"/>
                        </a:lnTo>
                        <a:lnTo>
                          <a:pt x="9" y="24"/>
                        </a:lnTo>
                        <a:lnTo>
                          <a:pt x="0" y="24"/>
                        </a:lnTo>
                      </a:path>
                    </a:pathLst>
                  </a:custGeom>
                  <a:solidFill>
                    <a:srgbClr val="A04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50" name="Google Shape;1450;p65"/>
                  <p:cNvGrpSpPr/>
                  <p:nvPr/>
                </p:nvGrpSpPr>
                <p:grpSpPr>
                  <a:xfrm>
                    <a:off x="5146" y="1178"/>
                    <a:ext cx="79" cy="112"/>
                    <a:chOff x="5146" y="1178"/>
                    <a:chExt cx="79" cy="112"/>
                  </a:xfrm>
                </p:grpSpPr>
                <p:sp>
                  <p:nvSpPr>
                    <p:cNvPr id="1451" name="Google Shape;1451;p65"/>
                    <p:cNvSpPr/>
                    <p:nvPr/>
                  </p:nvSpPr>
                  <p:spPr>
                    <a:xfrm>
                      <a:off x="5206" y="1194"/>
                      <a:ext cx="19" cy="17"/>
                    </a:xfrm>
                    <a:custGeom>
                      <a:rect b="b" l="l" r="r" t="t"/>
                      <a:pathLst>
                        <a:path extrusionOk="0" h="17" w="19">
                          <a:moveTo>
                            <a:pt x="0" y="8"/>
                          </a:moveTo>
                          <a:lnTo>
                            <a:pt x="9" y="8"/>
                          </a:lnTo>
                          <a:lnTo>
                            <a:pt x="18" y="8"/>
                          </a:lnTo>
                          <a:lnTo>
                            <a:pt x="18" y="0"/>
                          </a:lnTo>
                          <a:lnTo>
                            <a:pt x="18" y="8"/>
                          </a:lnTo>
                          <a:lnTo>
                            <a:pt x="9" y="8"/>
                          </a:lnTo>
                          <a:lnTo>
                            <a:pt x="9" y="16"/>
                          </a:lnTo>
                          <a:lnTo>
                            <a:pt x="18" y="16"/>
                          </a:lnTo>
                          <a:lnTo>
                            <a:pt x="9" y="16"/>
                          </a:lnTo>
                          <a:lnTo>
                            <a:pt x="0" y="8"/>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2" name="Google Shape;1452;p65"/>
                    <p:cNvSpPr/>
                    <p:nvPr/>
                  </p:nvSpPr>
                  <p:spPr>
                    <a:xfrm>
                      <a:off x="5189" y="1257"/>
                      <a:ext cx="10" cy="9"/>
                    </a:xfrm>
                    <a:custGeom>
                      <a:rect b="b" l="l" r="r" t="t"/>
                      <a:pathLst>
                        <a:path extrusionOk="0" h="9" w="10">
                          <a:moveTo>
                            <a:pt x="0" y="8"/>
                          </a:moveTo>
                          <a:lnTo>
                            <a:pt x="9" y="0"/>
                          </a:lnTo>
                          <a:lnTo>
                            <a:pt x="9" y="8"/>
                          </a:lnTo>
                          <a:lnTo>
                            <a:pt x="0" y="8"/>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3" name="Google Shape;1453;p65"/>
                    <p:cNvSpPr/>
                    <p:nvPr/>
                  </p:nvSpPr>
                  <p:spPr>
                    <a:xfrm>
                      <a:off x="5189" y="1265"/>
                      <a:ext cx="18" cy="9"/>
                    </a:xfrm>
                    <a:custGeom>
                      <a:rect b="b" l="l" r="r" t="t"/>
                      <a:pathLst>
                        <a:path extrusionOk="0" h="9" w="18">
                          <a:moveTo>
                            <a:pt x="0" y="0"/>
                          </a:moveTo>
                          <a:lnTo>
                            <a:pt x="0" y="0"/>
                          </a:lnTo>
                          <a:lnTo>
                            <a:pt x="9" y="0"/>
                          </a:lnTo>
                          <a:lnTo>
                            <a:pt x="17" y="8"/>
                          </a:lnTo>
                          <a:lnTo>
                            <a:pt x="9" y="8"/>
                          </a:lnTo>
                          <a:lnTo>
                            <a:pt x="0" y="0"/>
                          </a:lnTo>
                          <a:lnTo>
                            <a:pt x="0" y="8"/>
                          </a:lnTo>
                          <a:lnTo>
                            <a:pt x="0" y="0"/>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4" name="Google Shape;1454;p65"/>
                    <p:cNvSpPr/>
                    <p:nvPr/>
                  </p:nvSpPr>
                  <p:spPr>
                    <a:xfrm>
                      <a:off x="5198" y="1281"/>
                      <a:ext cx="18" cy="9"/>
                    </a:xfrm>
                    <a:custGeom>
                      <a:rect b="b" l="l" r="r" t="t"/>
                      <a:pathLst>
                        <a:path extrusionOk="0" h="9" w="18">
                          <a:moveTo>
                            <a:pt x="0" y="0"/>
                          </a:moveTo>
                          <a:lnTo>
                            <a:pt x="9" y="0"/>
                          </a:lnTo>
                          <a:lnTo>
                            <a:pt x="9" y="8"/>
                          </a:lnTo>
                          <a:lnTo>
                            <a:pt x="17" y="8"/>
                          </a:lnTo>
                          <a:lnTo>
                            <a:pt x="9" y="8"/>
                          </a:lnTo>
                          <a:lnTo>
                            <a:pt x="0" y="8"/>
                          </a:lnTo>
                          <a:lnTo>
                            <a:pt x="0" y="0"/>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5" name="Google Shape;1455;p65"/>
                    <p:cNvSpPr/>
                    <p:nvPr/>
                  </p:nvSpPr>
                  <p:spPr>
                    <a:xfrm>
                      <a:off x="5146" y="1178"/>
                      <a:ext cx="18" cy="9"/>
                    </a:xfrm>
                    <a:custGeom>
                      <a:rect b="b" l="l" r="r" t="t"/>
                      <a:pathLst>
                        <a:path extrusionOk="0" h="9" w="18">
                          <a:moveTo>
                            <a:pt x="0" y="8"/>
                          </a:moveTo>
                          <a:lnTo>
                            <a:pt x="9" y="8"/>
                          </a:lnTo>
                          <a:lnTo>
                            <a:pt x="17" y="8"/>
                          </a:lnTo>
                          <a:lnTo>
                            <a:pt x="17" y="0"/>
                          </a:lnTo>
                          <a:lnTo>
                            <a:pt x="9" y="0"/>
                          </a:lnTo>
                          <a:lnTo>
                            <a:pt x="9" y="8"/>
                          </a:lnTo>
                          <a:lnTo>
                            <a:pt x="9" y="0"/>
                          </a:lnTo>
                          <a:lnTo>
                            <a:pt x="0" y="8"/>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6" name="Google Shape;1456;p65"/>
                    <p:cNvSpPr/>
                    <p:nvPr/>
                  </p:nvSpPr>
                  <p:spPr>
                    <a:xfrm>
                      <a:off x="5154" y="1194"/>
                      <a:ext cx="19" cy="1"/>
                    </a:xfrm>
                    <a:custGeom>
                      <a:rect b="b" l="l" r="r" t="t"/>
                      <a:pathLst>
                        <a:path extrusionOk="0" h="1" w="19">
                          <a:moveTo>
                            <a:pt x="0" y="0"/>
                          </a:moveTo>
                          <a:lnTo>
                            <a:pt x="9" y="0"/>
                          </a:lnTo>
                          <a:lnTo>
                            <a:pt x="18" y="0"/>
                          </a:lnTo>
                          <a:lnTo>
                            <a:pt x="9" y="0"/>
                          </a:lnTo>
                          <a:lnTo>
                            <a:pt x="0" y="0"/>
                          </a:lnTo>
                        </a:path>
                      </a:pathLst>
                    </a:custGeom>
                    <a:solidFill>
                      <a:srgbClr val="60402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457" name="Google Shape;1457;p65"/>
              <p:cNvGrpSpPr/>
              <p:nvPr/>
            </p:nvGrpSpPr>
            <p:grpSpPr>
              <a:xfrm>
                <a:off x="5129" y="1210"/>
                <a:ext cx="26" cy="32"/>
                <a:chOff x="5129" y="1210"/>
                <a:chExt cx="26" cy="32"/>
              </a:xfrm>
            </p:grpSpPr>
            <p:sp>
              <p:nvSpPr>
                <p:cNvPr id="1458" name="Google Shape;1458;p65"/>
                <p:cNvSpPr/>
                <p:nvPr/>
              </p:nvSpPr>
              <p:spPr>
                <a:xfrm>
                  <a:off x="5138" y="1210"/>
                  <a:ext cx="17" cy="17"/>
                </a:xfrm>
                <a:custGeom>
                  <a:rect b="b" l="l" r="r" t="t"/>
                  <a:pathLst>
                    <a:path extrusionOk="0" h="17" w="17">
                      <a:moveTo>
                        <a:pt x="0" y="0"/>
                      </a:moveTo>
                      <a:lnTo>
                        <a:pt x="8" y="0"/>
                      </a:lnTo>
                      <a:lnTo>
                        <a:pt x="16" y="0"/>
                      </a:lnTo>
                      <a:lnTo>
                        <a:pt x="16" y="8"/>
                      </a:lnTo>
                      <a:lnTo>
                        <a:pt x="16" y="16"/>
                      </a:lnTo>
                    </a:path>
                  </a:pathLst>
                </a:custGeom>
                <a:noFill/>
                <a:ln cap="rnd" cmpd="sng" w="12700">
                  <a:solidFill>
                    <a:srgbClr val="A04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59" name="Google Shape;1459;p65"/>
                <p:cNvSpPr/>
                <p:nvPr/>
              </p:nvSpPr>
              <p:spPr>
                <a:xfrm>
                  <a:off x="5129" y="1226"/>
                  <a:ext cx="10" cy="16"/>
                </a:xfrm>
                <a:custGeom>
                  <a:rect b="b" l="l" r="r" t="t"/>
                  <a:pathLst>
                    <a:path extrusionOk="0" h="16" w="10">
                      <a:moveTo>
                        <a:pt x="9" y="0"/>
                      </a:moveTo>
                      <a:lnTo>
                        <a:pt x="9" y="0"/>
                      </a:lnTo>
                      <a:lnTo>
                        <a:pt x="5" y="0"/>
                      </a:lnTo>
                      <a:lnTo>
                        <a:pt x="5" y="5"/>
                      </a:lnTo>
                      <a:lnTo>
                        <a:pt x="0" y="5"/>
                      </a:lnTo>
                      <a:lnTo>
                        <a:pt x="0" y="10"/>
                      </a:lnTo>
                      <a:lnTo>
                        <a:pt x="0" y="15"/>
                      </a:lnTo>
                      <a:lnTo>
                        <a:pt x="5" y="10"/>
                      </a:lnTo>
                      <a:lnTo>
                        <a:pt x="9" y="10"/>
                      </a:lnTo>
                      <a:lnTo>
                        <a:pt x="9" y="5"/>
                      </a:lnTo>
                      <a:lnTo>
                        <a:pt x="9" y="0"/>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460" name="Google Shape;1460;p65"/>
            <p:cNvGrpSpPr/>
            <p:nvPr/>
          </p:nvGrpSpPr>
          <p:grpSpPr>
            <a:xfrm>
              <a:off x="4916" y="1391"/>
              <a:ext cx="231" cy="435"/>
              <a:chOff x="4916" y="1391"/>
              <a:chExt cx="231" cy="435"/>
            </a:xfrm>
          </p:grpSpPr>
          <p:grpSp>
            <p:nvGrpSpPr>
              <p:cNvPr id="1461" name="Google Shape;1461;p65"/>
              <p:cNvGrpSpPr/>
              <p:nvPr/>
            </p:nvGrpSpPr>
            <p:grpSpPr>
              <a:xfrm>
                <a:off x="4984" y="1589"/>
                <a:ext cx="163" cy="237"/>
                <a:chOff x="4984" y="1589"/>
                <a:chExt cx="163" cy="237"/>
              </a:xfrm>
            </p:grpSpPr>
            <p:grpSp>
              <p:nvGrpSpPr>
                <p:cNvPr id="1462" name="Google Shape;1462;p65"/>
                <p:cNvGrpSpPr/>
                <p:nvPr/>
              </p:nvGrpSpPr>
              <p:grpSpPr>
                <a:xfrm>
                  <a:off x="4984" y="1762"/>
                  <a:ext cx="163" cy="64"/>
                  <a:chOff x="4984" y="1762"/>
                  <a:chExt cx="163" cy="64"/>
                </a:xfrm>
              </p:grpSpPr>
              <p:sp>
                <p:nvSpPr>
                  <p:cNvPr id="1463" name="Google Shape;1463;p65"/>
                  <p:cNvSpPr/>
                  <p:nvPr/>
                </p:nvSpPr>
                <p:spPr>
                  <a:xfrm>
                    <a:off x="4984" y="1802"/>
                    <a:ext cx="86" cy="17"/>
                  </a:xfrm>
                  <a:custGeom>
                    <a:rect b="b" l="l" r="r" t="t"/>
                    <a:pathLst>
                      <a:path extrusionOk="0" h="17" w="86">
                        <a:moveTo>
                          <a:pt x="77" y="0"/>
                        </a:moveTo>
                        <a:lnTo>
                          <a:pt x="51" y="0"/>
                        </a:lnTo>
                        <a:lnTo>
                          <a:pt x="34" y="8"/>
                        </a:lnTo>
                        <a:lnTo>
                          <a:pt x="26" y="8"/>
                        </a:lnTo>
                        <a:lnTo>
                          <a:pt x="17" y="8"/>
                        </a:lnTo>
                        <a:lnTo>
                          <a:pt x="9" y="16"/>
                        </a:lnTo>
                        <a:lnTo>
                          <a:pt x="0" y="16"/>
                        </a:lnTo>
                        <a:lnTo>
                          <a:pt x="43" y="16"/>
                        </a:lnTo>
                        <a:lnTo>
                          <a:pt x="68" y="16"/>
                        </a:lnTo>
                        <a:lnTo>
                          <a:pt x="77" y="16"/>
                        </a:lnTo>
                        <a:lnTo>
                          <a:pt x="85" y="16"/>
                        </a:lnTo>
                        <a:lnTo>
                          <a:pt x="85" y="8"/>
                        </a:lnTo>
                        <a:lnTo>
                          <a:pt x="85" y="0"/>
                        </a:lnTo>
                        <a:lnTo>
                          <a:pt x="77" y="0"/>
                        </a:lnTo>
                      </a:path>
                    </a:pathLst>
                  </a:custGeom>
                  <a:solidFill>
                    <a:srgbClr val="30303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64" name="Google Shape;1464;p65"/>
                  <p:cNvSpPr/>
                  <p:nvPr/>
                </p:nvSpPr>
                <p:spPr>
                  <a:xfrm>
                    <a:off x="5086" y="1762"/>
                    <a:ext cx="61" cy="64"/>
                  </a:xfrm>
                  <a:custGeom>
                    <a:rect b="b" l="l" r="r" t="t"/>
                    <a:pathLst>
                      <a:path extrusionOk="0" h="64" w="61">
                        <a:moveTo>
                          <a:pt x="26" y="24"/>
                        </a:moveTo>
                        <a:lnTo>
                          <a:pt x="17" y="24"/>
                        </a:lnTo>
                        <a:lnTo>
                          <a:pt x="17" y="32"/>
                        </a:lnTo>
                        <a:lnTo>
                          <a:pt x="0" y="47"/>
                        </a:lnTo>
                        <a:lnTo>
                          <a:pt x="0" y="55"/>
                        </a:lnTo>
                        <a:lnTo>
                          <a:pt x="0" y="63"/>
                        </a:lnTo>
                        <a:lnTo>
                          <a:pt x="34" y="39"/>
                        </a:lnTo>
                        <a:lnTo>
                          <a:pt x="51" y="24"/>
                        </a:lnTo>
                        <a:lnTo>
                          <a:pt x="60" y="16"/>
                        </a:lnTo>
                        <a:lnTo>
                          <a:pt x="60" y="8"/>
                        </a:lnTo>
                        <a:lnTo>
                          <a:pt x="60" y="0"/>
                        </a:lnTo>
                        <a:lnTo>
                          <a:pt x="51" y="0"/>
                        </a:lnTo>
                        <a:lnTo>
                          <a:pt x="26" y="24"/>
                        </a:lnTo>
                      </a:path>
                    </a:pathLst>
                  </a:custGeom>
                  <a:solidFill>
                    <a:srgbClr val="30303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465" name="Google Shape;1465;p65"/>
                <p:cNvGrpSpPr/>
                <p:nvPr/>
              </p:nvGrpSpPr>
              <p:grpSpPr>
                <a:xfrm>
                  <a:off x="5002" y="1589"/>
                  <a:ext cx="145" cy="221"/>
                  <a:chOff x="5002" y="1589"/>
                  <a:chExt cx="145" cy="221"/>
                </a:xfrm>
              </p:grpSpPr>
              <p:sp>
                <p:nvSpPr>
                  <p:cNvPr id="1466" name="Google Shape;1466;p65"/>
                  <p:cNvSpPr/>
                  <p:nvPr/>
                </p:nvSpPr>
                <p:spPr>
                  <a:xfrm>
                    <a:off x="5002" y="1589"/>
                    <a:ext cx="145" cy="221"/>
                  </a:xfrm>
                  <a:custGeom>
                    <a:rect b="b" l="l" r="r" t="t"/>
                    <a:pathLst>
                      <a:path extrusionOk="0" h="221" w="145">
                        <a:moveTo>
                          <a:pt x="8" y="0"/>
                        </a:moveTo>
                        <a:lnTo>
                          <a:pt x="42" y="8"/>
                        </a:lnTo>
                        <a:lnTo>
                          <a:pt x="51" y="16"/>
                        </a:lnTo>
                        <a:lnTo>
                          <a:pt x="68" y="24"/>
                        </a:lnTo>
                        <a:lnTo>
                          <a:pt x="76" y="31"/>
                        </a:lnTo>
                        <a:lnTo>
                          <a:pt x="93" y="31"/>
                        </a:lnTo>
                        <a:lnTo>
                          <a:pt x="102" y="39"/>
                        </a:lnTo>
                        <a:lnTo>
                          <a:pt x="110" y="47"/>
                        </a:lnTo>
                        <a:lnTo>
                          <a:pt x="119" y="55"/>
                        </a:lnTo>
                        <a:lnTo>
                          <a:pt x="119" y="63"/>
                        </a:lnTo>
                        <a:lnTo>
                          <a:pt x="119" y="71"/>
                        </a:lnTo>
                        <a:lnTo>
                          <a:pt x="110" y="79"/>
                        </a:lnTo>
                        <a:lnTo>
                          <a:pt x="119" y="94"/>
                        </a:lnTo>
                        <a:lnTo>
                          <a:pt x="119" y="118"/>
                        </a:lnTo>
                        <a:lnTo>
                          <a:pt x="119" y="134"/>
                        </a:lnTo>
                        <a:lnTo>
                          <a:pt x="127" y="149"/>
                        </a:lnTo>
                        <a:lnTo>
                          <a:pt x="136" y="165"/>
                        </a:lnTo>
                        <a:lnTo>
                          <a:pt x="144" y="173"/>
                        </a:lnTo>
                        <a:lnTo>
                          <a:pt x="127" y="181"/>
                        </a:lnTo>
                        <a:lnTo>
                          <a:pt x="119" y="189"/>
                        </a:lnTo>
                        <a:lnTo>
                          <a:pt x="102" y="204"/>
                        </a:lnTo>
                        <a:lnTo>
                          <a:pt x="102" y="196"/>
                        </a:lnTo>
                        <a:lnTo>
                          <a:pt x="93" y="181"/>
                        </a:lnTo>
                        <a:lnTo>
                          <a:pt x="85" y="173"/>
                        </a:lnTo>
                        <a:lnTo>
                          <a:pt x="85" y="157"/>
                        </a:lnTo>
                        <a:lnTo>
                          <a:pt x="76" y="149"/>
                        </a:lnTo>
                        <a:lnTo>
                          <a:pt x="68" y="134"/>
                        </a:lnTo>
                        <a:lnTo>
                          <a:pt x="68" y="126"/>
                        </a:lnTo>
                        <a:lnTo>
                          <a:pt x="68" y="118"/>
                        </a:lnTo>
                        <a:lnTo>
                          <a:pt x="68" y="110"/>
                        </a:lnTo>
                        <a:lnTo>
                          <a:pt x="68" y="94"/>
                        </a:lnTo>
                        <a:lnTo>
                          <a:pt x="59" y="63"/>
                        </a:lnTo>
                        <a:lnTo>
                          <a:pt x="59" y="79"/>
                        </a:lnTo>
                        <a:lnTo>
                          <a:pt x="59" y="110"/>
                        </a:lnTo>
                        <a:lnTo>
                          <a:pt x="59" y="126"/>
                        </a:lnTo>
                        <a:lnTo>
                          <a:pt x="68" y="141"/>
                        </a:lnTo>
                        <a:lnTo>
                          <a:pt x="68" y="157"/>
                        </a:lnTo>
                        <a:lnTo>
                          <a:pt x="68" y="173"/>
                        </a:lnTo>
                        <a:lnTo>
                          <a:pt x="68" y="189"/>
                        </a:lnTo>
                        <a:lnTo>
                          <a:pt x="68" y="204"/>
                        </a:lnTo>
                        <a:lnTo>
                          <a:pt x="68" y="212"/>
                        </a:lnTo>
                        <a:lnTo>
                          <a:pt x="59" y="212"/>
                        </a:lnTo>
                        <a:lnTo>
                          <a:pt x="42" y="212"/>
                        </a:lnTo>
                        <a:lnTo>
                          <a:pt x="34" y="212"/>
                        </a:lnTo>
                        <a:lnTo>
                          <a:pt x="25" y="220"/>
                        </a:lnTo>
                        <a:lnTo>
                          <a:pt x="17" y="212"/>
                        </a:lnTo>
                        <a:lnTo>
                          <a:pt x="17" y="204"/>
                        </a:lnTo>
                        <a:lnTo>
                          <a:pt x="17" y="181"/>
                        </a:lnTo>
                        <a:lnTo>
                          <a:pt x="25" y="165"/>
                        </a:lnTo>
                        <a:lnTo>
                          <a:pt x="25" y="149"/>
                        </a:lnTo>
                        <a:lnTo>
                          <a:pt x="17" y="141"/>
                        </a:lnTo>
                        <a:lnTo>
                          <a:pt x="17" y="134"/>
                        </a:lnTo>
                        <a:lnTo>
                          <a:pt x="17" y="118"/>
                        </a:lnTo>
                        <a:lnTo>
                          <a:pt x="8" y="102"/>
                        </a:lnTo>
                        <a:lnTo>
                          <a:pt x="0" y="86"/>
                        </a:lnTo>
                        <a:lnTo>
                          <a:pt x="0" y="79"/>
                        </a:lnTo>
                        <a:lnTo>
                          <a:pt x="0" y="71"/>
                        </a:lnTo>
                        <a:lnTo>
                          <a:pt x="0" y="63"/>
                        </a:lnTo>
                        <a:lnTo>
                          <a:pt x="0" y="55"/>
                        </a:lnTo>
                        <a:lnTo>
                          <a:pt x="0" y="39"/>
                        </a:lnTo>
                        <a:lnTo>
                          <a:pt x="0" y="31"/>
                        </a:lnTo>
                        <a:lnTo>
                          <a:pt x="0" y="16"/>
                        </a:lnTo>
                        <a:lnTo>
                          <a:pt x="8" y="0"/>
                        </a:lnTo>
                      </a:path>
                    </a:pathLst>
                  </a:custGeom>
                  <a:solidFill>
                    <a:srgbClr val="0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67" name="Google Shape;1467;p65"/>
                  <p:cNvGrpSpPr/>
                  <p:nvPr/>
                </p:nvGrpSpPr>
                <p:grpSpPr>
                  <a:xfrm>
                    <a:off x="5002" y="1596"/>
                    <a:ext cx="120" cy="151"/>
                    <a:chOff x="5002" y="1596"/>
                    <a:chExt cx="120" cy="151"/>
                  </a:xfrm>
                </p:grpSpPr>
                <p:sp>
                  <p:nvSpPr>
                    <p:cNvPr id="1468" name="Google Shape;1468;p65"/>
                    <p:cNvSpPr/>
                    <p:nvPr/>
                  </p:nvSpPr>
                  <p:spPr>
                    <a:xfrm>
                      <a:off x="5002" y="1596"/>
                      <a:ext cx="111" cy="41"/>
                    </a:xfrm>
                    <a:custGeom>
                      <a:rect b="b" l="l" r="r" t="t"/>
                      <a:pathLst>
                        <a:path extrusionOk="0" h="41" w="111">
                          <a:moveTo>
                            <a:pt x="8" y="0"/>
                          </a:moveTo>
                          <a:lnTo>
                            <a:pt x="59" y="8"/>
                          </a:lnTo>
                          <a:lnTo>
                            <a:pt x="110" y="40"/>
                          </a:lnTo>
                          <a:lnTo>
                            <a:pt x="102" y="40"/>
                          </a:lnTo>
                          <a:lnTo>
                            <a:pt x="102" y="32"/>
                          </a:lnTo>
                          <a:lnTo>
                            <a:pt x="93" y="32"/>
                          </a:lnTo>
                          <a:lnTo>
                            <a:pt x="85" y="32"/>
                          </a:lnTo>
                          <a:lnTo>
                            <a:pt x="76" y="32"/>
                          </a:lnTo>
                          <a:lnTo>
                            <a:pt x="68" y="32"/>
                          </a:lnTo>
                          <a:lnTo>
                            <a:pt x="59" y="24"/>
                          </a:lnTo>
                          <a:lnTo>
                            <a:pt x="51" y="16"/>
                          </a:lnTo>
                          <a:lnTo>
                            <a:pt x="42" y="16"/>
                          </a:lnTo>
                          <a:lnTo>
                            <a:pt x="34" y="16"/>
                          </a:lnTo>
                          <a:lnTo>
                            <a:pt x="25" y="16"/>
                          </a:lnTo>
                          <a:lnTo>
                            <a:pt x="17" y="16"/>
                          </a:lnTo>
                          <a:lnTo>
                            <a:pt x="8" y="16"/>
                          </a:lnTo>
                          <a:lnTo>
                            <a:pt x="0" y="16"/>
                          </a:lnTo>
                          <a:lnTo>
                            <a:pt x="0" y="8"/>
                          </a:lnTo>
                          <a:lnTo>
                            <a:pt x="8" y="8"/>
                          </a:lnTo>
                          <a:lnTo>
                            <a:pt x="8" y="0"/>
                          </a:lnTo>
                        </a:path>
                      </a:pathLst>
                    </a:custGeom>
                    <a:solidFill>
                      <a:srgbClr val="00606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69" name="Google Shape;1469;p65"/>
                    <p:cNvSpPr/>
                    <p:nvPr/>
                  </p:nvSpPr>
                  <p:spPr>
                    <a:xfrm>
                      <a:off x="5028" y="1731"/>
                      <a:ext cx="7" cy="9"/>
                    </a:xfrm>
                    <a:custGeom>
                      <a:rect b="b" l="l" r="r" t="t"/>
                      <a:pathLst>
                        <a:path extrusionOk="0" h="9" w="7">
                          <a:moveTo>
                            <a:pt x="0" y="8"/>
                          </a:moveTo>
                          <a:lnTo>
                            <a:pt x="0" y="8"/>
                          </a:lnTo>
                          <a:lnTo>
                            <a:pt x="6" y="8"/>
                          </a:lnTo>
                          <a:lnTo>
                            <a:pt x="6" y="0"/>
                          </a:lnTo>
                          <a:lnTo>
                            <a:pt x="0" y="8"/>
                          </a:lnTo>
                        </a:path>
                      </a:pathLst>
                    </a:custGeom>
                    <a:solidFill>
                      <a:srgbClr val="00606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70" name="Google Shape;1470;p65"/>
                    <p:cNvGrpSpPr/>
                    <p:nvPr/>
                  </p:nvGrpSpPr>
                  <p:grpSpPr>
                    <a:xfrm>
                      <a:off x="5112" y="1707"/>
                      <a:ext cx="10" cy="25"/>
                      <a:chOff x="5112" y="1707"/>
                      <a:chExt cx="10" cy="25"/>
                    </a:xfrm>
                  </p:grpSpPr>
                  <p:sp>
                    <p:nvSpPr>
                      <p:cNvPr id="1471" name="Google Shape;1471;p65"/>
                      <p:cNvSpPr/>
                      <p:nvPr/>
                    </p:nvSpPr>
                    <p:spPr>
                      <a:xfrm>
                        <a:off x="5112" y="1707"/>
                        <a:ext cx="10" cy="17"/>
                      </a:xfrm>
                      <a:custGeom>
                        <a:rect b="b" l="l" r="r" t="t"/>
                        <a:pathLst>
                          <a:path extrusionOk="0" h="17" w="10">
                            <a:moveTo>
                              <a:pt x="9" y="0"/>
                            </a:moveTo>
                            <a:lnTo>
                              <a:pt x="0" y="8"/>
                            </a:lnTo>
                            <a:lnTo>
                              <a:pt x="0" y="16"/>
                            </a:lnTo>
                            <a:lnTo>
                              <a:pt x="0" y="8"/>
                            </a:lnTo>
                            <a:lnTo>
                              <a:pt x="9" y="0"/>
                            </a:lnTo>
                          </a:path>
                        </a:pathLst>
                      </a:custGeom>
                      <a:solidFill>
                        <a:srgbClr val="00606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72" name="Google Shape;1472;p65"/>
                      <p:cNvSpPr/>
                      <p:nvPr/>
                    </p:nvSpPr>
                    <p:spPr>
                      <a:xfrm>
                        <a:off x="5112" y="1707"/>
                        <a:ext cx="10" cy="25"/>
                      </a:xfrm>
                      <a:custGeom>
                        <a:rect b="b" l="l" r="r" t="t"/>
                        <a:pathLst>
                          <a:path extrusionOk="0" h="25" w="10">
                            <a:moveTo>
                              <a:pt x="9" y="0"/>
                            </a:moveTo>
                            <a:lnTo>
                              <a:pt x="9" y="8"/>
                            </a:lnTo>
                            <a:lnTo>
                              <a:pt x="9" y="16"/>
                            </a:lnTo>
                            <a:lnTo>
                              <a:pt x="0" y="16"/>
                            </a:lnTo>
                            <a:lnTo>
                              <a:pt x="0" y="24"/>
                            </a:lnTo>
                            <a:lnTo>
                              <a:pt x="9" y="16"/>
                            </a:lnTo>
                            <a:lnTo>
                              <a:pt x="9" y="0"/>
                            </a:lnTo>
                          </a:path>
                        </a:pathLst>
                      </a:custGeom>
                      <a:solidFill>
                        <a:srgbClr val="00606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473" name="Google Shape;1473;p65"/>
                    <p:cNvSpPr/>
                    <p:nvPr/>
                  </p:nvSpPr>
                  <p:spPr>
                    <a:xfrm>
                      <a:off x="5028" y="1739"/>
                      <a:ext cx="7" cy="8"/>
                    </a:xfrm>
                    <a:custGeom>
                      <a:rect b="b" l="l" r="r" t="t"/>
                      <a:pathLst>
                        <a:path extrusionOk="0" h="8" w="7">
                          <a:moveTo>
                            <a:pt x="0" y="0"/>
                          </a:moveTo>
                          <a:lnTo>
                            <a:pt x="0" y="0"/>
                          </a:lnTo>
                          <a:lnTo>
                            <a:pt x="6" y="0"/>
                          </a:lnTo>
                          <a:lnTo>
                            <a:pt x="6" y="7"/>
                          </a:lnTo>
                          <a:lnTo>
                            <a:pt x="6" y="0"/>
                          </a:lnTo>
                          <a:lnTo>
                            <a:pt x="0" y="0"/>
                          </a:lnTo>
                        </a:path>
                      </a:pathLst>
                    </a:custGeom>
                    <a:solidFill>
                      <a:srgbClr val="00606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474" name="Google Shape;1474;p65"/>
              <p:cNvGrpSpPr/>
              <p:nvPr/>
            </p:nvGrpSpPr>
            <p:grpSpPr>
              <a:xfrm>
                <a:off x="4916" y="1391"/>
                <a:ext cx="231" cy="246"/>
                <a:chOff x="4916" y="1391"/>
                <a:chExt cx="231" cy="246"/>
              </a:xfrm>
            </p:grpSpPr>
            <p:grpSp>
              <p:nvGrpSpPr>
                <p:cNvPr id="1475" name="Google Shape;1475;p65"/>
                <p:cNvGrpSpPr/>
                <p:nvPr/>
              </p:nvGrpSpPr>
              <p:grpSpPr>
                <a:xfrm>
                  <a:off x="4916" y="1391"/>
                  <a:ext cx="69" cy="89"/>
                  <a:chOff x="4916" y="1391"/>
                  <a:chExt cx="69" cy="89"/>
                </a:xfrm>
              </p:grpSpPr>
              <p:sp>
                <p:nvSpPr>
                  <p:cNvPr id="1476" name="Google Shape;1476;p65"/>
                  <p:cNvSpPr/>
                  <p:nvPr/>
                </p:nvSpPr>
                <p:spPr>
                  <a:xfrm>
                    <a:off x="4916" y="1391"/>
                    <a:ext cx="69" cy="89"/>
                  </a:xfrm>
                  <a:custGeom>
                    <a:rect b="b" l="l" r="r" t="t"/>
                    <a:pathLst>
                      <a:path extrusionOk="0" h="89" w="69">
                        <a:moveTo>
                          <a:pt x="9" y="8"/>
                        </a:moveTo>
                        <a:lnTo>
                          <a:pt x="17" y="16"/>
                        </a:lnTo>
                        <a:lnTo>
                          <a:pt x="26" y="16"/>
                        </a:lnTo>
                        <a:lnTo>
                          <a:pt x="43" y="24"/>
                        </a:lnTo>
                        <a:lnTo>
                          <a:pt x="51" y="24"/>
                        </a:lnTo>
                        <a:lnTo>
                          <a:pt x="51" y="32"/>
                        </a:lnTo>
                        <a:lnTo>
                          <a:pt x="60" y="32"/>
                        </a:lnTo>
                        <a:lnTo>
                          <a:pt x="60" y="40"/>
                        </a:lnTo>
                        <a:lnTo>
                          <a:pt x="68" y="40"/>
                        </a:lnTo>
                        <a:lnTo>
                          <a:pt x="68" y="48"/>
                        </a:lnTo>
                        <a:lnTo>
                          <a:pt x="60" y="56"/>
                        </a:lnTo>
                        <a:lnTo>
                          <a:pt x="60" y="72"/>
                        </a:lnTo>
                        <a:lnTo>
                          <a:pt x="60" y="80"/>
                        </a:lnTo>
                        <a:lnTo>
                          <a:pt x="51" y="80"/>
                        </a:lnTo>
                        <a:lnTo>
                          <a:pt x="43" y="88"/>
                        </a:lnTo>
                        <a:lnTo>
                          <a:pt x="26" y="80"/>
                        </a:lnTo>
                        <a:lnTo>
                          <a:pt x="17" y="80"/>
                        </a:lnTo>
                        <a:lnTo>
                          <a:pt x="17" y="72"/>
                        </a:lnTo>
                        <a:lnTo>
                          <a:pt x="9" y="72"/>
                        </a:lnTo>
                        <a:lnTo>
                          <a:pt x="9" y="64"/>
                        </a:lnTo>
                        <a:lnTo>
                          <a:pt x="17" y="56"/>
                        </a:lnTo>
                        <a:lnTo>
                          <a:pt x="17" y="48"/>
                        </a:lnTo>
                        <a:lnTo>
                          <a:pt x="26" y="40"/>
                        </a:lnTo>
                        <a:lnTo>
                          <a:pt x="34" y="40"/>
                        </a:lnTo>
                        <a:lnTo>
                          <a:pt x="26" y="40"/>
                        </a:lnTo>
                        <a:lnTo>
                          <a:pt x="17" y="32"/>
                        </a:lnTo>
                        <a:lnTo>
                          <a:pt x="17" y="24"/>
                        </a:lnTo>
                        <a:lnTo>
                          <a:pt x="9" y="24"/>
                        </a:lnTo>
                        <a:lnTo>
                          <a:pt x="0" y="16"/>
                        </a:lnTo>
                        <a:lnTo>
                          <a:pt x="0" y="8"/>
                        </a:lnTo>
                        <a:lnTo>
                          <a:pt x="9" y="0"/>
                        </a:lnTo>
                        <a:lnTo>
                          <a:pt x="9" y="8"/>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77" name="Google Shape;1477;p65"/>
                  <p:cNvGrpSpPr/>
                  <p:nvPr/>
                </p:nvGrpSpPr>
                <p:grpSpPr>
                  <a:xfrm>
                    <a:off x="4924" y="1415"/>
                    <a:ext cx="53" cy="41"/>
                    <a:chOff x="4924" y="1415"/>
                    <a:chExt cx="53" cy="41"/>
                  </a:xfrm>
                </p:grpSpPr>
                <p:sp>
                  <p:nvSpPr>
                    <p:cNvPr id="1478" name="Google Shape;1478;p65"/>
                    <p:cNvSpPr/>
                    <p:nvPr/>
                  </p:nvSpPr>
                  <p:spPr>
                    <a:xfrm>
                      <a:off x="4924" y="1446"/>
                      <a:ext cx="9" cy="10"/>
                    </a:xfrm>
                    <a:custGeom>
                      <a:rect b="b" l="l" r="r" t="t"/>
                      <a:pathLst>
                        <a:path extrusionOk="0" h="10" w="9">
                          <a:moveTo>
                            <a:pt x="0" y="0"/>
                          </a:moveTo>
                          <a:lnTo>
                            <a:pt x="8" y="0"/>
                          </a:lnTo>
                          <a:lnTo>
                            <a:pt x="8" y="9"/>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79" name="Google Shape;1479;p65"/>
                    <p:cNvSpPr/>
                    <p:nvPr/>
                  </p:nvSpPr>
                  <p:spPr>
                    <a:xfrm>
                      <a:off x="4932" y="1439"/>
                      <a:ext cx="10" cy="8"/>
                    </a:xfrm>
                    <a:custGeom>
                      <a:rect b="b" l="l" r="r" t="t"/>
                      <a:pathLst>
                        <a:path extrusionOk="0" h="8" w="10">
                          <a:moveTo>
                            <a:pt x="0" y="0"/>
                          </a:moveTo>
                          <a:lnTo>
                            <a:pt x="9" y="0"/>
                          </a:lnTo>
                          <a:lnTo>
                            <a:pt x="9" y="7"/>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80" name="Google Shape;1480;p65"/>
                    <p:cNvSpPr/>
                    <p:nvPr/>
                  </p:nvSpPr>
                  <p:spPr>
                    <a:xfrm>
                      <a:off x="4941" y="1430"/>
                      <a:ext cx="10" cy="10"/>
                    </a:xfrm>
                    <a:custGeom>
                      <a:rect b="b" l="l" r="r" t="t"/>
                      <a:pathLst>
                        <a:path extrusionOk="0" h="10" w="10">
                          <a:moveTo>
                            <a:pt x="0" y="0"/>
                          </a:moveTo>
                          <a:lnTo>
                            <a:pt x="0" y="0"/>
                          </a:lnTo>
                          <a:lnTo>
                            <a:pt x="9" y="0"/>
                          </a:lnTo>
                          <a:lnTo>
                            <a:pt x="9" y="9"/>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81" name="Google Shape;1481;p65"/>
                    <p:cNvSpPr/>
                    <p:nvPr/>
                  </p:nvSpPr>
                  <p:spPr>
                    <a:xfrm>
                      <a:off x="4958" y="1415"/>
                      <a:ext cx="19" cy="16"/>
                    </a:xfrm>
                    <a:custGeom>
                      <a:rect b="b" l="l" r="r" t="t"/>
                      <a:pathLst>
                        <a:path extrusionOk="0" h="16" w="19">
                          <a:moveTo>
                            <a:pt x="0" y="0"/>
                          </a:moveTo>
                          <a:lnTo>
                            <a:pt x="0" y="0"/>
                          </a:lnTo>
                          <a:lnTo>
                            <a:pt x="9" y="8"/>
                          </a:lnTo>
                          <a:lnTo>
                            <a:pt x="9" y="15"/>
                          </a:lnTo>
                          <a:lnTo>
                            <a:pt x="18" y="1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482" name="Google Shape;1482;p65"/>
                <p:cNvGrpSpPr/>
                <p:nvPr/>
              </p:nvGrpSpPr>
              <p:grpSpPr>
                <a:xfrm>
                  <a:off x="4958" y="1439"/>
                  <a:ext cx="189" cy="198"/>
                  <a:chOff x="4958" y="1439"/>
                  <a:chExt cx="189" cy="198"/>
                </a:xfrm>
              </p:grpSpPr>
              <p:grpSp>
                <p:nvGrpSpPr>
                  <p:cNvPr id="1483" name="Google Shape;1483;p65"/>
                  <p:cNvGrpSpPr/>
                  <p:nvPr/>
                </p:nvGrpSpPr>
                <p:grpSpPr>
                  <a:xfrm>
                    <a:off x="4958" y="1439"/>
                    <a:ext cx="189" cy="56"/>
                    <a:chOff x="4958" y="1439"/>
                    <a:chExt cx="189" cy="56"/>
                  </a:xfrm>
                </p:grpSpPr>
                <p:grpSp>
                  <p:nvGrpSpPr>
                    <p:cNvPr id="1484" name="Google Shape;1484;p65"/>
                    <p:cNvGrpSpPr/>
                    <p:nvPr/>
                  </p:nvGrpSpPr>
                  <p:grpSpPr>
                    <a:xfrm>
                      <a:off x="5060" y="1455"/>
                      <a:ext cx="87" cy="40"/>
                      <a:chOff x="5060" y="1455"/>
                      <a:chExt cx="87" cy="40"/>
                    </a:xfrm>
                  </p:grpSpPr>
                  <p:sp>
                    <p:nvSpPr>
                      <p:cNvPr id="1485" name="Google Shape;1485;p65"/>
                      <p:cNvSpPr/>
                      <p:nvPr/>
                    </p:nvSpPr>
                    <p:spPr>
                      <a:xfrm>
                        <a:off x="5069" y="1455"/>
                        <a:ext cx="78" cy="40"/>
                      </a:xfrm>
                      <a:custGeom>
                        <a:rect b="b" l="l" r="r" t="t"/>
                        <a:pathLst>
                          <a:path extrusionOk="0" h="40" w="78">
                            <a:moveTo>
                              <a:pt x="0" y="39"/>
                            </a:moveTo>
                            <a:lnTo>
                              <a:pt x="9" y="16"/>
                            </a:lnTo>
                            <a:lnTo>
                              <a:pt x="26" y="8"/>
                            </a:lnTo>
                            <a:lnTo>
                              <a:pt x="51" y="8"/>
                            </a:lnTo>
                            <a:lnTo>
                              <a:pt x="77" y="0"/>
                            </a:lnTo>
                            <a:lnTo>
                              <a:pt x="60" y="39"/>
                            </a:lnTo>
                            <a:lnTo>
                              <a:pt x="34" y="31"/>
                            </a:lnTo>
                            <a:lnTo>
                              <a:pt x="0" y="39"/>
                            </a:lnTo>
                          </a:path>
                        </a:pathLst>
                      </a:custGeom>
                      <a:solidFill>
                        <a:srgbClr val="E0FF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86" name="Google Shape;1486;p65"/>
                      <p:cNvSpPr/>
                      <p:nvPr/>
                    </p:nvSpPr>
                    <p:spPr>
                      <a:xfrm>
                        <a:off x="5060" y="1470"/>
                        <a:ext cx="18" cy="17"/>
                      </a:xfrm>
                      <a:custGeom>
                        <a:rect b="b" l="l" r="r" t="t"/>
                        <a:pathLst>
                          <a:path extrusionOk="0" h="17" w="18">
                            <a:moveTo>
                              <a:pt x="0" y="16"/>
                            </a:moveTo>
                            <a:lnTo>
                              <a:pt x="9" y="8"/>
                            </a:lnTo>
                            <a:lnTo>
                              <a:pt x="17" y="0"/>
                            </a:lnTo>
                            <a:lnTo>
                              <a:pt x="17" y="16"/>
                            </a:lnTo>
                            <a:lnTo>
                              <a:pt x="0" y="16"/>
                            </a:lnTo>
                          </a:path>
                        </a:pathLst>
                      </a:custGeom>
                      <a:solidFill>
                        <a:srgbClr val="000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87" name="Google Shape;1487;p65"/>
                      <p:cNvSpPr/>
                      <p:nvPr/>
                    </p:nvSpPr>
                    <p:spPr>
                      <a:xfrm>
                        <a:off x="5077" y="1486"/>
                        <a:ext cx="10" cy="1"/>
                      </a:xfrm>
                      <a:custGeom>
                        <a:rect b="b" l="l" r="r" t="t"/>
                        <a:pathLst>
                          <a:path extrusionOk="0" h="1" w="10">
                            <a:moveTo>
                              <a:pt x="0" y="0"/>
                            </a:moveTo>
                            <a:lnTo>
                              <a:pt x="9" y="0"/>
                            </a:lnTo>
                            <a:lnTo>
                              <a:pt x="0" y="0"/>
                            </a:lnTo>
                          </a:path>
                        </a:pathLst>
                      </a:custGeom>
                      <a:solidFill>
                        <a:srgbClr val="C0FF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488" name="Google Shape;1488;p65"/>
                    <p:cNvGrpSpPr/>
                    <p:nvPr/>
                  </p:nvGrpSpPr>
                  <p:grpSpPr>
                    <a:xfrm>
                      <a:off x="4958" y="1439"/>
                      <a:ext cx="53" cy="56"/>
                      <a:chOff x="4958" y="1439"/>
                      <a:chExt cx="53" cy="56"/>
                    </a:xfrm>
                  </p:grpSpPr>
                  <p:sp>
                    <p:nvSpPr>
                      <p:cNvPr id="1489" name="Google Shape;1489;p65"/>
                      <p:cNvSpPr/>
                      <p:nvPr/>
                    </p:nvSpPr>
                    <p:spPr>
                      <a:xfrm>
                        <a:off x="4958" y="1439"/>
                        <a:ext cx="53" cy="56"/>
                      </a:xfrm>
                      <a:custGeom>
                        <a:rect b="b" l="l" r="r" t="t"/>
                        <a:pathLst>
                          <a:path extrusionOk="0" h="56" w="53">
                            <a:moveTo>
                              <a:pt x="0" y="39"/>
                            </a:moveTo>
                            <a:lnTo>
                              <a:pt x="9" y="31"/>
                            </a:lnTo>
                            <a:lnTo>
                              <a:pt x="17" y="24"/>
                            </a:lnTo>
                            <a:lnTo>
                              <a:pt x="26" y="8"/>
                            </a:lnTo>
                            <a:lnTo>
                              <a:pt x="26" y="0"/>
                            </a:lnTo>
                            <a:lnTo>
                              <a:pt x="35" y="8"/>
                            </a:lnTo>
                            <a:lnTo>
                              <a:pt x="43" y="8"/>
                            </a:lnTo>
                            <a:lnTo>
                              <a:pt x="52" y="16"/>
                            </a:lnTo>
                            <a:lnTo>
                              <a:pt x="35" y="24"/>
                            </a:lnTo>
                            <a:lnTo>
                              <a:pt x="35" y="31"/>
                            </a:lnTo>
                            <a:lnTo>
                              <a:pt x="35" y="39"/>
                            </a:lnTo>
                            <a:lnTo>
                              <a:pt x="26" y="47"/>
                            </a:lnTo>
                            <a:lnTo>
                              <a:pt x="26" y="55"/>
                            </a:lnTo>
                            <a:lnTo>
                              <a:pt x="17" y="47"/>
                            </a:lnTo>
                            <a:lnTo>
                              <a:pt x="0" y="39"/>
                            </a:lnTo>
                          </a:path>
                        </a:pathLst>
                      </a:custGeom>
                      <a:solidFill>
                        <a:srgbClr val="E0FF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90" name="Google Shape;1490;p65"/>
                      <p:cNvSpPr/>
                      <p:nvPr/>
                    </p:nvSpPr>
                    <p:spPr>
                      <a:xfrm>
                        <a:off x="4993" y="1446"/>
                        <a:ext cx="1" cy="10"/>
                      </a:xfrm>
                      <a:custGeom>
                        <a:rect b="b" l="l" r="r" t="t"/>
                        <a:pathLst>
                          <a:path extrusionOk="0" h="10" w="1">
                            <a:moveTo>
                              <a:pt x="0" y="0"/>
                            </a:moveTo>
                            <a:lnTo>
                              <a:pt x="0" y="9"/>
                            </a:lnTo>
                            <a:lnTo>
                              <a:pt x="0" y="0"/>
                            </a:lnTo>
                          </a:path>
                        </a:pathLst>
                      </a:custGeom>
                      <a:solidFill>
                        <a:srgbClr val="C0C0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491" name="Google Shape;1491;p65"/>
                  <p:cNvGrpSpPr/>
                  <p:nvPr/>
                </p:nvGrpSpPr>
                <p:grpSpPr>
                  <a:xfrm>
                    <a:off x="4976" y="1446"/>
                    <a:ext cx="171" cy="191"/>
                    <a:chOff x="4976" y="1446"/>
                    <a:chExt cx="171" cy="191"/>
                  </a:xfrm>
                </p:grpSpPr>
                <p:sp>
                  <p:nvSpPr>
                    <p:cNvPr id="1492" name="Google Shape;1492;p65"/>
                    <p:cNvSpPr/>
                    <p:nvPr/>
                  </p:nvSpPr>
                  <p:spPr>
                    <a:xfrm>
                      <a:off x="4976" y="1446"/>
                      <a:ext cx="171" cy="191"/>
                    </a:xfrm>
                    <a:custGeom>
                      <a:rect b="b" l="l" r="r" t="t"/>
                      <a:pathLst>
                        <a:path extrusionOk="0" h="191" w="171">
                          <a:moveTo>
                            <a:pt x="17" y="48"/>
                          </a:moveTo>
                          <a:lnTo>
                            <a:pt x="0" y="48"/>
                          </a:lnTo>
                          <a:lnTo>
                            <a:pt x="9" y="40"/>
                          </a:lnTo>
                          <a:lnTo>
                            <a:pt x="17" y="32"/>
                          </a:lnTo>
                          <a:lnTo>
                            <a:pt x="26" y="16"/>
                          </a:lnTo>
                          <a:lnTo>
                            <a:pt x="34" y="0"/>
                          </a:lnTo>
                          <a:lnTo>
                            <a:pt x="43" y="8"/>
                          </a:lnTo>
                          <a:lnTo>
                            <a:pt x="60" y="24"/>
                          </a:lnTo>
                          <a:lnTo>
                            <a:pt x="68" y="32"/>
                          </a:lnTo>
                          <a:lnTo>
                            <a:pt x="85" y="32"/>
                          </a:lnTo>
                          <a:lnTo>
                            <a:pt x="94" y="40"/>
                          </a:lnTo>
                          <a:lnTo>
                            <a:pt x="111" y="48"/>
                          </a:lnTo>
                          <a:lnTo>
                            <a:pt x="119" y="40"/>
                          </a:lnTo>
                          <a:lnTo>
                            <a:pt x="136" y="40"/>
                          </a:lnTo>
                          <a:lnTo>
                            <a:pt x="145" y="40"/>
                          </a:lnTo>
                          <a:lnTo>
                            <a:pt x="153" y="40"/>
                          </a:lnTo>
                          <a:lnTo>
                            <a:pt x="162" y="48"/>
                          </a:lnTo>
                          <a:lnTo>
                            <a:pt x="170" y="48"/>
                          </a:lnTo>
                          <a:lnTo>
                            <a:pt x="170" y="55"/>
                          </a:lnTo>
                          <a:lnTo>
                            <a:pt x="170" y="63"/>
                          </a:lnTo>
                          <a:lnTo>
                            <a:pt x="162" y="71"/>
                          </a:lnTo>
                          <a:lnTo>
                            <a:pt x="162" y="79"/>
                          </a:lnTo>
                          <a:lnTo>
                            <a:pt x="153" y="87"/>
                          </a:lnTo>
                          <a:lnTo>
                            <a:pt x="153" y="95"/>
                          </a:lnTo>
                          <a:lnTo>
                            <a:pt x="153" y="111"/>
                          </a:lnTo>
                          <a:lnTo>
                            <a:pt x="153" y="127"/>
                          </a:lnTo>
                          <a:lnTo>
                            <a:pt x="153" y="143"/>
                          </a:lnTo>
                          <a:lnTo>
                            <a:pt x="145" y="150"/>
                          </a:lnTo>
                          <a:lnTo>
                            <a:pt x="145" y="158"/>
                          </a:lnTo>
                          <a:lnTo>
                            <a:pt x="145" y="174"/>
                          </a:lnTo>
                          <a:lnTo>
                            <a:pt x="136" y="190"/>
                          </a:lnTo>
                          <a:lnTo>
                            <a:pt x="128" y="182"/>
                          </a:lnTo>
                          <a:lnTo>
                            <a:pt x="119" y="182"/>
                          </a:lnTo>
                          <a:lnTo>
                            <a:pt x="111" y="182"/>
                          </a:lnTo>
                          <a:lnTo>
                            <a:pt x="102" y="174"/>
                          </a:lnTo>
                          <a:lnTo>
                            <a:pt x="85" y="166"/>
                          </a:lnTo>
                          <a:lnTo>
                            <a:pt x="68" y="158"/>
                          </a:lnTo>
                          <a:lnTo>
                            <a:pt x="51" y="158"/>
                          </a:lnTo>
                          <a:lnTo>
                            <a:pt x="43" y="158"/>
                          </a:lnTo>
                          <a:lnTo>
                            <a:pt x="26" y="150"/>
                          </a:lnTo>
                          <a:lnTo>
                            <a:pt x="17" y="143"/>
                          </a:lnTo>
                          <a:lnTo>
                            <a:pt x="0" y="143"/>
                          </a:lnTo>
                          <a:lnTo>
                            <a:pt x="9" y="127"/>
                          </a:lnTo>
                          <a:lnTo>
                            <a:pt x="26" y="119"/>
                          </a:lnTo>
                          <a:lnTo>
                            <a:pt x="34" y="103"/>
                          </a:lnTo>
                          <a:lnTo>
                            <a:pt x="43" y="95"/>
                          </a:lnTo>
                          <a:lnTo>
                            <a:pt x="43" y="87"/>
                          </a:lnTo>
                          <a:lnTo>
                            <a:pt x="51" y="79"/>
                          </a:lnTo>
                          <a:lnTo>
                            <a:pt x="43" y="71"/>
                          </a:lnTo>
                          <a:lnTo>
                            <a:pt x="34" y="71"/>
                          </a:lnTo>
                          <a:lnTo>
                            <a:pt x="26" y="63"/>
                          </a:lnTo>
                          <a:lnTo>
                            <a:pt x="17" y="48"/>
                          </a:lnTo>
                        </a:path>
                      </a:pathLst>
                    </a:custGeom>
                    <a:solidFill>
                      <a:srgbClr val="80FF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493" name="Google Shape;1493;p65"/>
                    <p:cNvGrpSpPr/>
                    <p:nvPr/>
                  </p:nvGrpSpPr>
                  <p:grpSpPr>
                    <a:xfrm>
                      <a:off x="4984" y="1446"/>
                      <a:ext cx="146" cy="112"/>
                      <a:chOff x="4984" y="1446"/>
                      <a:chExt cx="146" cy="112"/>
                    </a:xfrm>
                  </p:grpSpPr>
                  <p:sp>
                    <p:nvSpPr>
                      <p:cNvPr id="1494" name="Google Shape;1494;p65"/>
                      <p:cNvSpPr/>
                      <p:nvPr/>
                    </p:nvSpPr>
                    <p:spPr>
                      <a:xfrm>
                        <a:off x="5028" y="1526"/>
                        <a:ext cx="16" cy="32"/>
                      </a:xfrm>
                      <a:custGeom>
                        <a:rect b="b" l="l" r="r" t="t"/>
                        <a:pathLst>
                          <a:path extrusionOk="0" h="32" w="16">
                            <a:moveTo>
                              <a:pt x="0" y="0"/>
                            </a:moveTo>
                            <a:lnTo>
                              <a:pt x="0" y="8"/>
                            </a:lnTo>
                            <a:lnTo>
                              <a:pt x="8" y="8"/>
                            </a:lnTo>
                            <a:lnTo>
                              <a:pt x="8" y="16"/>
                            </a:lnTo>
                            <a:lnTo>
                              <a:pt x="15" y="23"/>
                            </a:lnTo>
                            <a:lnTo>
                              <a:pt x="15" y="31"/>
                            </a:lnTo>
                            <a:lnTo>
                              <a:pt x="15" y="23"/>
                            </a:lnTo>
                            <a:lnTo>
                              <a:pt x="15" y="8"/>
                            </a:lnTo>
                            <a:lnTo>
                              <a:pt x="8" y="8"/>
                            </a:lnTo>
                            <a:lnTo>
                              <a:pt x="0" y="8"/>
                            </a:lnTo>
                            <a:lnTo>
                              <a:pt x="0" y="0"/>
                            </a:lnTo>
                          </a:path>
                        </a:pathLst>
                      </a:custGeom>
                      <a:solidFill>
                        <a:srgbClr val="00C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95" name="Google Shape;1495;p65"/>
                      <p:cNvSpPr/>
                      <p:nvPr/>
                    </p:nvSpPr>
                    <p:spPr>
                      <a:xfrm>
                        <a:off x="5077" y="1486"/>
                        <a:ext cx="19" cy="17"/>
                      </a:xfrm>
                      <a:custGeom>
                        <a:rect b="b" l="l" r="r" t="t"/>
                        <a:pathLst>
                          <a:path extrusionOk="0" h="17" w="19">
                            <a:moveTo>
                              <a:pt x="0" y="0"/>
                            </a:moveTo>
                            <a:lnTo>
                              <a:pt x="0" y="8"/>
                            </a:lnTo>
                            <a:lnTo>
                              <a:pt x="9" y="8"/>
                            </a:lnTo>
                            <a:lnTo>
                              <a:pt x="9" y="16"/>
                            </a:lnTo>
                            <a:lnTo>
                              <a:pt x="9" y="8"/>
                            </a:lnTo>
                            <a:lnTo>
                              <a:pt x="18" y="0"/>
                            </a:lnTo>
                            <a:lnTo>
                              <a:pt x="9" y="8"/>
                            </a:lnTo>
                            <a:lnTo>
                              <a:pt x="0" y="0"/>
                            </a:lnTo>
                          </a:path>
                        </a:pathLst>
                      </a:custGeom>
                      <a:solidFill>
                        <a:srgbClr val="00C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96" name="Google Shape;1496;p65"/>
                      <p:cNvSpPr/>
                      <p:nvPr/>
                    </p:nvSpPr>
                    <p:spPr>
                      <a:xfrm>
                        <a:off x="5103" y="1533"/>
                        <a:ext cx="27" cy="25"/>
                      </a:xfrm>
                      <a:custGeom>
                        <a:rect b="b" l="l" r="r" t="t"/>
                        <a:pathLst>
                          <a:path extrusionOk="0" h="25" w="27">
                            <a:moveTo>
                              <a:pt x="26" y="8"/>
                            </a:moveTo>
                            <a:lnTo>
                              <a:pt x="26" y="8"/>
                            </a:lnTo>
                            <a:lnTo>
                              <a:pt x="17" y="8"/>
                            </a:lnTo>
                            <a:lnTo>
                              <a:pt x="9" y="0"/>
                            </a:lnTo>
                            <a:lnTo>
                              <a:pt x="0" y="0"/>
                            </a:lnTo>
                            <a:lnTo>
                              <a:pt x="9" y="0"/>
                            </a:lnTo>
                            <a:lnTo>
                              <a:pt x="9" y="8"/>
                            </a:lnTo>
                            <a:lnTo>
                              <a:pt x="17" y="8"/>
                            </a:lnTo>
                            <a:lnTo>
                              <a:pt x="26" y="8"/>
                            </a:lnTo>
                            <a:lnTo>
                              <a:pt x="17" y="16"/>
                            </a:lnTo>
                            <a:lnTo>
                              <a:pt x="9" y="16"/>
                            </a:lnTo>
                            <a:lnTo>
                              <a:pt x="17" y="16"/>
                            </a:lnTo>
                            <a:lnTo>
                              <a:pt x="26" y="16"/>
                            </a:lnTo>
                            <a:lnTo>
                              <a:pt x="17" y="24"/>
                            </a:lnTo>
                            <a:lnTo>
                              <a:pt x="26" y="16"/>
                            </a:lnTo>
                            <a:lnTo>
                              <a:pt x="26" y="8"/>
                            </a:lnTo>
                          </a:path>
                        </a:pathLst>
                      </a:custGeom>
                      <a:solidFill>
                        <a:srgbClr val="00C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97" name="Google Shape;1497;p65"/>
                      <p:cNvSpPr/>
                      <p:nvPr/>
                    </p:nvSpPr>
                    <p:spPr>
                      <a:xfrm>
                        <a:off x="5028" y="1470"/>
                        <a:ext cx="16" cy="10"/>
                      </a:xfrm>
                      <a:custGeom>
                        <a:rect b="b" l="l" r="r" t="t"/>
                        <a:pathLst>
                          <a:path extrusionOk="0" h="10" w="16">
                            <a:moveTo>
                              <a:pt x="15" y="0"/>
                            </a:moveTo>
                            <a:lnTo>
                              <a:pt x="8" y="9"/>
                            </a:lnTo>
                            <a:lnTo>
                              <a:pt x="0" y="9"/>
                            </a:lnTo>
                            <a:lnTo>
                              <a:pt x="8" y="9"/>
                            </a:lnTo>
                            <a:lnTo>
                              <a:pt x="8" y="0"/>
                            </a:lnTo>
                            <a:lnTo>
                              <a:pt x="15" y="0"/>
                            </a:lnTo>
                          </a:path>
                        </a:pathLst>
                      </a:custGeom>
                      <a:solidFill>
                        <a:srgbClr val="00C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498" name="Google Shape;1498;p65"/>
                      <p:cNvSpPr/>
                      <p:nvPr/>
                    </p:nvSpPr>
                    <p:spPr>
                      <a:xfrm>
                        <a:off x="4984" y="1446"/>
                        <a:ext cx="27" cy="41"/>
                      </a:xfrm>
                      <a:custGeom>
                        <a:rect b="b" l="l" r="r" t="t"/>
                        <a:pathLst>
                          <a:path extrusionOk="0" h="41" w="27">
                            <a:moveTo>
                              <a:pt x="0" y="40"/>
                            </a:moveTo>
                            <a:lnTo>
                              <a:pt x="0" y="32"/>
                            </a:lnTo>
                            <a:lnTo>
                              <a:pt x="9" y="24"/>
                            </a:lnTo>
                            <a:lnTo>
                              <a:pt x="9" y="16"/>
                            </a:lnTo>
                            <a:lnTo>
                              <a:pt x="17" y="16"/>
                            </a:lnTo>
                            <a:lnTo>
                              <a:pt x="26" y="8"/>
                            </a:lnTo>
                            <a:lnTo>
                              <a:pt x="26"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grpSp>
      </p:grpSp>
      <p:sp>
        <p:nvSpPr>
          <p:cNvPr id="1499" name="Google Shape;1499;p65"/>
          <p:cNvSpPr/>
          <p:nvPr/>
        </p:nvSpPr>
        <p:spPr>
          <a:xfrm>
            <a:off x="1404938" y="1265635"/>
            <a:ext cx="474662" cy="340519"/>
          </a:xfrm>
          <a:custGeom>
            <a:rect b="b" l="l" r="r" t="t"/>
            <a:pathLst>
              <a:path extrusionOk="0" h="286" w="299">
                <a:moveTo>
                  <a:pt x="247" y="55"/>
                </a:moveTo>
                <a:lnTo>
                  <a:pt x="230" y="40"/>
                </a:lnTo>
                <a:lnTo>
                  <a:pt x="230" y="24"/>
                </a:lnTo>
                <a:lnTo>
                  <a:pt x="221" y="16"/>
                </a:lnTo>
                <a:lnTo>
                  <a:pt x="187" y="8"/>
                </a:lnTo>
                <a:lnTo>
                  <a:pt x="145" y="0"/>
                </a:lnTo>
                <a:lnTo>
                  <a:pt x="111" y="0"/>
                </a:lnTo>
                <a:lnTo>
                  <a:pt x="85" y="0"/>
                </a:lnTo>
                <a:lnTo>
                  <a:pt x="43" y="0"/>
                </a:lnTo>
                <a:lnTo>
                  <a:pt x="9" y="8"/>
                </a:lnTo>
                <a:lnTo>
                  <a:pt x="0" y="8"/>
                </a:lnTo>
                <a:lnTo>
                  <a:pt x="0" y="24"/>
                </a:lnTo>
                <a:lnTo>
                  <a:pt x="9" y="48"/>
                </a:lnTo>
                <a:lnTo>
                  <a:pt x="9" y="63"/>
                </a:lnTo>
                <a:lnTo>
                  <a:pt x="26" y="111"/>
                </a:lnTo>
                <a:lnTo>
                  <a:pt x="26" y="135"/>
                </a:lnTo>
                <a:lnTo>
                  <a:pt x="51" y="190"/>
                </a:lnTo>
                <a:lnTo>
                  <a:pt x="68" y="245"/>
                </a:lnTo>
                <a:lnTo>
                  <a:pt x="68" y="253"/>
                </a:lnTo>
                <a:lnTo>
                  <a:pt x="68" y="261"/>
                </a:lnTo>
                <a:lnTo>
                  <a:pt x="77" y="269"/>
                </a:lnTo>
                <a:lnTo>
                  <a:pt x="77" y="277"/>
                </a:lnTo>
                <a:lnTo>
                  <a:pt x="85" y="277"/>
                </a:lnTo>
                <a:lnTo>
                  <a:pt x="94" y="277"/>
                </a:lnTo>
                <a:lnTo>
                  <a:pt x="111" y="277"/>
                </a:lnTo>
                <a:lnTo>
                  <a:pt x="128" y="277"/>
                </a:lnTo>
                <a:lnTo>
                  <a:pt x="145" y="277"/>
                </a:lnTo>
                <a:lnTo>
                  <a:pt x="162" y="285"/>
                </a:lnTo>
                <a:lnTo>
                  <a:pt x="179" y="285"/>
                </a:lnTo>
                <a:lnTo>
                  <a:pt x="196" y="285"/>
                </a:lnTo>
                <a:lnTo>
                  <a:pt x="204" y="285"/>
                </a:lnTo>
                <a:lnTo>
                  <a:pt x="289" y="222"/>
                </a:lnTo>
                <a:lnTo>
                  <a:pt x="298" y="222"/>
                </a:lnTo>
                <a:lnTo>
                  <a:pt x="298" y="214"/>
                </a:lnTo>
                <a:lnTo>
                  <a:pt x="298" y="206"/>
                </a:lnTo>
                <a:lnTo>
                  <a:pt x="272" y="135"/>
                </a:lnTo>
                <a:lnTo>
                  <a:pt x="255" y="95"/>
                </a:lnTo>
                <a:lnTo>
                  <a:pt x="247" y="55"/>
                </a:lnTo>
              </a:path>
            </a:pathLst>
          </a:custGeom>
          <a:solidFill>
            <a:srgbClr val="C0C0C0"/>
          </a:solidFill>
          <a:ln cap="rnd" cmpd="sng" w="12700">
            <a:solidFill>
              <a:srgbClr val="C0C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0" name="Google Shape;1500;p65"/>
          <p:cNvSpPr/>
          <p:nvPr/>
        </p:nvSpPr>
        <p:spPr>
          <a:xfrm>
            <a:off x="1404938" y="1265635"/>
            <a:ext cx="474662" cy="340519"/>
          </a:xfrm>
          <a:custGeom>
            <a:rect b="b" l="l" r="r" t="t"/>
            <a:pathLst>
              <a:path extrusionOk="0" h="286" w="299">
                <a:moveTo>
                  <a:pt x="247" y="55"/>
                </a:moveTo>
                <a:lnTo>
                  <a:pt x="230" y="40"/>
                </a:lnTo>
                <a:lnTo>
                  <a:pt x="230" y="24"/>
                </a:lnTo>
                <a:lnTo>
                  <a:pt x="221" y="16"/>
                </a:lnTo>
                <a:lnTo>
                  <a:pt x="187" y="8"/>
                </a:lnTo>
                <a:lnTo>
                  <a:pt x="145" y="0"/>
                </a:lnTo>
                <a:lnTo>
                  <a:pt x="111" y="0"/>
                </a:lnTo>
                <a:lnTo>
                  <a:pt x="85" y="0"/>
                </a:lnTo>
                <a:lnTo>
                  <a:pt x="43" y="0"/>
                </a:lnTo>
                <a:lnTo>
                  <a:pt x="9" y="8"/>
                </a:lnTo>
                <a:lnTo>
                  <a:pt x="0" y="8"/>
                </a:lnTo>
                <a:lnTo>
                  <a:pt x="0" y="24"/>
                </a:lnTo>
                <a:lnTo>
                  <a:pt x="9" y="48"/>
                </a:lnTo>
                <a:lnTo>
                  <a:pt x="9" y="63"/>
                </a:lnTo>
                <a:lnTo>
                  <a:pt x="26" y="111"/>
                </a:lnTo>
                <a:lnTo>
                  <a:pt x="26" y="135"/>
                </a:lnTo>
                <a:lnTo>
                  <a:pt x="51" y="190"/>
                </a:lnTo>
                <a:lnTo>
                  <a:pt x="68" y="245"/>
                </a:lnTo>
                <a:lnTo>
                  <a:pt x="68" y="253"/>
                </a:lnTo>
                <a:lnTo>
                  <a:pt x="68" y="261"/>
                </a:lnTo>
                <a:lnTo>
                  <a:pt x="77" y="269"/>
                </a:lnTo>
                <a:lnTo>
                  <a:pt x="77" y="277"/>
                </a:lnTo>
                <a:lnTo>
                  <a:pt x="85" y="277"/>
                </a:lnTo>
                <a:lnTo>
                  <a:pt x="94" y="277"/>
                </a:lnTo>
                <a:lnTo>
                  <a:pt x="111" y="277"/>
                </a:lnTo>
                <a:lnTo>
                  <a:pt x="128" y="277"/>
                </a:lnTo>
                <a:lnTo>
                  <a:pt x="145" y="277"/>
                </a:lnTo>
                <a:lnTo>
                  <a:pt x="162" y="285"/>
                </a:lnTo>
                <a:lnTo>
                  <a:pt x="179" y="285"/>
                </a:lnTo>
                <a:lnTo>
                  <a:pt x="196" y="285"/>
                </a:lnTo>
                <a:lnTo>
                  <a:pt x="204" y="285"/>
                </a:lnTo>
                <a:lnTo>
                  <a:pt x="289" y="222"/>
                </a:lnTo>
                <a:lnTo>
                  <a:pt x="298" y="222"/>
                </a:lnTo>
                <a:lnTo>
                  <a:pt x="298" y="214"/>
                </a:lnTo>
                <a:lnTo>
                  <a:pt x="298" y="206"/>
                </a:lnTo>
                <a:lnTo>
                  <a:pt x="272" y="135"/>
                </a:lnTo>
                <a:lnTo>
                  <a:pt x="255" y="95"/>
                </a:lnTo>
                <a:lnTo>
                  <a:pt x="247" y="5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1" name="Google Shape;1501;p65"/>
          <p:cNvSpPr/>
          <p:nvPr/>
        </p:nvSpPr>
        <p:spPr>
          <a:xfrm>
            <a:off x="1566863" y="1538288"/>
            <a:ext cx="517525" cy="292894"/>
          </a:xfrm>
          <a:custGeom>
            <a:rect b="b" l="l" r="r" t="t"/>
            <a:pathLst>
              <a:path extrusionOk="0" h="246" w="326">
                <a:moveTo>
                  <a:pt x="0" y="245"/>
                </a:moveTo>
                <a:lnTo>
                  <a:pt x="0" y="119"/>
                </a:lnTo>
                <a:lnTo>
                  <a:pt x="9" y="16"/>
                </a:lnTo>
                <a:lnTo>
                  <a:pt x="163" y="0"/>
                </a:lnTo>
                <a:lnTo>
                  <a:pt x="316" y="24"/>
                </a:lnTo>
                <a:lnTo>
                  <a:pt x="325" y="119"/>
                </a:lnTo>
                <a:lnTo>
                  <a:pt x="325" y="245"/>
                </a:lnTo>
                <a:lnTo>
                  <a:pt x="299" y="245"/>
                </a:lnTo>
                <a:lnTo>
                  <a:pt x="291" y="63"/>
                </a:lnTo>
                <a:lnTo>
                  <a:pt x="34" y="63"/>
                </a:lnTo>
                <a:lnTo>
                  <a:pt x="26" y="245"/>
                </a:lnTo>
                <a:lnTo>
                  <a:pt x="0" y="245"/>
                </a:lnTo>
              </a:path>
            </a:pathLst>
          </a:custGeom>
          <a:solidFill>
            <a:srgbClr val="000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2" name="Google Shape;1502;p65"/>
          <p:cNvSpPr/>
          <p:nvPr/>
        </p:nvSpPr>
        <p:spPr>
          <a:xfrm>
            <a:off x="1566863" y="1538288"/>
            <a:ext cx="517525" cy="292894"/>
          </a:xfrm>
          <a:custGeom>
            <a:rect b="b" l="l" r="r" t="t"/>
            <a:pathLst>
              <a:path extrusionOk="0" h="246" w="326">
                <a:moveTo>
                  <a:pt x="0" y="245"/>
                </a:moveTo>
                <a:lnTo>
                  <a:pt x="0" y="119"/>
                </a:lnTo>
                <a:lnTo>
                  <a:pt x="9" y="16"/>
                </a:lnTo>
                <a:lnTo>
                  <a:pt x="163" y="0"/>
                </a:lnTo>
                <a:lnTo>
                  <a:pt x="316" y="24"/>
                </a:lnTo>
                <a:lnTo>
                  <a:pt x="325" y="119"/>
                </a:lnTo>
                <a:lnTo>
                  <a:pt x="325" y="245"/>
                </a:lnTo>
                <a:lnTo>
                  <a:pt x="299" y="245"/>
                </a:lnTo>
                <a:lnTo>
                  <a:pt x="291" y="63"/>
                </a:lnTo>
                <a:lnTo>
                  <a:pt x="34" y="63"/>
                </a:lnTo>
                <a:lnTo>
                  <a:pt x="26" y="245"/>
                </a:lnTo>
                <a:lnTo>
                  <a:pt x="0" y="24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3" name="Google Shape;1503;p65"/>
          <p:cNvSpPr/>
          <p:nvPr/>
        </p:nvSpPr>
        <p:spPr>
          <a:xfrm>
            <a:off x="1812925" y="1529954"/>
            <a:ext cx="203200" cy="76200"/>
          </a:xfrm>
          <a:custGeom>
            <a:rect b="b" l="l" r="r" t="t"/>
            <a:pathLst>
              <a:path extrusionOk="0" h="64" w="128">
                <a:moveTo>
                  <a:pt x="127" y="8"/>
                </a:moveTo>
                <a:lnTo>
                  <a:pt x="68" y="0"/>
                </a:lnTo>
                <a:lnTo>
                  <a:pt x="0" y="47"/>
                </a:lnTo>
                <a:lnTo>
                  <a:pt x="59" y="63"/>
                </a:lnTo>
                <a:lnTo>
                  <a:pt x="93" y="39"/>
                </a:lnTo>
                <a:lnTo>
                  <a:pt x="102" y="32"/>
                </a:lnTo>
                <a:lnTo>
                  <a:pt x="127" y="8"/>
                </a:lnTo>
              </a:path>
            </a:pathLst>
          </a:custGeom>
          <a:solidFill>
            <a:srgbClr val="C0C0C0"/>
          </a:solidFill>
          <a:ln cap="rnd" cmpd="sng" w="12700">
            <a:solidFill>
              <a:srgbClr val="C0C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4" name="Google Shape;1504;p65"/>
          <p:cNvSpPr/>
          <p:nvPr/>
        </p:nvSpPr>
        <p:spPr>
          <a:xfrm>
            <a:off x="1812925" y="1529954"/>
            <a:ext cx="203200" cy="76200"/>
          </a:xfrm>
          <a:custGeom>
            <a:rect b="b" l="l" r="r" t="t"/>
            <a:pathLst>
              <a:path extrusionOk="0" h="64" w="128">
                <a:moveTo>
                  <a:pt x="127" y="8"/>
                </a:moveTo>
                <a:lnTo>
                  <a:pt x="68" y="0"/>
                </a:lnTo>
                <a:lnTo>
                  <a:pt x="0" y="47"/>
                </a:lnTo>
                <a:lnTo>
                  <a:pt x="59" y="63"/>
                </a:lnTo>
                <a:lnTo>
                  <a:pt x="93" y="39"/>
                </a:lnTo>
                <a:lnTo>
                  <a:pt x="102" y="32"/>
                </a:lnTo>
                <a:lnTo>
                  <a:pt x="127" y="8"/>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5" name="Google Shape;1505;p65"/>
          <p:cNvSpPr/>
          <p:nvPr/>
        </p:nvSpPr>
        <p:spPr>
          <a:xfrm>
            <a:off x="1812925" y="1595438"/>
            <a:ext cx="95250" cy="29766"/>
          </a:xfrm>
          <a:custGeom>
            <a:rect b="b" l="l" r="r" t="t"/>
            <a:pathLst>
              <a:path extrusionOk="0" h="25" w="60">
                <a:moveTo>
                  <a:pt x="59" y="16"/>
                </a:moveTo>
                <a:lnTo>
                  <a:pt x="0" y="0"/>
                </a:lnTo>
                <a:lnTo>
                  <a:pt x="0" y="8"/>
                </a:lnTo>
                <a:lnTo>
                  <a:pt x="59" y="24"/>
                </a:lnTo>
                <a:lnTo>
                  <a:pt x="59" y="16"/>
                </a:lnTo>
              </a:path>
            </a:pathLst>
          </a:custGeom>
          <a:solidFill>
            <a:srgbClr val="C0C0C0"/>
          </a:solidFill>
          <a:ln cap="rnd" cmpd="sng" w="12700">
            <a:solidFill>
              <a:srgbClr val="C0C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6" name="Google Shape;1506;p65"/>
          <p:cNvSpPr/>
          <p:nvPr/>
        </p:nvSpPr>
        <p:spPr>
          <a:xfrm>
            <a:off x="1812925" y="1595438"/>
            <a:ext cx="95250" cy="29766"/>
          </a:xfrm>
          <a:custGeom>
            <a:rect b="b" l="l" r="r" t="t"/>
            <a:pathLst>
              <a:path extrusionOk="0" h="25" w="60">
                <a:moveTo>
                  <a:pt x="59" y="16"/>
                </a:moveTo>
                <a:lnTo>
                  <a:pt x="0" y="0"/>
                </a:lnTo>
                <a:lnTo>
                  <a:pt x="0" y="8"/>
                </a:lnTo>
                <a:lnTo>
                  <a:pt x="59" y="24"/>
                </a:lnTo>
                <a:lnTo>
                  <a:pt x="59" y="16"/>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7" name="Google Shape;1507;p65"/>
          <p:cNvSpPr/>
          <p:nvPr/>
        </p:nvSpPr>
        <p:spPr>
          <a:xfrm>
            <a:off x="1906588" y="1549004"/>
            <a:ext cx="109537" cy="76200"/>
          </a:xfrm>
          <a:custGeom>
            <a:rect b="b" l="l" r="r" t="t"/>
            <a:pathLst>
              <a:path extrusionOk="0" h="64" w="69">
                <a:moveTo>
                  <a:pt x="34" y="24"/>
                </a:moveTo>
                <a:lnTo>
                  <a:pt x="17" y="39"/>
                </a:lnTo>
                <a:lnTo>
                  <a:pt x="0" y="55"/>
                </a:lnTo>
                <a:lnTo>
                  <a:pt x="0" y="63"/>
                </a:lnTo>
                <a:lnTo>
                  <a:pt x="26" y="47"/>
                </a:lnTo>
                <a:lnTo>
                  <a:pt x="51" y="32"/>
                </a:lnTo>
                <a:lnTo>
                  <a:pt x="68" y="8"/>
                </a:lnTo>
                <a:lnTo>
                  <a:pt x="68" y="0"/>
                </a:lnTo>
                <a:lnTo>
                  <a:pt x="51" y="8"/>
                </a:lnTo>
                <a:lnTo>
                  <a:pt x="34" y="24"/>
                </a:lnTo>
              </a:path>
            </a:pathLst>
          </a:custGeom>
          <a:solidFill>
            <a:srgbClr val="C0C0C0"/>
          </a:solidFill>
          <a:ln cap="rnd" cmpd="sng" w="12700">
            <a:solidFill>
              <a:srgbClr val="C0C0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8" name="Google Shape;1508;p65"/>
          <p:cNvSpPr/>
          <p:nvPr/>
        </p:nvSpPr>
        <p:spPr>
          <a:xfrm>
            <a:off x="1906588" y="1549004"/>
            <a:ext cx="109537" cy="76200"/>
          </a:xfrm>
          <a:custGeom>
            <a:rect b="b" l="l" r="r" t="t"/>
            <a:pathLst>
              <a:path extrusionOk="0" h="64" w="69">
                <a:moveTo>
                  <a:pt x="34" y="24"/>
                </a:moveTo>
                <a:lnTo>
                  <a:pt x="17" y="39"/>
                </a:lnTo>
                <a:lnTo>
                  <a:pt x="0" y="55"/>
                </a:lnTo>
                <a:lnTo>
                  <a:pt x="0" y="63"/>
                </a:lnTo>
                <a:lnTo>
                  <a:pt x="26" y="47"/>
                </a:lnTo>
                <a:lnTo>
                  <a:pt x="51" y="32"/>
                </a:lnTo>
                <a:lnTo>
                  <a:pt x="68" y="8"/>
                </a:lnTo>
                <a:lnTo>
                  <a:pt x="68" y="0"/>
                </a:lnTo>
                <a:lnTo>
                  <a:pt x="51" y="8"/>
                </a:lnTo>
                <a:lnTo>
                  <a:pt x="34" y="2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09" name="Google Shape;1509;p65"/>
          <p:cNvSpPr/>
          <p:nvPr/>
        </p:nvSpPr>
        <p:spPr>
          <a:xfrm>
            <a:off x="1865313" y="1549004"/>
            <a:ext cx="55562" cy="38100"/>
          </a:xfrm>
          <a:custGeom>
            <a:rect b="b" l="l" r="r" t="t"/>
            <a:pathLst>
              <a:path extrusionOk="0" h="32" w="35">
                <a:moveTo>
                  <a:pt x="34" y="0"/>
                </a:moveTo>
                <a:lnTo>
                  <a:pt x="17" y="8"/>
                </a:lnTo>
                <a:lnTo>
                  <a:pt x="0" y="31"/>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0" name="Google Shape;1510;p65"/>
          <p:cNvSpPr/>
          <p:nvPr/>
        </p:nvSpPr>
        <p:spPr>
          <a:xfrm>
            <a:off x="1892300" y="1549004"/>
            <a:ext cx="57150" cy="38100"/>
          </a:xfrm>
          <a:custGeom>
            <a:rect b="b" l="l" r="r" t="t"/>
            <a:pathLst>
              <a:path extrusionOk="0" h="32" w="36">
                <a:moveTo>
                  <a:pt x="35" y="0"/>
                </a:moveTo>
                <a:lnTo>
                  <a:pt x="18" y="16"/>
                </a:lnTo>
                <a:lnTo>
                  <a:pt x="0" y="31"/>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1" name="Google Shape;1511;p65"/>
          <p:cNvSpPr/>
          <p:nvPr/>
        </p:nvSpPr>
        <p:spPr>
          <a:xfrm>
            <a:off x="1892300" y="1557338"/>
            <a:ext cx="84138" cy="29766"/>
          </a:xfrm>
          <a:custGeom>
            <a:rect b="b" l="l" r="r" t="t"/>
            <a:pathLst>
              <a:path extrusionOk="0" h="25" w="53">
                <a:moveTo>
                  <a:pt x="52" y="0"/>
                </a:moveTo>
                <a:lnTo>
                  <a:pt x="26" y="8"/>
                </a:lnTo>
                <a:lnTo>
                  <a:pt x="9" y="16"/>
                </a:lnTo>
                <a:lnTo>
                  <a:pt x="0" y="2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2" name="Google Shape;1512;p65"/>
          <p:cNvSpPr/>
          <p:nvPr/>
        </p:nvSpPr>
        <p:spPr>
          <a:xfrm>
            <a:off x="1744663" y="1595438"/>
            <a:ext cx="109537" cy="39291"/>
          </a:xfrm>
          <a:custGeom>
            <a:rect b="b" l="l" r="r" t="t"/>
            <a:pathLst>
              <a:path extrusionOk="0" h="33" w="69">
                <a:moveTo>
                  <a:pt x="68" y="8"/>
                </a:moveTo>
                <a:lnTo>
                  <a:pt x="68" y="16"/>
                </a:lnTo>
                <a:lnTo>
                  <a:pt x="68" y="24"/>
                </a:lnTo>
                <a:lnTo>
                  <a:pt x="60" y="24"/>
                </a:lnTo>
                <a:lnTo>
                  <a:pt x="60" y="32"/>
                </a:lnTo>
                <a:lnTo>
                  <a:pt x="43" y="32"/>
                </a:lnTo>
                <a:lnTo>
                  <a:pt x="26" y="32"/>
                </a:lnTo>
                <a:lnTo>
                  <a:pt x="26" y="24"/>
                </a:lnTo>
                <a:lnTo>
                  <a:pt x="17" y="24"/>
                </a:lnTo>
                <a:lnTo>
                  <a:pt x="17" y="16"/>
                </a:lnTo>
                <a:lnTo>
                  <a:pt x="9" y="8"/>
                </a:ln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3" name="Google Shape;1513;p65"/>
          <p:cNvSpPr/>
          <p:nvPr/>
        </p:nvSpPr>
        <p:spPr>
          <a:xfrm>
            <a:off x="1581150" y="1303735"/>
            <a:ext cx="273050" cy="246459"/>
          </a:xfrm>
          <a:custGeom>
            <a:rect b="b" l="l" r="r" t="t"/>
            <a:pathLst>
              <a:path extrusionOk="0" h="207" w="172">
                <a:moveTo>
                  <a:pt x="137" y="55"/>
                </a:moveTo>
                <a:lnTo>
                  <a:pt x="120" y="32"/>
                </a:lnTo>
                <a:lnTo>
                  <a:pt x="103" y="8"/>
                </a:lnTo>
                <a:lnTo>
                  <a:pt x="51" y="0"/>
                </a:lnTo>
                <a:lnTo>
                  <a:pt x="9" y="0"/>
                </a:lnTo>
                <a:lnTo>
                  <a:pt x="0" y="0"/>
                </a:lnTo>
                <a:lnTo>
                  <a:pt x="0" y="8"/>
                </a:lnTo>
                <a:lnTo>
                  <a:pt x="0" y="16"/>
                </a:lnTo>
                <a:lnTo>
                  <a:pt x="9" y="40"/>
                </a:lnTo>
                <a:lnTo>
                  <a:pt x="17" y="71"/>
                </a:lnTo>
                <a:lnTo>
                  <a:pt x="51" y="119"/>
                </a:lnTo>
                <a:lnTo>
                  <a:pt x="68" y="158"/>
                </a:lnTo>
                <a:lnTo>
                  <a:pt x="77" y="182"/>
                </a:lnTo>
                <a:lnTo>
                  <a:pt x="77" y="190"/>
                </a:lnTo>
                <a:lnTo>
                  <a:pt x="77" y="198"/>
                </a:lnTo>
                <a:lnTo>
                  <a:pt x="86" y="198"/>
                </a:lnTo>
                <a:lnTo>
                  <a:pt x="86" y="206"/>
                </a:lnTo>
                <a:lnTo>
                  <a:pt x="94" y="206"/>
                </a:lnTo>
                <a:lnTo>
                  <a:pt x="94" y="198"/>
                </a:lnTo>
                <a:lnTo>
                  <a:pt x="103" y="198"/>
                </a:lnTo>
                <a:lnTo>
                  <a:pt x="111" y="190"/>
                </a:lnTo>
                <a:lnTo>
                  <a:pt x="120" y="190"/>
                </a:lnTo>
                <a:lnTo>
                  <a:pt x="162" y="174"/>
                </a:lnTo>
                <a:lnTo>
                  <a:pt x="171" y="166"/>
                </a:lnTo>
                <a:lnTo>
                  <a:pt x="171" y="158"/>
                </a:lnTo>
                <a:lnTo>
                  <a:pt x="137" y="55"/>
                </a:lnTo>
              </a:path>
            </a:pathLst>
          </a:custGeom>
          <a:solidFill>
            <a:srgbClr val="000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4" name="Google Shape;1514;p65"/>
          <p:cNvSpPr/>
          <p:nvPr/>
        </p:nvSpPr>
        <p:spPr>
          <a:xfrm>
            <a:off x="1581150" y="1303735"/>
            <a:ext cx="273050" cy="246459"/>
          </a:xfrm>
          <a:custGeom>
            <a:rect b="b" l="l" r="r" t="t"/>
            <a:pathLst>
              <a:path extrusionOk="0" h="207" w="172">
                <a:moveTo>
                  <a:pt x="137" y="55"/>
                </a:moveTo>
                <a:lnTo>
                  <a:pt x="120" y="32"/>
                </a:lnTo>
                <a:lnTo>
                  <a:pt x="103" y="8"/>
                </a:lnTo>
                <a:lnTo>
                  <a:pt x="51" y="0"/>
                </a:lnTo>
                <a:lnTo>
                  <a:pt x="9" y="0"/>
                </a:lnTo>
                <a:lnTo>
                  <a:pt x="0" y="0"/>
                </a:lnTo>
                <a:lnTo>
                  <a:pt x="0" y="8"/>
                </a:lnTo>
                <a:lnTo>
                  <a:pt x="0" y="16"/>
                </a:lnTo>
                <a:lnTo>
                  <a:pt x="9" y="40"/>
                </a:lnTo>
                <a:lnTo>
                  <a:pt x="17" y="71"/>
                </a:lnTo>
                <a:lnTo>
                  <a:pt x="51" y="119"/>
                </a:lnTo>
                <a:lnTo>
                  <a:pt x="68" y="158"/>
                </a:lnTo>
                <a:lnTo>
                  <a:pt x="77" y="182"/>
                </a:lnTo>
                <a:lnTo>
                  <a:pt x="77" y="190"/>
                </a:lnTo>
                <a:lnTo>
                  <a:pt x="77" y="198"/>
                </a:lnTo>
                <a:lnTo>
                  <a:pt x="86" y="198"/>
                </a:lnTo>
                <a:lnTo>
                  <a:pt x="86" y="206"/>
                </a:lnTo>
                <a:lnTo>
                  <a:pt x="94" y="206"/>
                </a:lnTo>
                <a:lnTo>
                  <a:pt x="94" y="198"/>
                </a:lnTo>
                <a:lnTo>
                  <a:pt x="103" y="198"/>
                </a:lnTo>
                <a:lnTo>
                  <a:pt x="111" y="190"/>
                </a:lnTo>
                <a:lnTo>
                  <a:pt x="120" y="190"/>
                </a:lnTo>
                <a:lnTo>
                  <a:pt x="162" y="174"/>
                </a:lnTo>
                <a:lnTo>
                  <a:pt x="171" y="166"/>
                </a:lnTo>
                <a:lnTo>
                  <a:pt x="171" y="158"/>
                </a:lnTo>
                <a:lnTo>
                  <a:pt x="137" y="5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5" name="Google Shape;1515;p65"/>
          <p:cNvSpPr/>
          <p:nvPr/>
        </p:nvSpPr>
        <p:spPr>
          <a:xfrm>
            <a:off x="1471613" y="1576388"/>
            <a:ext cx="55562" cy="133350"/>
          </a:xfrm>
          <a:custGeom>
            <a:rect b="b" l="l" r="r" t="t"/>
            <a:pathLst>
              <a:path extrusionOk="0" h="112" w="35">
                <a:moveTo>
                  <a:pt x="34" y="0"/>
                </a:moveTo>
                <a:lnTo>
                  <a:pt x="34" y="8"/>
                </a:lnTo>
                <a:lnTo>
                  <a:pt x="26" y="16"/>
                </a:lnTo>
                <a:lnTo>
                  <a:pt x="26" y="24"/>
                </a:lnTo>
                <a:lnTo>
                  <a:pt x="17" y="24"/>
                </a:lnTo>
                <a:lnTo>
                  <a:pt x="17" y="32"/>
                </a:lnTo>
                <a:lnTo>
                  <a:pt x="9" y="32"/>
                </a:lnTo>
                <a:lnTo>
                  <a:pt x="9" y="48"/>
                </a:lnTo>
                <a:lnTo>
                  <a:pt x="9" y="56"/>
                </a:lnTo>
                <a:lnTo>
                  <a:pt x="9" y="63"/>
                </a:lnTo>
                <a:lnTo>
                  <a:pt x="17" y="63"/>
                </a:lnTo>
                <a:lnTo>
                  <a:pt x="17" y="71"/>
                </a:lnTo>
                <a:lnTo>
                  <a:pt x="17" y="79"/>
                </a:lnTo>
                <a:lnTo>
                  <a:pt x="17" y="87"/>
                </a:lnTo>
                <a:lnTo>
                  <a:pt x="17" y="95"/>
                </a:lnTo>
                <a:lnTo>
                  <a:pt x="9" y="103"/>
                </a:lnTo>
                <a:lnTo>
                  <a:pt x="0" y="111"/>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16" name="Google Shape;1516;p65"/>
          <p:cNvSpPr/>
          <p:nvPr/>
        </p:nvSpPr>
        <p:spPr>
          <a:xfrm>
            <a:off x="1525588" y="1566863"/>
            <a:ext cx="1500" cy="1200"/>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17" name="Google Shape;1517;p65"/>
          <p:cNvGrpSpPr/>
          <p:nvPr/>
        </p:nvGrpSpPr>
        <p:grpSpPr>
          <a:xfrm>
            <a:off x="5711825" y="4393406"/>
            <a:ext cx="1465263" cy="282179"/>
            <a:chOff x="3598" y="3690"/>
            <a:chExt cx="923" cy="237"/>
          </a:xfrm>
        </p:grpSpPr>
        <p:sp>
          <p:nvSpPr>
            <p:cNvPr id="1518" name="Google Shape;1518;p65"/>
            <p:cNvSpPr/>
            <p:nvPr/>
          </p:nvSpPr>
          <p:spPr>
            <a:xfrm>
              <a:off x="3637" y="3720"/>
              <a:ext cx="884" cy="207"/>
            </a:xfrm>
            <a:prstGeom prst="rect">
              <a:avLst/>
            </a:prstGeom>
            <a:solidFill>
              <a:srgbClr val="00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accent1"/>
                </a:solidFill>
                <a:latin typeface="Arial"/>
                <a:ea typeface="Arial"/>
                <a:cs typeface="Arial"/>
                <a:sym typeface="Arial"/>
              </a:endParaRPr>
            </a:p>
          </p:txBody>
        </p:sp>
        <p:sp>
          <p:nvSpPr>
            <p:cNvPr id="1519" name="Google Shape;1519;p65"/>
            <p:cNvSpPr/>
            <p:nvPr/>
          </p:nvSpPr>
          <p:spPr>
            <a:xfrm>
              <a:off x="3598" y="3690"/>
              <a:ext cx="884" cy="207"/>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it-IT" sz="800" u="none" cap="none" strike="noStrike">
                  <a:solidFill>
                    <a:schemeClr val="accent1"/>
                  </a:solidFill>
                  <a:latin typeface="Overpass"/>
                  <a:ea typeface="Overpass"/>
                  <a:cs typeface="Overpass"/>
                  <a:sym typeface="Overpass"/>
                </a:rPr>
                <a:t>Dev. Environment </a:t>
              </a:r>
              <a:endParaRPr b="1" i="0" sz="2400" u="none" cap="none" strike="noStrike">
                <a:solidFill>
                  <a:schemeClr val="accent1"/>
                </a:solidFill>
                <a:latin typeface="Arial"/>
                <a:ea typeface="Arial"/>
                <a:cs typeface="Arial"/>
                <a:sym typeface="Arial"/>
              </a:endParaRPr>
            </a:p>
          </p:txBody>
        </p:sp>
      </p:grpSp>
      <p:sp>
        <p:nvSpPr>
          <p:cNvPr id="1520" name="Google Shape;1520;p65"/>
          <p:cNvSpPr/>
          <p:nvPr/>
        </p:nvSpPr>
        <p:spPr>
          <a:xfrm>
            <a:off x="434975" y="2597944"/>
            <a:ext cx="990600" cy="43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it-IT" sz="1200" u="none" cap="none" strike="noStrike">
                <a:solidFill>
                  <a:schemeClr val="accent1"/>
                </a:solidFill>
                <a:latin typeface="Arial"/>
                <a:ea typeface="Arial"/>
                <a:cs typeface="Arial"/>
                <a:sym typeface="Arial"/>
              </a:rPr>
              <a:t>ANALYSIS</a:t>
            </a:r>
            <a:endParaRPr b="1" i="0" sz="400" u="none" cap="none" strike="noStrike">
              <a:solidFill>
                <a:schemeClr val="accent1"/>
              </a:solidFill>
              <a:latin typeface="Arial"/>
              <a:ea typeface="Arial"/>
              <a:cs typeface="Arial"/>
              <a:sym typeface="Arial"/>
            </a:endParaRPr>
          </a:p>
        </p:txBody>
      </p:sp>
      <p:sp>
        <p:nvSpPr>
          <p:cNvPr id="1521" name="Google Shape;1521;p65"/>
          <p:cNvSpPr/>
          <p:nvPr/>
        </p:nvSpPr>
        <p:spPr>
          <a:xfrm>
            <a:off x="2024063" y="4373166"/>
            <a:ext cx="990600" cy="2631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Arial"/>
              <a:buNone/>
            </a:pPr>
            <a:r>
              <a:rPr b="1" i="0" lang="it-IT" sz="800" u="none" cap="none" strike="noStrike">
                <a:solidFill>
                  <a:schemeClr val="accent1"/>
                </a:solidFill>
                <a:latin typeface="Overpass"/>
                <a:ea typeface="Overpass"/>
                <a:cs typeface="Overpass"/>
                <a:sym typeface="Overpass"/>
              </a:rPr>
              <a:t>Visual Query</a:t>
            </a:r>
            <a:endParaRPr b="1" i="0" sz="1000" u="none" cap="none" strike="noStrike">
              <a:solidFill>
                <a:schemeClr val="accent1"/>
              </a:solidFill>
              <a:latin typeface="Overpass"/>
              <a:ea typeface="Overpass"/>
              <a:cs typeface="Overpass"/>
              <a:sym typeface="Overpass"/>
            </a:endParaRPr>
          </a:p>
          <a:p>
            <a:pPr indent="0" lvl="0" marL="0" marR="0" rtl="0" algn="ctr">
              <a:lnSpc>
                <a:spcPct val="100000"/>
              </a:lnSpc>
              <a:spcBef>
                <a:spcPts val="0"/>
              </a:spcBef>
              <a:spcAft>
                <a:spcPts val="0"/>
              </a:spcAft>
              <a:buClr>
                <a:srgbClr val="000000"/>
              </a:buClr>
              <a:buSzPts val="800"/>
              <a:buFont typeface="Arial"/>
              <a:buNone/>
            </a:pPr>
            <a:r>
              <a:rPr b="1" i="0" lang="it-IT" sz="800" u="none" cap="none" strike="noStrike">
                <a:solidFill>
                  <a:schemeClr val="accent1"/>
                </a:solidFill>
                <a:latin typeface="Overpass"/>
                <a:ea typeface="Overpass"/>
                <a:cs typeface="Overpass"/>
                <a:sym typeface="Overpass"/>
              </a:rPr>
              <a:t>Systems</a:t>
            </a:r>
            <a:endParaRPr b="1" i="0" sz="2400" u="none" cap="none" strike="noStrike">
              <a:solidFill>
                <a:schemeClr val="accent1"/>
              </a:solidFill>
              <a:latin typeface="Arial"/>
              <a:ea typeface="Arial"/>
              <a:cs typeface="Arial"/>
              <a:sym typeface="Arial"/>
            </a:endParaRPr>
          </a:p>
        </p:txBody>
      </p:sp>
      <p:sp>
        <p:nvSpPr>
          <p:cNvPr id="1522" name="Google Shape;1522;p65"/>
          <p:cNvSpPr/>
          <p:nvPr/>
        </p:nvSpPr>
        <p:spPr>
          <a:xfrm>
            <a:off x="3413125" y="2014538"/>
            <a:ext cx="1177800" cy="2478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it-IT" sz="1400" u="none" cap="none" strike="noStrike">
                <a:solidFill>
                  <a:schemeClr val="accent1"/>
                </a:solidFill>
                <a:latin typeface="Overpass"/>
                <a:ea typeface="Overpass"/>
                <a:cs typeface="Overpass"/>
                <a:sym typeface="Overpass"/>
              </a:rPr>
              <a:t>SOUNDS</a:t>
            </a:r>
            <a:endParaRPr b="1" i="0" sz="2400" u="none" cap="none" strike="noStrike">
              <a:solidFill>
                <a:schemeClr val="accent1"/>
              </a:solidFill>
              <a:latin typeface="Arial"/>
              <a:ea typeface="Arial"/>
              <a:cs typeface="Arial"/>
              <a:sym typeface="Arial"/>
            </a:endParaRPr>
          </a:p>
        </p:txBody>
      </p:sp>
      <p:pic>
        <p:nvPicPr>
          <p:cNvPr id="1523" name="Google Shape;1523;p65"/>
          <p:cNvPicPr preferRelativeResize="0"/>
          <p:nvPr/>
        </p:nvPicPr>
        <p:blipFill rotWithShape="1">
          <a:blip r:embed="rId3">
            <a:alphaModFix/>
          </a:blip>
          <a:srcRect b="0" l="0" r="0" t="0"/>
          <a:stretch/>
        </p:blipFill>
        <p:spPr>
          <a:xfrm>
            <a:off x="6783388" y="3171825"/>
            <a:ext cx="269081" cy="509586"/>
          </a:xfrm>
          <a:prstGeom prst="rect">
            <a:avLst/>
          </a:prstGeom>
          <a:noFill/>
          <a:ln>
            <a:noFill/>
          </a:ln>
        </p:spPr>
      </p:pic>
      <p:cxnSp>
        <p:nvCxnSpPr>
          <p:cNvPr id="1524" name="Google Shape;1524;p65"/>
          <p:cNvCxnSpPr/>
          <p:nvPr/>
        </p:nvCxnSpPr>
        <p:spPr>
          <a:xfrm>
            <a:off x="4083050" y="1433513"/>
            <a:ext cx="0" cy="419100"/>
          </a:xfrm>
          <a:prstGeom prst="straightConnector1">
            <a:avLst/>
          </a:prstGeom>
          <a:noFill/>
          <a:ln cap="flat" cmpd="sng" w="25400">
            <a:solidFill>
              <a:srgbClr val="FC0128"/>
            </a:solidFill>
            <a:prstDash val="solid"/>
            <a:round/>
            <a:headEnd len="sm" w="sm" type="none"/>
            <a:tailEnd len="sm" w="sm" type="none"/>
          </a:ln>
        </p:spPr>
      </p:cxnSp>
      <p:cxnSp>
        <p:nvCxnSpPr>
          <p:cNvPr id="1525" name="Google Shape;1525;p65"/>
          <p:cNvCxnSpPr/>
          <p:nvPr/>
        </p:nvCxnSpPr>
        <p:spPr>
          <a:xfrm>
            <a:off x="5575300" y="1428750"/>
            <a:ext cx="0" cy="42870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526" name="Google Shape;1526;p65"/>
          <p:cNvCxnSpPr/>
          <p:nvPr/>
        </p:nvCxnSpPr>
        <p:spPr>
          <a:xfrm>
            <a:off x="4095750" y="1428750"/>
            <a:ext cx="679500" cy="0"/>
          </a:xfrm>
          <a:prstGeom prst="straightConnector1">
            <a:avLst/>
          </a:prstGeom>
          <a:noFill/>
          <a:ln cap="flat" cmpd="sng" w="25400">
            <a:solidFill>
              <a:srgbClr val="FC0128"/>
            </a:solidFill>
            <a:prstDash val="solid"/>
            <a:round/>
            <a:headEnd len="sm" w="sm" type="none"/>
            <a:tailEnd len="sm" w="sm" type="none"/>
          </a:ln>
        </p:spPr>
      </p:cxnSp>
      <p:cxnSp>
        <p:nvCxnSpPr>
          <p:cNvPr id="1527" name="Google Shape;1527;p65"/>
          <p:cNvCxnSpPr/>
          <p:nvPr/>
        </p:nvCxnSpPr>
        <p:spPr>
          <a:xfrm>
            <a:off x="4095750" y="1866900"/>
            <a:ext cx="705000" cy="0"/>
          </a:xfrm>
          <a:prstGeom prst="straightConnector1">
            <a:avLst/>
          </a:prstGeom>
          <a:noFill/>
          <a:ln cap="flat" cmpd="sng" w="25400">
            <a:solidFill>
              <a:srgbClr val="FC0128"/>
            </a:solidFill>
            <a:prstDash val="solid"/>
            <a:round/>
            <a:headEnd len="sm" w="sm" type="none"/>
            <a:tailEnd len="sm" w="sm" type="none"/>
          </a:ln>
        </p:spPr>
      </p:cxnSp>
      <p:cxnSp>
        <p:nvCxnSpPr>
          <p:cNvPr id="1528" name="Google Shape;1528;p65"/>
          <p:cNvCxnSpPr/>
          <p:nvPr/>
        </p:nvCxnSpPr>
        <p:spPr>
          <a:xfrm>
            <a:off x="4800600" y="1428750"/>
            <a:ext cx="755700" cy="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1529" name="Google Shape;1529;p65"/>
          <p:cNvCxnSpPr/>
          <p:nvPr/>
        </p:nvCxnSpPr>
        <p:spPr>
          <a:xfrm>
            <a:off x="4813300" y="1866900"/>
            <a:ext cx="730200" cy="0"/>
          </a:xfrm>
          <a:prstGeom prst="straightConnector1">
            <a:avLst/>
          </a:prstGeom>
          <a:noFill/>
          <a:ln cap="flat" cmpd="sng" w="25400">
            <a:solidFill>
              <a:schemeClr val="lt1"/>
            </a:solidFill>
            <a:prstDash val="solid"/>
            <a:round/>
            <a:headEnd len="sm" w="sm" type="none"/>
            <a:tailEnd len="sm" w="sm" type="none"/>
          </a:ln>
          <a:effectLst>
            <a:outerShdw blurRad="57150" rotWithShape="0" algn="bl" dir="5400000" dist="19050">
              <a:srgbClr val="000000">
                <a:alpha val="49803"/>
              </a:srgbClr>
            </a:outerShdw>
          </a:effectLst>
        </p:spPr>
      </p:cxnSp>
      <p:sp>
        <p:nvSpPr>
          <p:cNvPr id="1530" name="Google Shape;1530;p65"/>
          <p:cNvSpPr/>
          <p:nvPr/>
        </p:nvSpPr>
        <p:spPr>
          <a:xfrm>
            <a:off x="5140325" y="1997869"/>
            <a:ext cx="1295400" cy="273900"/>
          </a:xfrm>
          <a:prstGeom prst="rect">
            <a:avLst/>
          </a:prstGeom>
          <a:solidFill>
            <a:srgbClr val="FAFD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1" i="0" lang="it-IT" sz="1400" u="none" cap="none" strike="noStrike">
                <a:solidFill>
                  <a:schemeClr val="accent1"/>
                </a:solidFill>
                <a:latin typeface="Overpass"/>
                <a:ea typeface="Overpass"/>
                <a:cs typeface="Overpass"/>
                <a:sym typeface="Overpass"/>
              </a:rPr>
              <a:t>GESTURES</a:t>
            </a:r>
            <a:endParaRPr b="1" i="0" sz="2400" u="none" cap="none" strike="noStrike">
              <a:solidFill>
                <a:schemeClr val="accent1"/>
              </a:solidFill>
              <a:latin typeface="Arial"/>
              <a:ea typeface="Arial"/>
              <a:cs typeface="Arial"/>
              <a:sym typeface="Arial"/>
            </a:endParaRPr>
          </a:p>
        </p:txBody>
      </p:sp>
      <p:grpSp>
        <p:nvGrpSpPr>
          <p:cNvPr id="1531" name="Google Shape;1531;p65"/>
          <p:cNvGrpSpPr/>
          <p:nvPr/>
        </p:nvGrpSpPr>
        <p:grpSpPr>
          <a:xfrm>
            <a:off x="2700338" y="1533525"/>
            <a:ext cx="246062" cy="296466"/>
            <a:chOff x="1701" y="1288"/>
            <a:chExt cx="155" cy="249"/>
          </a:xfrm>
        </p:grpSpPr>
        <p:grpSp>
          <p:nvGrpSpPr>
            <p:cNvPr id="1532" name="Google Shape;1532;p65"/>
            <p:cNvGrpSpPr/>
            <p:nvPr/>
          </p:nvGrpSpPr>
          <p:grpSpPr>
            <a:xfrm>
              <a:off x="1701" y="1472"/>
              <a:ext cx="140" cy="65"/>
              <a:chOff x="1701" y="1472"/>
              <a:chExt cx="140" cy="65"/>
            </a:xfrm>
          </p:grpSpPr>
          <p:sp>
            <p:nvSpPr>
              <p:cNvPr id="1533" name="Google Shape;1533;p65"/>
              <p:cNvSpPr/>
              <p:nvPr/>
            </p:nvSpPr>
            <p:spPr>
              <a:xfrm>
                <a:off x="1762" y="1488"/>
                <a:ext cx="79" cy="49"/>
              </a:xfrm>
              <a:custGeom>
                <a:rect b="b" l="l" r="r" t="t"/>
                <a:pathLst>
                  <a:path extrusionOk="0" h="49" w="79">
                    <a:moveTo>
                      <a:pt x="47" y="8"/>
                    </a:moveTo>
                    <a:lnTo>
                      <a:pt x="39" y="8"/>
                    </a:lnTo>
                    <a:lnTo>
                      <a:pt x="31" y="16"/>
                    </a:lnTo>
                    <a:lnTo>
                      <a:pt x="23" y="16"/>
                    </a:lnTo>
                    <a:lnTo>
                      <a:pt x="16" y="24"/>
                    </a:lnTo>
                    <a:lnTo>
                      <a:pt x="8" y="32"/>
                    </a:lnTo>
                    <a:lnTo>
                      <a:pt x="0" y="32"/>
                    </a:lnTo>
                    <a:lnTo>
                      <a:pt x="0" y="40"/>
                    </a:lnTo>
                    <a:lnTo>
                      <a:pt x="0" y="48"/>
                    </a:lnTo>
                    <a:lnTo>
                      <a:pt x="16" y="40"/>
                    </a:lnTo>
                    <a:lnTo>
                      <a:pt x="31" y="32"/>
                    </a:lnTo>
                    <a:lnTo>
                      <a:pt x="39" y="32"/>
                    </a:lnTo>
                    <a:lnTo>
                      <a:pt x="55" y="24"/>
                    </a:lnTo>
                    <a:lnTo>
                      <a:pt x="62" y="16"/>
                    </a:lnTo>
                    <a:lnTo>
                      <a:pt x="70" y="16"/>
                    </a:lnTo>
                    <a:lnTo>
                      <a:pt x="78" y="16"/>
                    </a:lnTo>
                    <a:lnTo>
                      <a:pt x="78" y="8"/>
                    </a:lnTo>
                    <a:lnTo>
                      <a:pt x="70" y="0"/>
                    </a:lnTo>
                    <a:lnTo>
                      <a:pt x="62" y="0"/>
                    </a:lnTo>
                    <a:lnTo>
                      <a:pt x="55" y="0"/>
                    </a:lnTo>
                    <a:lnTo>
                      <a:pt x="47" y="8"/>
                    </a:lnTo>
                  </a:path>
                </a:pathLst>
              </a:custGeom>
              <a:solidFill>
                <a:srgbClr val="606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34" name="Google Shape;1534;p65"/>
              <p:cNvSpPr/>
              <p:nvPr/>
            </p:nvSpPr>
            <p:spPr>
              <a:xfrm>
                <a:off x="1701" y="1472"/>
                <a:ext cx="77" cy="49"/>
              </a:xfrm>
              <a:custGeom>
                <a:rect b="b" l="l" r="r" t="t"/>
                <a:pathLst>
                  <a:path extrusionOk="0" h="49" w="77">
                    <a:moveTo>
                      <a:pt x="46" y="8"/>
                    </a:moveTo>
                    <a:lnTo>
                      <a:pt x="46" y="16"/>
                    </a:lnTo>
                    <a:lnTo>
                      <a:pt x="38" y="16"/>
                    </a:lnTo>
                    <a:lnTo>
                      <a:pt x="30" y="24"/>
                    </a:lnTo>
                    <a:lnTo>
                      <a:pt x="23" y="24"/>
                    </a:lnTo>
                    <a:lnTo>
                      <a:pt x="15" y="32"/>
                    </a:lnTo>
                    <a:lnTo>
                      <a:pt x="8" y="40"/>
                    </a:lnTo>
                    <a:lnTo>
                      <a:pt x="0" y="40"/>
                    </a:lnTo>
                    <a:lnTo>
                      <a:pt x="0" y="48"/>
                    </a:lnTo>
                    <a:lnTo>
                      <a:pt x="8" y="48"/>
                    </a:lnTo>
                    <a:lnTo>
                      <a:pt x="15" y="48"/>
                    </a:lnTo>
                    <a:lnTo>
                      <a:pt x="30" y="40"/>
                    </a:lnTo>
                    <a:lnTo>
                      <a:pt x="46" y="32"/>
                    </a:lnTo>
                    <a:lnTo>
                      <a:pt x="53" y="32"/>
                    </a:lnTo>
                    <a:lnTo>
                      <a:pt x="61" y="24"/>
                    </a:lnTo>
                    <a:lnTo>
                      <a:pt x="68" y="24"/>
                    </a:lnTo>
                    <a:lnTo>
                      <a:pt x="76" y="24"/>
                    </a:lnTo>
                    <a:lnTo>
                      <a:pt x="76" y="16"/>
                    </a:lnTo>
                    <a:lnTo>
                      <a:pt x="76" y="8"/>
                    </a:lnTo>
                    <a:lnTo>
                      <a:pt x="68" y="0"/>
                    </a:lnTo>
                    <a:lnTo>
                      <a:pt x="68" y="8"/>
                    </a:lnTo>
                    <a:lnTo>
                      <a:pt x="61" y="8"/>
                    </a:lnTo>
                    <a:lnTo>
                      <a:pt x="53" y="8"/>
                    </a:lnTo>
                    <a:lnTo>
                      <a:pt x="46" y="8"/>
                    </a:lnTo>
                  </a:path>
                </a:pathLst>
              </a:custGeom>
              <a:solidFill>
                <a:srgbClr val="606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535" name="Google Shape;1535;p65"/>
            <p:cNvSpPr/>
            <p:nvPr/>
          </p:nvSpPr>
          <p:spPr>
            <a:xfrm>
              <a:off x="1723" y="1288"/>
              <a:ext cx="133" cy="226"/>
            </a:xfrm>
            <a:custGeom>
              <a:rect b="b" l="l" r="r" t="t"/>
              <a:pathLst>
                <a:path extrusionOk="0" h="226" w="133">
                  <a:moveTo>
                    <a:pt x="47" y="8"/>
                  </a:moveTo>
                  <a:lnTo>
                    <a:pt x="31" y="24"/>
                  </a:lnTo>
                  <a:lnTo>
                    <a:pt x="23" y="48"/>
                  </a:lnTo>
                  <a:lnTo>
                    <a:pt x="23" y="72"/>
                  </a:lnTo>
                  <a:lnTo>
                    <a:pt x="16" y="88"/>
                  </a:lnTo>
                  <a:lnTo>
                    <a:pt x="8" y="96"/>
                  </a:lnTo>
                  <a:lnTo>
                    <a:pt x="8" y="113"/>
                  </a:lnTo>
                  <a:lnTo>
                    <a:pt x="8" y="121"/>
                  </a:lnTo>
                  <a:lnTo>
                    <a:pt x="16" y="145"/>
                  </a:lnTo>
                  <a:lnTo>
                    <a:pt x="16" y="161"/>
                  </a:lnTo>
                  <a:lnTo>
                    <a:pt x="8" y="169"/>
                  </a:lnTo>
                  <a:lnTo>
                    <a:pt x="8" y="185"/>
                  </a:lnTo>
                  <a:lnTo>
                    <a:pt x="0" y="201"/>
                  </a:lnTo>
                  <a:lnTo>
                    <a:pt x="0" y="217"/>
                  </a:lnTo>
                  <a:lnTo>
                    <a:pt x="8" y="209"/>
                  </a:lnTo>
                  <a:lnTo>
                    <a:pt x="23" y="201"/>
                  </a:lnTo>
                  <a:lnTo>
                    <a:pt x="39" y="201"/>
                  </a:lnTo>
                  <a:lnTo>
                    <a:pt x="54" y="193"/>
                  </a:lnTo>
                  <a:lnTo>
                    <a:pt x="54" y="185"/>
                  </a:lnTo>
                  <a:lnTo>
                    <a:pt x="54" y="169"/>
                  </a:lnTo>
                  <a:lnTo>
                    <a:pt x="54" y="161"/>
                  </a:lnTo>
                  <a:lnTo>
                    <a:pt x="54" y="137"/>
                  </a:lnTo>
                  <a:lnTo>
                    <a:pt x="54" y="129"/>
                  </a:lnTo>
                  <a:lnTo>
                    <a:pt x="47" y="113"/>
                  </a:lnTo>
                  <a:lnTo>
                    <a:pt x="47" y="104"/>
                  </a:lnTo>
                  <a:lnTo>
                    <a:pt x="54" y="96"/>
                  </a:lnTo>
                  <a:lnTo>
                    <a:pt x="62" y="80"/>
                  </a:lnTo>
                  <a:lnTo>
                    <a:pt x="62" y="72"/>
                  </a:lnTo>
                  <a:lnTo>
                    <a:pt x="70" y="48"/>
                  </a:lnTo>
                  <a:lnTo>
                    <a:pt x="78" y="32"/>
                  </a:lnTo>
                  <a:lnTo>
                    <a:pt x="78" y="48"/>
                  </a:lnTo>
                  <a:lnTo>
                    <a:pt x="78" y="72"/>
                  </a:lnTo>
                  <a:lnTo>
                    <a:pt x="78" y="80"/>
                  </a:lnTo>
                  <a:lnTo>
                    <a:pt x="78" y="96"/>
                  </a:lnTo>
                  <a:lnTo>
                    <a:pt x="70" y="113"/>
                  </a:lnTo>
                  <a:lnTo>
                    <a:pt x="78" y="129"/>
                  </a:lnTo>
                  <a:lnTo>
                    <a:pt x="78" y="153"/>
                  </a:lnTo>
                  <a:lnTo>
                    <a:pt x="78" y="169"/>
                  </a:lnTo>
                  <a:lnTo>
                    <a:pt x="70" y="185"/>
                  </a:lnTo>
                  <a:lnTo>
                    <a:pt x="62" y="201"/>
                  </a:lnTo>
                  <a:lnTo>
                    <a:pt x="54" y="225"/>
                  </a:lnTo>
                  <a:lnTo>
                    <a:pt x="70" y="217"/>
                  </a:lnTo>
                  <a:lnTo>
                    <a:pt x="85" y="209"/>
                  </a:lnTo>
                  <a:lnTo>
                    <a:pt x="101" y="209"/>
                  </a:lnTo>
                  <a:lnTo>
                    <a:pt x="109" y="201"/>
                  </a:lnTo>
                  <a:lnTo>
                    <a:pt x="109" y="193"/>
                  </a:lnTo>
                  <a:lnTo>
                    <a:pt x="109" y="185"/>
                  </a:lnTo>
                  <a:lnTo>
                    <a:pt x="109" y="177"/>
                  </a:lnTo>
                  <a:lnTo>
                    <a:pt x="109" y="161"/>
                  </a:lnTo>
                  <a:lnTo>
                    <a:pt x="116" y="153"/>
                  </a:lnTo>
                  <a:lnTo>
                    <a:pt x="116" y="137"/>
                  </a:lnTo>
                  <a:lnTo>
                    <a:pt x="116" y="121"/>
                  </a:lnTo>
                  <a:lnTo>
                    <a:pt x="124" y="104"/>
                  </a:lnTo>
                  <a:lnTo>
                    <a:pt x="124" y="96"/>
                  </a:lnTo>
                  <a:lnTo>
                    <a:pt x="124" y="80"/>
                  </a:lnTo>
                  <a:lnTo>
                    <a:pt x="116" y="72"/>
                  </a:lnTo>
                  <a:lnTo>
                    <a:pt x="124" y="56"/>
                  </a:lnTo>
                  <a:lnTo>
                    <a:pt x="124" y="48"/>
                  </a:lnTo>
                  <a:lnTo>
                    <a:pt x="132" y="32"/>
                  </a:lnTo>
                  <a:lnTo>
                    <a:pt x="132" y="0"/>
                  </a:lnTo>
                  <a:lnTo>
                    <a:pt x="54" y="8"/>
                  </a:lnTo>
                  <a:lnTo>
                    <a:pt x="47" y="8"/>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36" name="Google Shape;1536;p65"/>
          <p:cNvGrpSpPr/>
          <p:nvPr/>
        </p:nvGrpSpPr>
        <p:grpSpPr>
          <a:xfrm>
            <a:off x="2587625" y="1315641"/>
            <a:ext cx="530225" cy="247650"/>
            <a:chOff x="1630" y="1105"/>
            <a:chExt cx="334" cy="208"/>
          </a:xfrm>
        </p:grpSpPr>
        <p:sp>
          <p:nvSpPr>
            <p:cNvPr id="1537" name="Google Shape;1537;p65"/>
            <p:cNvSpPr/>
            <p:nvPr/>
          </p:nvSpPr>
          <p:spPr>
            <a:xfrm>
              <a:off x="1863" y="1146"/>
              <a:ext cx="48" cy="56"/>
            </a:xfrm>
            <a:custGeom>
              <a:rect b="b" l="l" r="r" t="t"/>
              <a:pathLst>
                <a:path extrusionOk="0" h="56" w="48">
                  <a:moveTo>
                    <a:pt x="0" y="31"/>
                  </a:moveTo>
                  <a:lnTo>
                    <a:pt x="0" y="24"/>
                  </a:lnTo>
                  <a:lnTo>
                    <a:pt x="8" y="16"/>
                  </a:lnTo>
                  <a:lnTo>
                    <a:pt x="8" y="8"/>
                  </a:lnTo>
                  <a:lnTo>
                    <a:pt x="16" y="0"/>
                  </a:lnTo>
                  <a:lnTo>
                    <a:pt x="24" y="8"/>
                  </a:lnTo>
                  <a:lnTo>
                    <a:pt x="24" y="16"/>
                  </a:lnTo>
                  <a:lnTo>
                    <a:pt x="31" y="31"/>
                  </a:lnTo>
                  <a:lnTo>
                    <a:pt x="47" y="39"/>
                  </a:lnTo>
                  <a:lnTo>
                    <a:pt x="47" y="47"/>
                  </a:lnTo>
                  <a:lnTo>
                    <a:pt x="39" y="55"/>
                  </a:lnTo>
                  <a:lnTo>
                    <a:pt x="24" y="55"/>
                  </a:lnTo>
                  <a:lnTo>
                    <a:pt x="0" y="31"/>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38" name="Google Shape;1538;p65"/>
            <p:cNvSpPr/>
            <p:nvPr/>
          </p:nvSpPr>
          <p:spPr>
            <a:xfrm>
              <a:off x="1686" y="1177"/>
              <a:ext cx="45" cy="48"/>
            </a:xfrm>
            <a:custGeom>
              <a:rect b="b" l="l" r="r" t="t"/>
              <a:pathLst>
                <a:path extrusionOk="0" h="48" w="45">
                  <a:moveTo>
                    <a:pt x="0" y="24"/>
                  </a:moveTo>
                  <a:lnTo>
                    <a:pt x="15" y="47"/>
                  </a:lnTo>
                  <a:lnTo>
                    <a:pt x="22" y="39"/>
                  </a:lnTo>
                  <a:lnTo>
                    <a:pt x="37" y="31"/>
                  </a:lnTo>
                  <a:lnTo>
                    <a:pt x="44" y="24"/>
                  </a:lnTo>
                  <a:lnTo>
                    <a:pt x="44" y="16"/>
                  </a:lnTo>
                  <a:lnTo>
                    <a:pt x="22" y="0"/>
                  </a:lnTo>
                  <a:lnTo>
                    <a:pt x="15" y="8"/>
                  </a:lnTo>
                  <a:lnTo>
                    <a:pt x="0" y="24"/>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39" name="Google Shape;1539;p65"/>
            <p:cNvSpPr/>
            <p:nvPr/>
          </p:nvSpPr>
          <p:spPr>
            <a:xfrm>
              <a:off x="1693" y="1146"/>
              <a:ext cx="218" cy="167"/>
            </a:xfrm>
            <a:custGeom>
              <a:rect b="b" l="l" r="r" t="t"/>
              <a:pathLst>
                <a:path extrusionOk="0" h="167" w="218">
                  <a:moveTo>
                    <a:pt x="93" y="0"/>
                  </a:moveTo>
                  <a:lnTo>
                    <a:pt x="124" y="8"/>
                  </a:lnTo>
                  <a:lnTo>
                    <a:pt x="140" y="8"/>
                  </a:lnTo>
                  <a:lnTo>
                    <a:pt x="147" y="8"/>
                  </a:lnTo>
                  <a:lnTo>
                    <a:pt x="147" y="16"/>
                  </a:lnTo>
                  <a:lnTo>
                    <a:pt x="155" y="16"/>
                  </a:lnTo>
                  <a:lnTo>
                    <a:pt x="155" y="24"/>
                  </a:lnTo>
                  <a:lnTo>
                    <a:pt x="163" y="24"/>
                  </a:lnTo>
                  <a:lnTo>
                    <a:pt x="171" y="24"/>
                  </a:lnTo>
                  <a:lnTo>
                    <a:pt x="178" y="32"/>
                  </a:lnTo>
                  <a:lnTo>
                    <a:pt x="178" y="40"/>
                  </a:lnTo>
                  <a:lnTo>
                    <a:pt x="186" y="47"/>
                  </a:lnTo>
                  <a:lnTo>
                    <a:pt x="194" y="47"/>
                  </a:lnTo>
                  <a:lnTo>
                    <a:pt x="202" y="55"/>
                  </a:lnTo>
                  <a:lnTo>
                    <a:pt x="217" y="55"/>
                  </a:lnTo>
                  <a:lnTo>
                    <a:pt x="217" y="63"/>
                  </a:lnTo>
                  <a:lnTo>
                    <a:pt x="217" y="79"/>
                  </a:lnTo>
                  <a:lnTo>
                    <a:pt x="209" y="87"/>
                  </a:lnTo>
                  <a:lnTo>
                    <a:pt x="209" y="95"/>
                  </a:lnTo>
                  <a:lnTo>
                    <a:pt x="202" y="103"/>
                  </a:lnTo>
                  <a:lnTo>
                    <a:pt x="186" y="103"/>
                  </a:lnTo>
                  <a:lnTo>
                    <a:pt x="178" y="103"/>
                  </a:lnTo>
                  <a:lnTo>
                    <a:pt x="178" y="111"/>
                  </a:lnTo>
                  <a:lnTo>
                    <a:pt x="178" y="119"/>
                  </a:lnTo>
                  <a:lnTo>
                    <a:pt x="178" y="126"/>
                  </a:lnTo>
                  <a:lnTo>
                    <a:pt x="178" y="142"/>
                  </a:lnTo>
                  <a:lnTo>
                    <a:pt x="178" y="150"/>
                  </a:lnTo>
                  <a:lnTo>
                    <a:pt x="178" y="158"/>
                  </a:lnTo>
                  <a:lnTo>
                    <a:pt x="163" y="158"/>
                  </a:lnTo>
                  <a:lnTo>
                    <a:pt x="155" y="158"/>
                  </a:lnTo>
                  <a:lnTo>
                    <a:pt x="140" y="166"/>
                  </a:lnTo>
                  <a:lnTo>
                    <a:pt x="124" y="166"/>
                  </a:lnTo>
                  <a:lnTo>
                    <a:pt x="109" y="166"/>
                  </a:lnTo>
                  <a:lnTo>
                    <a:pt x="101" y="166"/>
                  </a:lnTo>
                  <a:lnTo>
                    <a:pt x="93" y="166"/>
                  </a:lnTo>
                  <a:lnTo>
                    <a:pt x="78" y="166"/>
                  </a:lnTo>
                  <a:lnTo>
                    <a:pt x="62" y="158"/>
                  </a:lnTo>
                  <a:lnTo>
                    <a:pt x="54" y="158"/>
                  </a:lnTo>
                  <a:lnTo>
                    <a:pt x="47" y="150"/>
                  </a:lnTo>
                  <a:lnTo>
                    <a:pt x="39" y="150"/>
                  </a:lnTo>
                  <a:lnTo>
                    <a:pt x="47" y="134"/>
                  </a:lnTo>
                  <a:lnTo>
                    <a:pt x="47" y="119"/>
                  </a:lnTo>
                  <a:lnTo>
                    <a:pt x="39" y="111"/>
                  </a:lnTo>
                  <a:lnTo>
                    <a:pt x="31" y="111"/>
                  </a:lnTo>
                  <a:lnTo>
                    <a:pt x="31" y="103"/>
                  </a:lnTo>
                  <a:lnTo>
                    <a:pt x="23" y="95"/>
                  </a:lnTo>
                  <a:lnTo>
                    <a:pt x="23" y="87"/>
                  </a:lnTo>
                  <a:lnTo>
                    <a:pt x="16" y="87"/>
                  </a:lnTo>
                  <a:lnTo>
                    <a:pt x="8" y="79"/>
                  </a:lnTo>
                  <a:lnTo>
                    <a:pt x="0" y="79"/>
                  </a:lnTo>
                  <a:lnTo>
                    <a:pt x="0" y="71"/>
                  </a:lnTo>
                  <a:lnTo>
                    <a:pt x="8" y="71"/>
                  </a:lnTo>
                  <a:lnTo>
                    <a:pt x="16" y="63"/>
                  </a:lnTo>
                  <a:lnTo>
                    <a:pt x="23" y="63"/>
                  </a:lnTo>
                  <a:lnTo>
                    <a:pt x="31" y="47"/>
                  </a:lnTo>
                  <a:lnTo>
                    <a:pt x="31" y="40"/>
                  </a:lnTo>
                  <a:lnTo>
                    <a:pt x="39" y="32"/>
                  </a:lnTo>
                  <a:lnTo>
                    <a:pt x="47" y="32"/>
                  </a:lnTo>
                  <a:lnTo>
                    <a:pt x="47" y="24"/>
                  </a:lnTo>
                  <a:lnTo>
                    <a:pt x="47" y="16"/>
                  </a:lnTo>
                  <a:lnTo>
                    <a:pt x="54" y="16"/>
                  </a:lnTo>
                  <a:lnTo>
                    <a:pt x="62" y="16"/>
                  </a:lnTo>
                  <a:lnTo>
                    <a:pt x="70" y="8"/>
                  </a:lnTo>
                  <a:lnTo>
                    <a:pt x="93" y="0"/>
                  </a:lnTo>
                </a:path>
              </a:pathLst>
            </a:custGeom>
            <a:solidFill>
              <a:srgbClr val="A0A0C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40" name="Google Shape;1540;p65"/>
            <p:cNvSpPr/>
            <p:nvPr/>
          </p:nvSpPr>
          <p:spPr>
            <a:xfrm>
              <a:off x="1630" y="1129"/>
              <a:ext cx="80" cy="73"/>
            </a:xfrm>
            <a:custGeom>
              <a:rect b="b" l="l" r="r" t="t"/>
              <a:pathLst>
                <a:path extrusionOk="0" h="73" w="80">
                  <a:moveTo>
                    <a:pt x="79" y="24"/>
                  </a:moveTo>
                  <a:lnTo>
                    <a:pt x="79" y="24"/>
                  </a:lnTo>
                  <a:lnTo>
                    <a:pt x="79" y="40"/>
                  </a:lnTo>
                  <a:lnTo>
                    <a:pt x="79" y="48"/>
                  </a:lnTo>
                  <a:lnTo>
                    <a:pt x="79" y="56"/>
                  </a:lnTo>
                  <a:lnTo>
                    <a:pt x="71" y="64"/>
                  </a:lnTo>
                  <a:lnTo>
                    <a:pt x="63" y="72"/>
                  </a:lnTo>
                  <a:lnTo>
                    <a:pt x="55" y="72"/>
                  </a:lnTo>
                  <a:lnTo>
                    <a:pt x="40" y="72"/>
                  </a:lnTo>
                  <a:lnTo>
                    <a:pt x="32" y="72"/>
                  </a:lnTo>
                  <a:lnTo>
                    <a:pt x="32" y="64"/>
                  </a:lnTo>
                  <a:lnTo>
                    <a:pt x="16" y="64"/>
                  </a:lnTo>
                  <a:lnTo>
                    <a:pt x="0" y="64"/>
                  </a:lnTo>
                  <a:lnTo>
                    <a:pt x="0" y="56"/>
                  </a:lnTo>
                  <a:lnTo>
                    <a:pt x="16" y="56"/>
                  </a:lnTo>
                  <a:lnTo>
                    <a:pt x="24" y="56"/>
                  </a:lnTo>
                  <a:lnTo>
                    <a:pt x="0" y="40"/>
                  </a:lnTo>
                  <a:lnTo>
                    <a:pt x="0" y="32"/>
                  </a:lnTo>
                  <a:lnTo>
                    <a:pt x="8" y="32"/>
                  </a:lnTo>
                  <a:lnTo>
                    <a:pt x="32" y="40"/>
                  </a:lnTo>
                  <a:lnTo>
                    <a:pt x="16" y="32"/>
                  </a:lnTo>
                  <a:lnTo>
                    <a:pt x="8" y="24"/>
                  </a:lnTo>
                  <a:lnTo>
                    <a:pt x="8" y="16"/>
                  </a:lnTo>
                  <a:lnTo>
                    <a:pt x="16" y="16"/>
                  </a:lnTo>
                  <a:lnTo>
                    <a:pt x="40" y="32"/>
                  </a:lnTo>
                  <a:lnTo>
                    <a:pt x="32" y="24"/>
                  </a:lnTo>
                  <a:lnTo>
                    <a:pt x="24" y="16"/>
                  </a:lnTo>
                  <a:lnTo>
                    <a:pt x="24" y="8"/>
                  </a:lnTo>
                  <a:lnTo>
                    <a:pt x="40" y="8"/>
                  </a:lnTo>
                  <a:lnTo>
                    <a:pt x="47" y="24"/>
                  </a:lnTo>
                  <a:lnTo>
                    <a:pt x="55" y="24"/>
                  </a:lnTo>
                  <a:lnTo>
                    <a:pt x="55" y="16"/>
                  </a:lnTo>
                  <a:lnTo>
                    <a:pt x="55" y="8"/>
                  </a:lnTo>
                  <a:lnTo>
                    <a:pt x="63" y="0"/>
                  </a:lnTo>
                  <a:lnTo>
                    <a:pt x="71" y="0"/>
                  </a:lnTo>
                  <a:lnTo>
                    <a:pt x="71" y="8"/>
                  </a:lnTo>
                  <a:lnTo>
                    <a:pt x="71" y="16"/>
                  </a:lnTo>
                  <a:lnTo>
                    <a:pt x="79" y="24"/>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41" name="Google Shape;1541;p65"/>
            <p:cNvSpPr/>
            <p:nvPr/>
          </p:nvSpPr>
          <p:spPr>
            <a:xfrm>
              <a:off x="1809" y="1273"/>
              <a:ext cx="55" cy="9"/>
            </a:xfrm>
            <a:custGeom>
              <a:rect b="b" l="l" r="r" t="t"/>
              <a:pathLst>
                <a:path extrusionOk="0" h="9" w="55">
                  <a:moveTo>
                    <a:pt x="0" y="8"/>
                  </a:moveTo>
                  <a:lnTo>
                    <a:pt x="54"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42" name="Google Shape;1542;p65"/>
            <p:cNvGrpSpPr/>
            <p:nvPr/>
          </p:nvGrpSpPr>
          <p:grpSpPr>
            <a:xfrm>
              <a:off x="1746" y="1136"/>
              <a:ext cx="72" cy="82"/>
              <a:chOff x="1746" y="1136"/>
              <a:chExt cx="72" cy="82"/>
            </a:xfrm>
          </p:grpSpPr>
          <p:sp>
            <p:nvSpPr>
              <p:cNvPr id="1543" name="Google Shape;1543;p65"/>
              <p:cNvSpPr/>
              <p:nvPr/>
            </p:nvSpPr>
            <p:spPr>
              <a:xfrm>
                <a:off x="1746" y="1136"/>
                <a:ext cx="72" cy="82"/>
              </a:xfrm>
              <a:custGeom>
                <a:rect b="b" l="l" r="r" t="t"/>
                <a:pathLst>
                  <a:path extrusionOk="0" h="82" w="72">
                    <a:moveTo>
                      <a:pt x="24" y="8"/>
                    </a:moveTo>
                    <a:lnTo>
                      <a:pt x="0" y="24"/>
                    </a:lnTo>
                    <a:lnTo>
                      <a:pt x="8" y="49"/>
                    </a:lnTo>
                    <a:lnTo>
                      <a:pt x="39" y="81"/>
                    </a:lnTo>
                    <a:lnTo>
                      <a:pt x="47" y="73"/>
                    </a:lnTo>
                    <a:lnTo>
                      <a:pt x="71" y="16"/>
                    </a:lnTo>
                    <a:lnTo>
                      <a:pt x="63" y="0"/>
                    </a:lnTo>
                    <a:lnTo>
                      <a:pt x="39" y="16"/>
                    </a:lnTo>
                    <a:lnTo>
                      <a:pt x="24" y="8"/>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44" name="Google Shape;1544;p65"/>
              <p:cNvSpPr/>
              <p:nvPr/>
            </p:nvSpPr>
            <p:spPr>
              <a:xfrm>
                <a:off x="1785" y="1170"/>
                <a:ext cx="17" cy="8"/>
              </a:xfrm>
              <a:custGeom>
                <a:rect b="b" l="l" r="r" t="t"/>
                <a:pathLst>
                  <a:path extrusionOk="0" h="8" w="17">
                    <a:moveTo>
                      <a:pt x="0" y="0"/>
                    </a:moveTo>
                    <a:lnTo>
                      <a:pt x="16" y="7"/>
                    </a:lnTo>
                    <a:lnTo>
                      <a:pt x="8" y="7"/>
                    </a:lnTo>
                    <a:lnTo>
                      <a:pt x="0" y="0"/>
                    </a:lnTo>
                  </a:path>
                </a:pathLst>
              </a:custGeom>
              <a:solidFill>
                <a:srgbClr val="C0C0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45" name="Google Shape;1545;p65"/>
              <p:cNvSpPr/>
              <p:nvPr/>
            </p:nvSpPr>
            <p:spPr>
              <a:xfrm>
                <a:off x="1754" y="1177"/>
                <a:ext cx="9" cy="1"/>
              </a:xfrm>
              <a:custGeom>
                <a:rect b="b" l="l" r="r" t="t"/>
                <a:pathLst>
                  <a:path extrusionOk="0" h="1" w="9">
                    <a:moveTo>
                      <a:pt x="8" y="0"/>
                    </a:moveTo>
                    <a:lnTo>
                      <a:pt x="0" y="0"/>
                    </a:lnTo>
                    <a:lnTo>
                      <a:pt x="8" y="0"/>
                    </a:lnTo>
                  </a:path>
                </a:pathLst>
              </a:custGeom>
              <a:solidFill>
                <a:srgbClr val="C0C0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46" name="Google Shape;1546;p65"/>
            <p:cNvGrpSpPr/>
            <p:nvPr/>
          </p:nvGrpSpPr>
          <p:grpSpPr>
            <a:xfrm>
              <a:off x="1762" y="1161"/>
              <a:ext cx="32" cy="81"/>
              <a:chOff x="1762" y="1161"/>
              <a:chExt cx="32" cy="81"/>
            </a:xfrm>
          </p:grpSpPr>
          <p:sp>
            <p:nvSpPr>
              <p:cNvPr id="1547" name="Google Shape;1547;p65"/>
              <p:cNvSpPr/>
              <p:nvPr/>
            </p:nvSpPr>
            <p:spPr>
              <a:xfrm>
                <a:off x="1762" y="1161"/>
                <a:ext cx="32" cy="81"/>
              </a:xfrm>
              <a:custGeom>
                <a:rect b="b" l="l" r="r" t="t"/>
                <a:pathLst>
                  <a:path extrusionOk="0" h="81" w="32">
                    <a:moveTo>
                      <a:pt x="8" y="0"/>
                    </a:moveTo>
                    <a:lnTo>
                      <a:pt x="23" y="8"/>
                    </a:lnTo>
                    <a:lnTo>
                      <a:pt x="16" y="24"/>
                    </a:lnTo>
                    <a:lnTo>
                      <a:pt x="31" y="48"/>
                    </a:lnTo>
                    <a:lnTo>
                      <a:pt x="16" y="80"/>
                    </a:lnTo>
                    <a:lnTo>
                      <a:pt x="0" y="56"/>
                    </a:lnTo>
                    <a:lnTo>
                      <a:pt x="8" y="24"/>
                    </a:lnTo>
                    <a:lnTo>
                      <a:pt x="0" y="16"/>
                    </a:lnTo>
                    <a:lnTo>
                      <a:pt x="8" y="0"/>
                    </a:lnTo>
                  </a:path>
                </a:pathLst>
              </a:custGeom>
              <a:solidFill>
                <a:srgbClr val="FF0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48" name="Google Shape;1548;p65"/>
              <p:cNvSpPr/>
              <p:nvPr/>
            </p:nvSpPr>
            <p:spPr>
              <a:xfrm>
                <a:off x="1770" y="1185"/>
                <a:ext cx="8" cy="1"/>
              </a:xfrm>
              <a:custGeom>
                <a:rect b="b" l="l" r="r" t="t"/>
                <a:pathLst>
                  <a:path extrusionOk="0" h="1" w="8">
                    <a:moveTo>
                      <a:pt x="0" y="0"/>
                    </a:moveTo>
                    <a:lnTo>
                      <a:pt x="7" y="0"/>
                    </a:lnTo>
                    <a:lnTo>
                      <a:pt x="0" y="0"/>
                    </a:lnTo>
                  </a:path>
                </a:pathLst>
              </a:custGeom>
              <a:solidFill>
                <a:srgbClr val="E04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549" name="Google Shape;1549;p65"/>
            <p:cNvSpPr/>
            <p:nvPr/>
          </p:nvSpPr>
          <p:spPr>
            <a:xfrm>
              <a:off x="1723" y="1177"/>
              <a:ext cx="32" cy="33"/>
            </a:xfrm>
            <a:custGeom>
              <a:rect b="b" l="l" r="r" t="t"/>
              <a:pathLst>
                <a:path extrusionOk="0" h="33" w="32">
                  <a:moveTo>
                    <a:pt x="0" y="8"/>
                  </a:moveTo>
                  <a:lnTo>
                    <a:pt x="8" y="16"/>
                  </a:lnTo>
                  <a:lnTo>
                    <a:pt x="8" y="24"/>
                  </a:lnTo>
                  <a:lnTo>
                    <a:pt x="16" y="24"/>
                  </a:lnTo>
                  <a:lnTo>
                    <a:pt x="23" y="32"/>
                  </a:lnTo>
                  <a:lnTo>
                    <a:pt x="31" y="32"/>
                  </a:lnTo>
                  <a:lnTo>
                    <a:pt x="23" y="24"/>
                  </a:lnTo>
                  <a:lnTo>
                    <a:pt x="16" y="24"/>
                  </a:lnTo>
                  <a:lnTo>
                    <a:pt x="16" y="16"/>
                  </a:lnTo>
                  <a:lnTo>
                    <a:pt x="8" y="16"/>
                  </a:lnTo>
                  <a:lnTo>
                    <a:pt x="8" y="8"/>
                  </a:lnTo>
                  <a:lnTo>
                    <a:pt x="8" y="0"/>
                  </a:lnTo>
                  <a:lnTo>
                    <a:pt x="8" y="8"/>
                  </a:lnTo>
                  <a:lnTo>
                    <a:pt x="0" y="8"/>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50" name="Google Shape;1550;p65"/>
            <p:cNvSpPr/>
            <p:nvPr/>
          </p:nvSpPr>
          <p:spPr>
            <a:xfrm>
              <a:off x="1723" y="1257"/>
              <a:ext cx="32" cy="25"/>
            </a:xfrm>
            <a:custGeom>
              <a:rect b="b" l="l" r="r" t="t"/>
              <a:pathLst>
                <a:path extrusionOk="0" h="25" w="32">
                  <a:moveTo>
                    <a:pt x="0" y="0"/>
                  </a:moveTo>
                  <a:lnTo>
                    <a:pt x="8" y="0"/>
                  </a:lnTo>
                  <a:lnTo>
                    <a:pt x="8" y="8"/>
                  </a:lnTo>
                  <a:lnTo>
                    <a:pt x="16" y="8"/>
                  </a:lnTo>
                  <a:lnTo>
                    <a:pt x="16" y="16"/>
                  </a:lnTo>
                  <a:lnTo>
                    <a:pt x="23" y="16"/>
                  </a:lnTo>
                  <a:lnTo>
                    <a:pt x="23" y="24"/>
                  </a:lnTo>
                  <a:lnTo>
                    <a:pt x="23" y="16"/>
                  </a:lnTo>
                  <a:lnTo>
                    <a:pt x="16" y="8"/>
                  </a:lnTo>
                  <a:lnTo>
                    <a:pt x="23" y="8"/>
                  </a:lnTo>
                  <a:lnTo>
                    <a:pt x="31" y="8"/>
                  </a:lnTo>
                  <a:lnTo>
                    <a:pt x="23" y="8"/>
                  </a:lnTo>
                  <a:lnTo>
                    <a:pt x="16" y="8"/>
                  </a:lnTo>
                  <a:lnTo>
                    <a:pt x="8" y="8"/>
                  </a:lnTo>
                  <a:lnTo>
                    <a:pt x="0" y="0"/>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51" name="Google Shape;1551;p65"/>
            <p:cNvSpPr/>
            <p:nvPr/>
          </p:nvSpPr>
          <p:spPr>
            <a:xfrm>
              <a:off x="1879" y="1105"/>
              <a:ext cx="85" cy="81"/>
            </a:xfrm>
            <a:custGeom>
              <a:rect b="b" l="l" r="r" t="t"/>
              <a:pathLst>
                <a:path extrusionOk="0" h="81" w="85">
                  <a:moveTo>
                    <a:pt x="8" y="24"/>
                  </a:moveTo>
                  <a:lnTo>
                    <a:pt x="8" y="32"/>
                  </a:lnTo>
                  <a:lnTo>
                    <a:pt x="0" y="40"/>
                  </a:lnTo>
                  <a:lnTo>
                    <a:pt x="8" y="56"/>
                  </a:lnTo>
                  <a:lnTo>
                    <a:pt x="8" y="64"/>
                  </a:lnTo>
                  <a:lnTo>
                    <a:pt x="15" y="72"/>
                  </a:lnTo>
                  <a:lnTo>
                    <a:pt x="23" y="80"/>
                  </a:lnTo>
                  <a:lnTo>
                    <a:pt x="31" y="80"/>
                  </a:lnTo>
                  <a:lnTo>
                    <a:pt x="46" y="80"/>
                  </a:lnTo>
                  <a:lnTo>
                    <a:pt x="53" y="72"/>
                  </a:lnTo>
                  <a:lnTo>
                    <a:pt x="69" y="72"/>
                  </a:lnTo>
                  <a:lnTo>
                    <a:pt x="76" y="72"/>
                  </a:lnTo>
                  <a:lnTo>
                    <a:pt x="84" y="72"/>
                  </a:lnTo>
                  <a:lnTo>
                    <a:pt x="84" y="64"/>
                  </a:lnTo>
                  <a:lnTo>
                    <a:pt x="76" y="64"/>
                  </a:lnTo>
                  <a:lnTo>
                    <a:pt x="69" y="56"/>
                  </a:lnTo>
                  <a:lnTo>
                    <a:pt x="61" y="64"/>
                  </a:lnTo>
                  <a:lnTo>
                    <a:pt x="84" y="48"/>
                  </a:lnTo>
                  <a:lnTo>
                    <a:pt x="84" y="40"/>
                  </a:lnTo>
                  <a:lnTo>
                    <a:pt x="76" y="40"/>
                  </a:lnTo>
                  <a:lnTo>
                    <a:pt x="76" y="32"/>
                  </a:lnTo>
                  <a:lnTo>
                    <a:pt x="53" y="48"/>
                  </a:lnTo>
                  <a:lnTo>
                    <a:pt x="76" y="32"/>
                  </a:lnTo>
                  <a:lnTo>
                    <a:pt x="76" y="24"/>
                  </a:lnTo>
                  <a:lnTo>
                    <a:pt x="69" y="24"/>
                  </a:lnTo>
                  <a:lnTo>
                    <a:pt x="46" y="40"/>
                  </a:lnTo>
                  <a:lnTo>
                    <a:pt x="61" y="24"/>
                  </a:lnTo>
                  <a:lnTo>
                    <a:pt x="61" y="16"/>
                  </a:lnTo>
                  <a:lnTo>
                    <a:pt x="61" y="8"/>
                  </a:lnTo>
                  <a:lnTo>
                    <a:pt x="53" y="8"/>
                  </a:lnTo>
                  <a:lnTo>
                    <a:pt x="46" y="16"/>
                  </a:lnTo>
                  <a:lnTo>
                    <a:pt x="38" y="24"/>
                  </a:lnTo>
                  <a:lnTo>
                    <a:pt x="31" y="32"/>
                  </a:lnTo>
                  <a:lnTo>
                    <a:pt x="23" y="32"/>
                  </a:lnTo>
                  <a:lnTo>
                    <a:pt x="31" y="24"/>
                  </a:lnTo>
                  <a:lnTo>
                    <a:pt x="31" y="16"/>
                  </a:lnTo>
                  <a:lnTo>
                    <a:pt x="23" y="8"/>
                  </a:lnTo>
                  <a:lnTo>
                    <a:pt x="23" y="0"/>
                  </a:lnTo>
                  <a:lnTo>
                    <a:pt x="15" y="0"/>
                  </a:lnTo>
                  <a:lnTo>
                    <a:pt x="15" y="8"/>
                  </a:lnTo>
                  <a:lnTo>
                    <a:pt x="15" y="16"/>
                  </a:lnTo>
                  <a:lnTo>
                    <a:pt x="15" y="24"/>
                  </a:lnTo>
                  <a:lnTo>
                    <a:pt x="8" y="24"/>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52" name="Google Shape;1552;p65"/>
            <p:cNvSpPr/>
            <p:nvPr/>
          </p:nvSpPr>
          <p:spPr>
            <a:xfrm>
              <a:off x="1840" y="1170"/>
              <a:ext cx="24" cy="40"/>
            </a:xfrm>
            <a:custGeom>
              <a:rect b="b" l="l" r="r" t="t"/>
              <a:pathLst>
                <a:path extrusionOk="0" h="40" w="24">
                  <a:moveTo>
                    <a:pt x="8" y="0"/>
                  </a:moveTo>
                  <a:lnTo>
                    <a:pt x="15" y="0"/>
                  </a:lnTo>
                  <a:lnTo>
                    <a:pt x="23" y="0"/>
                  </a:lnTo>
                  <a:lnTo>
                    <a:pt x="15" y="0"/>
                  </a:lnTo>
                  <a:lnTo>
                    <a:pt x="15" y="8"/>
                  </a:lnTo>
                  <a:lnTo>
                    <a:pt x="15" y="16"/>
                  </a:lnTo>
                  <a:lnTo>
                    <a:pt x="8" y="23"/>
                  </a:lnTo>
                  <a:lnTo>
                    <a:pt x="8" y="16"/>
                  </a:lnTo>
                  <a:lnTo>
                    <a:pt x="0" y="23"/>
                  </a:lnTo>
                  <a:lnTo>
                    <a:pt x="0" y="31"/>
                  </a:lnTo>
                  <a:lnTo>
                    <a:pt x="8" y="39"/>
                  </a:lnTo>
                  <a:lnTo>
                    <a:pt x="0" y="31"/>
                  </a:lnTo>
                  <a:lnTo>
                    <a:pt x="0" y="23"/>
                  </a:lnTo>
                  <a:lnTo>
                    <a:pt x="0" y="16"/>
                  </a:lnTo>
                  <a:lnTo>
                    <a:pt x="8" y="16"/>
                  </a:lnTo>
                  <a:lnTo>
                    <a:pt x="8" y="8"/>
                  </a:lnTo>
                  <a:lnTo>
                    <a:pt x="0" y="8"/>
                  </a:lnTo>
                  <a:lnTo>
                    <a:pt x="8" y="8"/>
                  </a:lnTo>
                  <a:lnTo>
                    <a:pt x="8" y="0"/>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53" name="Google Shape;1553;p65"/>
            <p:cNvSpPr/>
            <p:nvPr/>
          </p:nvSpPr>
          <p:spPr>
            <a:xfrm>
              <a:off x="1847" y="1224"/>
              <a:ext cx="25" cy="34"/>
            </a:xfrm>
            <a:custGeom>
              <a:rect b="b" l="l" r="r" t="t"/>
              <a:pathLst>
                <a:path extrusionOk="0" h="34" w="25">
                  <a:moveTo>
                    <a:pt x="24" y="25"/>
                  </a:moveTo>
                  <a:lnTo>
                    <a:pt x="16" y="17"/>
                  </a:lnTo>
                  <a:lnTo>
                    <a:pt x="16" y="8"/>
                  </a:lnTo>
                  <a:lnTo>
                    <a:pt x="16" y="0"/>
                  </a:lnTo>
                  <a:lnTo>
                    <a:pt x="16" y="8"/>
                  </a:lnTo>
                  <a:lnTo>
                    <a:pt x="16" y="17"/>
                  </a:lnTo>
                  <a:lnTo>
                    <a:pt x="8" y="17"/>
                  </a:lnTo>
                  <a:lnTo>
                    <a:pt x="0" y="25"/>
                  </a:lnTo>
                  <a:lnTo>
                    <a:pt x="8" y="17"/>
                  </a:lnTo>
                  <a:lnTo>
                    <a:pt x="16" y="17"/>
                  </a:lnTo>
                  <a:lnTo>
                    <a:pt x="8" y="17"/>
                  </a:lnTo>
                  <a:lnTo>
                    <a:pt x="8" y="25"/>
                  </a:lnTo>
                  <a:lnTo>
                    <a:pt x="8" y="33"/>
                  </a:lnTo>
                  <a:lnTo>
                    <a:pt x="8" y="25"/>
                  </a:lnTo>
                  <a:lnTo>
                    <a:pt x="16" y="25"/>
                  </a:lnTo>
                  <a:lnTo>
                    <a:pt x="16" y="33"/>
                  </a:lnTo>
                  <a:lnTo>
                    <a:pt x="24" y="33"/>
                  </a:lnTo>
                  <a:lnTo>
                    <a:pt x="24" y="25"/>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54" name="Google Shape;1554;p65"/>
          <p:cNvGrpSpPr/>
          <p:nvPr/>
        </p:nvGrpSpPr>
        <p:grpSpPr>
          <a:xfrm>
            <a:off x="2638425" y="1020366"/>
            <a:ext cx="307975" cy="363140"/>
            <a:chOff x="1662" y="857"/>
            <a:chExt cx="194" cy="305"/>
          </a:xfrm>
        </p:grpSpPr>
        <p:sp>
          <p:nvSpPr>
            <p:cNvPr id="1555" name="Google Shape;1555;p65"/>
            <p:cNvSpPr/>
            <p:nvPr/>
          </p:nvSpPr>
          <p:spPr>
            <a:xfrm>
              <a:off x="1662" y="857"/>
              <a:ext cx="194" cy="305"/>
            </a:xfrm>
            <a:custGeom>
              <a:rect b="b" l="l" r="r" t="t"/>
              <a:pathLst>
                <a:path extrusionOk="0" h="305" w="194">
                  <a:moveTo>
                    <a:pt x="108" y="16"/>
                  </a:moveTo>
                  <a:lnTo>
                    <a:pt x="93" y="32"/>
                  </a:lnTo>
                  <a:lnTo>
                    <a:pt x="93" y="40"/>
                  </a:lnTo>
                  <a:lnTo>
                    <a:pt x="85" y="48"/>
                  </a:lnTo>
                  <a:lnTo>
                    <a:pt x="85" y="64"/>
                  </a:lnTo>
                  <a:lnTo>
                    <a:pt x="77" y="72"/>
                  </a:lnTo>
                  <a:lnTo>
                    <a:pt x="77" y="88"/>
                  </a:lnTo>
                  <a:lnTo>
                    <a:pt x="77" y="96"/>
                  </a:lnTo>
                  <a:lnTo>
                    <a:pt x="69" y="96"/>
                  </a:lnTo>
                  <a:lnTo>
                    <a:pt x="62" y="104"/>
                  </a:lnTo>
                  <a:lnTo>
                    <a:pt x="46" y="112"/>
                  </a:lnTo>
                  <a:lnTo>
                    <a:pt x="31" y="112"/>
                  </a:lnTo>
                  <a:lnTo>
                    <a:pt x="23" y="120"/>
                  </a:lnTo>
                  <a:lnTo>
                    <a:pt x="15" y="120"/>
                  </a:lnTo>
                  <a:lnTo>
                    <a:pt x="8" y="128"/>
                  </a:lnTo>
                  <a:lnTo>
                    <a:pt x="0" y="136"/>
                  </a:lnTo>
                  <a:lnTo>
                    <a:pt x="0" y="144"/>
                  </a:lnTo>
                  <a:lnTo>
                    <a:pt x="0" y="152"/>
                  </a:lnTo>
                  <a:lnTo>
                    <a:pt x="0" y="160"/>
                  </a:lnTo>
                  <a:lnTo>
                    <a:pt x="8" y="168"/>
                  </a:lnTo>
                  <a:lnTo>
                    <a:pt x="15" y="168"/>
                  </a:lnTo>
                  <a:lnTo>
                    <a:pt x="23" y="176"/>
                  </a:lnTo>
                  <a:lnTo>
                    <a:pt x="39" y="176"/>
                  </a:lnTo>
                  <a:lnTo>
                    <a:pt x="46" y="176"/>
                  </a:lnTo>
                  <a:lnTo>
                    <a:pt x="62" y="176"/>
                  </a:lnTo>
                  <a:lnTo>
                    <a:pt x="69" y="176"/>
                  </a:lnTo>
                  <a:lnTo>
                    <a:pt x="69" y="184"/>
                  </a:lnTo>
                  <a:lnTo>
                    <a:pt x="69" y="200"/>
                  </a:lnTo>
                  <a:lnTo>
                    <a:pt x="69" y="224"/>
                  </a:lnTo>
                  <a:lnTo>
                    <a:pt x="77" y="248"/>
                  </a:lnTo>
                  <a:lnTo>
                    <a:pt x="77" y="264"/>
                  </a:lnTo>
                  <a:lnTo>
                    <a:pt x="85" y="272"/>
                  </a:lnTo>
                  <a:lnTo>
                    <a:pt x="85" y="280"/>
                  </a:lnTo>
                  <a:lnTo>
                    <a:pt x="93" y="288"/>
                  </a:lnTo>
                  <a:lnTo>
                    <a:pt x="100" y="304"/>
                  </a:lnTo>
                  <a:lnTo>
                    <a:pt x="108" y="304"/>
                  </a:lnTo>
                  <a:lnTo>
                    <a:pt x="116" y="304"/>
                  </a:lnTo>
                  <a:lnTo>
                    <a:pt x="124" y="304"/>
                  </a:lnTo>
                  <a:lnTo>
                    <a:pt x="131" y="304"/>
                  </a:lnTo>
                  <a:lnTo>
                    <a:pt x="139" y="288"/>
                  </a:lnTo>
                  <a:lnTo>
                    <a:pt x="147" y="280"/>
                  </a:lnTo>
                  <a:lnTo>
                    <a:pt x="154" y="264"/>
                  </a:lnTo>
                  <a:lnTo>
                    <a:pt x="162" y="240"/>
                  </a:lnTo>
                  <a:lnTo>
                    <a:pt x="162" y="224"/>
                  </a:lnTo>
                  <a:lnTo>
                    <a:pt x="170" y="208"/>
                  </a:lnTo>
                  <a:lnTo>
                    <a:pt x="170" y="192"/>
                  </a:lnTo>
                  <a:lnTo>
                    <a:pt x="178" y="176"/>
                  </a:lnTo>
                  <a:lnTo>
                    <a:pt x="178" y="160"/>
                  </a:lnTo>
                  <a:lnTo>
                    <a:pt x="178" y="144"/>
                  </a:lnTo>
                  <a:lnTo>
                    <a:pt x="178" y="136"/>
                  </a:lnTo>
                  <a:lnTo>
                    <a:pt x="178" y="144"/>
                  </a:lnTo>
                  <a:lnTo>
                    <a:pt x="185" y="136"/>
                  </a:lnTo>
                  <a:lnTo>
                    <a:pt x="193" y="136"/>
                  </a:lnTo>
                  <a:lnTo>
                    <a:pt x="193" y="128"/>
                  </a:lnTo>
                  <a:lnTo>
                    <a:pt x="193" y="120"/>
                  </a:lnTo>
                  <a:lnTo>
                    <a:pt x="193" y="112"/>
                  </a:lnTo>
                  <a:lnTo>
                    <a:pt x="185" y="112"/>
                  </a:lnTo>
                  <a:lnTo>
                    <a:pt x="178" y="112"/>
                  </a:lnTo>
                  <a:lnTo>
                    <a:pt x="185" y="96"/>
                  </a:lnTo>
                  <a:lnTo>
                    <a:pt x="193" y="80"/>
                  </a:lnTo>
                  <a:lnTo>
                    <a:pt x="193" y="56"/>
                  </a:lnTo>
                  <a:lnTo>
                    <a:pt x="193" y="32"/>
                  </a:lnTo>
                  <a:lnTo>
                    <a:pt x="178" y="16"/>
                  </a:lnTo>
                  <a:lnTo>
                    <a:pt x="162" y="8"/>
                  </a:lnTo>
                  <a:lnTo>
                    <a:pt x="139" y="0"/>
                  </a:lnTo>
                  <a:lnTo>
                    <a:pt x="124" y="8"/>
                  </a:lnTo>
                  <a:lnTo>
                    <a:pt x="108" y="16"/>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56" name="Google Shape;1556;p65"/>
            <p:cNvSpPr/>
            <p:nvPr/>
          </p:nvSpPr>
          <p:spPr>
            <a:xfrm>
              <a:off x="1730" y="1009"/>
              <a:ext cx="41" cy="25"/>
            </a:xfrm>
            <a:custGeom>
              <a:rect b="b" l="l" r="r" t="t"/>
              <a:pathLst>
                <a:path extrusionOk="0" h="25" w="41">
                  <a:moveTo>
                    <a:pt x="0" y="24"/>
                  </a:moveTo>
                  <a:lnTo>
                    <a:pt x="8" y="24"/>
                  </a:lnTo>
                  <a:lnTo>
                    <a:pt x="24" y="16"/>
                  </a:lnTo>
                  <a:lnTo>
                    <a:pt x="32" y="8"/>
                  </a:lnTo>
                  <a:lnTo>
                    <a:pt x="4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57" name="Google Shape;1557;p65"/>
          <p:cNvGrpSpPr/>
          <p:nvPr/>
        </p:nvGrpSpPr>
        <p:grpSpPr>
          <a:xfrm>
            <a:off x="2771775" y="1077516"/>
            <a:ext cx="76200" cy="66675"/>
            <a:chOff x="1746" y="905"/>
            <a:chExt cx="48" cy="56"/>
          </a:xfrm>
        </p:grpSpPr>
        <p:grpSp>
          <p:nvGrpSpPr>
            <p:cNvPr id="1558" name="Google Shape;1558;p65"/>
            <p:cNvGrpSpPr/>
            <p:nvPr/>
          </p:nvGrpSpPr>
          <p:grpSpPr>
            <a:xfrm>
              <a:off x="1746" y="905"/>
              <a:ext cx="48" cy="10"/>
              <a:chOff x="1746" y="905"/>
              <a:chExt cx="48" cy="10"/>
            </a:xfrm>
          </p:grpSpPr>
          <p:sp>
            <p:nvSpPr>
              <p:cNvPr id="1559" name="Google Shape;1559;p65"/>
              <p:cNvSpPr/>
              <p:nvPr/>
            </p:nvSpPr>
            <p:spPr>
              <a:xfrm>
                <a:off x="1777" y="905"/>
                <a:ext cx="17" cy="10"/>
              </a:xfrm>
              <a:custGeom>
                <a:rect b="b" l="l" r="r" t="t"/>
                <a:pathLst>
                  <a:path extrusionOk="0" h="10" w="17">
                    <a:moveTo>
                      <a:pt x="0" y="0"/>
                    </a:moveTo>
                    <a:lnTo>
                      <a:pt x="0" y="0"/>
                    </a:lnTo>
                    <a:lnTo>
                      <a:pt x="8" y="0"/>
                    </a:lnTo>
                    <a:lnTo>
                      <a:pt x="16" y="9"/>
                    </a:lnTo>
                  </a:path>
                </a:pathLst>
              </a:custGeom>
              <a:noFill/>
              <a:ln cap="rnd" cmpd="sng" w="12700">
                <a:solidFill>
                  <a:srgbClr val="6040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60" name="Google Shape;1560;p65"/>
              <p:cNvSpPr/>
              <p:nvPr/>
            </p:nvSpPr>
            <p:spPr>
              <a:xfrm>
                <a:off x="1746" y="905"/>
                <a:ext cx="17" cy="10"/>
              </a:xfrm>
              <a:custGeom>
                <a:rect b="b" l="l" r="r" t="t"/>
                <a:pathLst>
                  <a:path extrusionOk="0" h="10" w="17">
                    <a:moveTo>
                      <a:pt x="0" y="9"/>
                    </a:moveTo>
                    <a:lnTo>
                      <a:pt x="8" y="0"/>
                    </a:lnTo>
                    <a:lnTo>
                      <a:pt x="16" y="0"/>
                    </a:lnTo>
                  </a:path>
                </a:pathLst>
              </a:custGeom>
              <a:noFill/>
              <a:ln cap="rnd" cmpd="sng" w="12700">
                <a:solidFill>
                  <a:srgbClr val="6040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61" name="Google Shape;1561;p65"/>
            <p:cNvGrpSpPr/>
            <p:nvPr/>
          </p:nvGrpSpPr>
          <p:grpSpPr>
            <a:xfrm>
              <a:off x="1754" y="914"/>
              <a:ext cx="31" cy="47"/>
              <a:chOff x="1754" y="914"/>
              <a:chExt cx="31" cy="47"/>
            </a:xfrm>
          </p:grpSpPr>
          <p:sp>
            <p:nvSpPr>
              <p:cNvPr id="1562" name="Google Shape;1562;p65"/>
              <p:cNvSpPr/>
              <p:nvPr/>
            </p:nvSpPr>
            <p:spPr>
              <a:xfrm>
                <a:off x="1754" y="914"/>
                <a:ext cx="8" cy="47"/>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63" name="Google Shape;1563;p65"/>
              <p:cNvSpPr/>
              <p:nvPr/>
            </p:nvSpPr>
            <p:spPr>
              <a:xfrm>
                <a:off x="1777" y="914"/>
                <a:ext cx="8" cy="47"/>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564" name="Google Shape;1564;p65"/>
          <p:cNvGrpSpPr/>
          <p:nvPr/>
        </p:nvGrpSpPr>
        <p:grpSpPr>
          <a:xfrm>
            <a:off x="2784475" y="1201341"/>
            <a:ext cx="76200" cy="77390"/>
            <a:chOff x="1754" y="1009"/>
            <a:chExt cx="48" cy="65"/>
          </a:xfrm>
        </p:grpSpPr>
        <p:sp>
          <p:nvSpPr>
            <p:cNvPr id="1565" name="Google Shape;1565;p65"/>
            <p:cNvSpPr/>
            <p:nvPr/>
          </p:nvSpPr>
          <p:spPr>
            <a:xfrm>
              <a:off x="1793" y="1009"/>
              <a:ext cx="9" cy="65"/>
            </a:xfrm>
            <a:custGeom>
              <a:rect b="b" l="l" r="r" t="t"/>
              <a:pathLst>
                <a:path extrusionOk="0" h="65" w="9">
                  <a:moveTo>
                    <a:pt x="8" y="0"/>
                  </a:moveTo>
                  <a:lnTo>
                    <a:pt x="8" y="8"/>
                  </a:lnTo>
                  <a:lnTo>
                    <a:pt x="0" y="16"/>
                  </a:lnTo>
                  <a:lnTo>
                    <a:pt x="0" y="24"/>
                  </a:lnTo>
                  <a:lnTo>
                    <a:pt x="0" y="32"/>
                  </a:lnTo>
                  <a:lnTo>
                    <a:pt x="0" y="48"/>
                  </a:lnTo>
                  <a:lnTo>
                    <a:pt x="8" y="56"/>
                  </a:lnTo>
                  <a:lnTo>
                    <a:pt x="8" y="6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66" name="Google Shape;1566;p65"/>
            <p:cNvSpPr/>
            <p:nvPr/>
          </p:nvSpPr>
          <p:spPr>
            <a:xfrm>
              <a:off x="1754" y="1033"/>
              <a:ext cx="40" cy="24"/>
            </a:xfrm>
            <a:custGeom>
              <a:rect b="b" l="l" r="r" t="t"/>
              <a:pathLst>
                <a:path extrusionOk="0" h="24" w="40">
                  <a:moveTo>
                    <a:pt x="0" y="0"/>
                  </a:moveTo>
                  <a:lnTo>
                    <a:pt x="0" y="15"/>
                  </a:lnTo>
                  <a:lnTo>
                    <a:pt x="0" y="23"/>
                  </a:lnTo>
                  <a:lnTo>
                    <a:pt x="16" y="23"/>
                  </a:lnTo>
                  <a:lnTo>
                    <a:pt x="23" y="23"/>
                  </a:lnTo>
                  <a:lnTo>
                    <a:pt x="39" y="23"/>
                  </a:lnTo>
                  <a:lnTo>
                    <a:pt x="39" y="15"/>
                  </a:lnTo>
                  <a:lnTo>
                    <a:pt x="39" y="8"/>
                  </a:lnTo>
                  <a:lnTo>
                    <a:pt x="39" y="0"/>
                  </a:lnTo>
                  <a:lnTo>
                    <a:pt x="31" y="8"/>
                  </a:lnTo>
                  <a:lnTo>
                    <a:pt x="23" y="8"/>
                  </a:lnTo>
                  <a:lnTo>
                    <a:pt x="16" y="8"/>
                  </a:lnTo>
                  <a:lnTo>
                    <a:pt x="8" y="8"/>
                  </a:lnTo>
                  <a:lnTo>
                    <a:pt x="0" y="0"/>
                  </a:lnTo>
                </a:path>
              </a:pathLst>
            </a:custGeom>
            <a:solidFill>
              <a:srgbClr val="000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567" name="Google Shape;1567;p65"/>
          <p:cNvSpPr/>
          <p:nvPr/>
        </p:nvSpPr>
        <p:spPr>
          <a:xfrm>
            <a:off x="2746375" y="1001316"/>
            <a:ext cx="238125" cy="153590"/>
          </a:xfrm>
          <a:custGeom>
            <a:rect b="b" l="l" r="r" t="t"/>
            <a:pathLst>
              <a:path extrusionOk="0" h="129" w="150">
                <a:moveTo>
                  <a:pt x="0" y="40"/>
                </a:moveTo>
                <a:lnTo>
                  <a:pt x="8" y="32"/>
                </a:lnTo>
                <a:lnTo>
                  <a:pt x="8" y="24"/>
                </a:lnTo>
                <a:lnTo>
                  <a:pt x="16" y="24"/>
                </a:lnTo>
                <a:lnTo>
                  <a:pt x="24" y="16"/>
                </a:lnTo>
                <a:lnTo>
                  <a:pt x="31" y="16"/>
                </a:lnTo>
                <a:lnTo>
                  <a:pt x="39" y="8"/>
                </a:lnTo>
                <a:lnTo>
                  <a:pt x="47" y="8"/>
                </a:lnTo>
                <a:lnTo>
                  <a:pt x="55" y="8"/>
                </a:lnTo>
                <a:lnTo>
                  <a:pt x="63" y="8"/>
                </a:lnTo>
                <a:lnTo>
                  <a:pt x="71" y="0"/>
                </a:lnTo>
                <a:lnTo>
                  <a:pt x="86" y="0"/>
                </a:lnTo>
                <a:lnTo>
                  <a:pt x="94" y="0"/>
                </a:lnTo>
                <a:lnTo>
                  <a:pt x="102" y="8"/>
                </a:lnTo>
                <a:lnTo>
                  <a:pt x="110" y="8"/>
                </a:lnTo>
                <a:lnTo>
                  <a:pt x="110" y="16"/>
                </a:lnTo>
                <a:lnTo>
                  <a:pt x="118" y="24"/>
                </a:lnTo>
                <a:lnTo>
                  <a:pt x="118" y="32"/>
                </a:lnTo>
                <a:lnTo>
                  <a:pt x="125" y="32"/>
                </a:lnTo>
                <a:lnTo>
                  <a:pt x="125" y="40"/>
                </a:lnTo>
                <a:lnTo>
                  <a:pt x="133" y="40"/>
                </a:lnTo>
                <a:lnTo>
                  <a:pt x="141" y="40"/>
                </a:lnTo>
                <a:lnTo>
                  <a:pt x="141" y="48"/>
                </a:lnTo>
                <a:lnTo>
                  <a:pt x="149" y="48"/>
                </a:lnTo>
                <a:lnTo>
                  <a:pt x="149" y="56"/>
                </a:lnTo>
                <a:lnTo>
                  <a:pt x="149" y="64"/>
                </a:lnTo>
                <a:lnTo>
                  <a:pt x="149" y="72"/>
                </a:lnTo>
                <a:lnTo>
                  <a:pt x="141" y="80"/>
                </a:lnTo>
                <a:lnTo>
                  <a:pt x="149" y="80"/>
                </a:lnTo>
                <a:lnTo>
                  <a:pt x="149" y="88"/>
                </a:lnTo>
                <a:lnTo>
                  <a:pt x="149" y="96"/>
                </a:lnTo>
                <a:lnTo>
                  <a:pt x="141" y="104"/>
                </a:lnTo>
                <a:lnTo>
                  <a:pt x="141" y="112"/>
                </a:lnTo>
                <a:lnTo>
                  <a:pt x="133" y="112"/>
                </a:lnTo>
                <a:lnTo>
                  <a:pt x="133" y="120"/>
                </a:lnTo>
                <a:lnTo>
                  <a:pt x="125" y="120"/>
                </a:lnTo>
                <a:lnTo>
                  <a:pt x="118" y="128"/>
                </a:lnTo>
                <a:lnTo>
                  <a:pt x="110" y="128"/>
                </a:lnTo>
                <a:lnTo>
                  <a:pt x="102" y="128"/>
                </a:lnTo>
                <a:lnTo>
                  <a:pt x="102" y="120"/>
                </a:lnTo>
                <a:lnTo>
                  <a:pt x="102" y="112"/>
                </a:lnTo>
                <a:lnTo>
                  <a:pt x="102" y="104"/>
                </a:lnTo>
                <a:lnTo>
                  <a:pt x="94" y="96"/>
                </a:lnTo>
                <a:lnTo>
                  <a:pt x="86" y="96"/>
                </a:lnTo>
                <a:lnTo>
                  <a:pt x="86" y="88"/>
                </a:lnTo>
                <a:lnTo>
                  <a:pt x="86" y="80"/>
                </a:lnTo>
                <a:lnTo>
                  <a:pt x="86" y="72"/>
                </a:lnTo>
                <a:lnTo>
                  <a:pt x="86" y="64"/>
                </a:lnTo>
                <a:lnTo>
                  <a:pt x="94" y="56"/>
                </a:lnTo>
                <a:lnTo>
                  <a:pt x="94" y="48"/>
                </a:lnTo>
                <a:lnTo>
                  <a:pt x="86" y="56"/>
                </a:lnTo>
                <a:lnTo>
                  <a:pt x="78" y="56"/>
                </a:lnTo>
                <a:lnTo>
                  <a:pt x="71" y="56"/>
                </a:lnTo>
                <a:lnTo>
                  <a:pt x="71" y="48"/>
                </a:lnTo>
                <a:lnTo>
                  <a:pt x="63" y="48"/>
                </a:lnTo>
                <a:lnTo>
                  <a:pt x="55" y="48"/>
                </a:lnTo>
                <a:lnTo>
                  <a:pt x="47" y="48"/>
                </a:lnTo>
                <a:lnTo>
                  <a:pt x="39" y="48"/>
                </a:lnTo>
                <a:lnTo>
                  <a:pt x="31" y="48"/>
                </a:lnTo>
                <a:lnTo>
                  <a:pt x="24" y="48"/>
                </a:lnTo>
                <a:lnTo>
                  <a:pt x="16" y="48"/>
                </a:lnTo>
                <a:lnTo>
                  <a:pt x="8" y="48"/>
                </a:lnTo>
                <a:lnTo>
                  <a:pt x="8" y="40"/>
                </a:lnTo>
                <a:lnTo>
                  <a:pt x="0" y="40"/>
                </a:lnTo>
              </a:path>
            </a:pathLst>
          </a:custGeom>
          <a:solidFill>
            <a:srgbClr val="A04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68" name="Google Shape;1568;p65"/>
          <p:cNvSpPr/>
          <p:nvPr/>
        </p:nvSpPr>
        <p:spPr>
          <a:xfrm>
            <a:off x="2833688" y="1039416"/>
            <a:ext cx="1587" cy="10715"/>
          </a:xfrm>
          <a:custGeom>
            <a:rect b="b" l="l" r="r" t="t"/>
            <a:pathLst>
              <a:path extrusionOk="0" h="9" w="1">
                <a:moveTo>
                  <a:pt x="0" y="8"/>
                </a:moveTo>
                <a:lnTo>
                  <a:pt x="0" y="8"/>
                </a:lnTo>
                <a:lnTo>
                  <a:pt x="0" y="4"/>
                </a:lnTo>
                <a:lnTo>
                  <a:pt x="0" y="0"/>
                </a:lnTo>
                <a:lnTo>
                  <a:pt x="0" y="8"/>
                </a:lnTo>
              </a:path>
            </a:pathLst>
          </a:custGeom>
          <a:solidFill>
            <a:srgbClr val="604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69" name="Google Shape;1569;p65"/>
          <p:cNvGrpSpPr/>
          <p:nvPr/>
        </p:nvGrpSpPr>
        <p:grpSpPr>
          <a:xfrm>
            <a:off x="6786563" y="1057275"/>
            <a:ext cx="585787" cy="819150"/>
            <a:chOff x="4275" y="888"/>
            <a:chExt cx="369" cy="688"/>
          </a:xfrm>
        </p:grpSpPr>
        <p:grpSp>
          <p:nvGrpSpPr>
            <p:cNvPr id="1570" name="Google Shape;1570;p65"/>
            <p:cNvGrpSpPr/>
            <p:nvPr/>
          </p:nvGrpSpPr>
          <p:grpSpPr>
            <a:xfrm>
              <a:off x="4275" y="1148"/>
              <a:ext cx="369" cy="428"/>
              <a:chOff x="4275" y="1148"/>
              <a:chExt cx="369" cy="428"/>
            </a:xfrm>
          </p:grpSpPr>
          <p:grpSp>
            <p:nvGrpSpPr>
              <p:cNvPr id="1571" name="Google Shape;1571;p65"/>
              <p:cNvGrpSpPr/>
              <p:nvPr/>
            </p:nvGrpSpPr>
            <p:grpSpPr>
              <a:xfrm>
                <a:off x="4395" y="1330"/>
                <a:ext cx="173" cy="246"/>
                <a:chOff x="4395" y="1330"/>
                <a:chExt cx="173" cy="246"/>
              </a:xfrm>
            </p:grpSpPr>
            <p:grpSp>
              <p:nvGrpSpPr>
                <p:cNvPr id="1572" name="Google Shape;1572;p65"/>
                <p:cNvGrpSpPr/>
                <p:nvPr/>
              </p:nvGrpSpPr>
              <p:grpSpPr>
                <a:xfrm>
                  <a:off x="4412" y="1512"/>
                  <a:ext cx="156" cy="64"/>
                  <a:chOff x="4412" y="1512"/>
                  <a:chExt cx="156" cy="64"/>
                </a:xfrm>
              </p:grpSpPr>
              <p:sp>
                <p:nvSpPr>
                  <p:cNvPr id="1573" name="Google Shape;1573;p65"/>
                  <p:cNvSpPr/>
                  <p:nvPr/>
                </p:nvSpPr>
                <p:spPr>
                  <a:xfrm>
                    <a:off x="4412" y="1527"/>
                    <a:ext cx="87" cy="49"/>
                  </a:xfrm>
                  <a:custGeom>
                    <a:rect b="b" l="l" r="r" t="t"/>
                    <a:pathLst>
                      <a:path extrusionOk="0" h="49" w="87">
                        <a:moveTo>
                          <a:pt x="34" y="8"/>
                        </a:moveTo>
                        <a:lnTo>
                          <a:pt x="43" y="8"/>
                        </a:lnTo>
                        <a:lnTo>
                          <a:pt x="52" y="16"/>
                        </a:lnTo>
                        <a:lnTo>
                          <a:pt x="60" y="16"/>
                        </a:lnTo>
                        <a:lnTo>
                          <a:pt x="69" y="24"/>
                        </a:lnTo>
                        <a:lnTo>
                          <a:pt x="77" y="32"/>
                        </a:lnTo>
                        <a:lnTo>
                          <a:pt x="86" y="32"/>
                        </a:lnTo>
                        <a:lnTo>
                          <a:pt x="86" y="40"/>
                        </a:lnTo>
                        <a:lnTo>
                          <a:pt x="86" y="48"/>
                        </a:lnTo>
                        <a:lnTo>
                          <a:pt x="69" y="40"/>
                        </a:lnTo>
                        <a:lnTo>
                          <a:pt x="52" y="32"/>
                        </a:lnTo>
                        <a:lnTo>
                          <a:pt x="43" y="32"/>
                        </a:lnTo>
                        <a:lnTo>
                          <a:pt x="26" y="24"/>
                        </a:lnTo>
                        <a:lnTo>
                          <a:pt x="17" y="16"/>
                        </a:lnTo>
                        <a:lnTo>
                          <a:pt x="9" y="16"/>
                        </a:lnTo>
                        <a:lnTo>
                          <a:pt x="0" y="16"/>
                        </a:lnTo>
                        <a:lnTo>
                          <a:pt x="0" y="8"/>
                        </a:lnTo>
                        <a:lnTo>
                          <a:pt x="9" y="0"/>
                        </a:lnTo>
                        <a:lnTo>
                          <a:pt x="17" y="0"/>
                        </a:lnTo>
                        <a:lnTo>
                          <a:pt x="26" y="0"/>
                        </a:lnTo>
                        <a:lnTo>
                          <a:pt x="34" y="8"/>
                        </a:lnTo>
                      </a:path>
                    </a:pathLst>
                  </a:custGeom>
                  <a:solidFill>
                    <a:srgbClr val="606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74" name="Google Shape;1574;p65"/>
                  <p:cNvSpPr/>
                  <p:nvPr/>
                </p:nvSpPr>
                <p:spPr>
                  <a:xfrm>
                    <a:off x="4480" y="1512"/>
                    <a:ext cx="88" cy="48"/>
                  </a:xfrm>
                  <a:custGeom>
                    <a:rect b="b" l="l" r="r" t="t"/>
                    <a:pathLst>
                      <a:path extrusionOk="0" h="48" w="88">
                        <a:moveTo>
                          <a:pt x="35" y="8"/>
                        </a:moveTo>
                        <a:lnTo>
                          <a:pt x="35" y="16"/>
                        </a:lnTo>
                        <a:lnTo>
                          <a:pt x="44" y="16"/>
                        </a:lnTo>
                        <a:lnTo>
                          <a:pt x="52" y="24"/>
                        </a:lnTo>
                        <a:lnTo>
                          <a:pt x="61" y="24"/>
                        </a:lnTo>
                        <a:lnTo>
                          <a:pt x="70" y="31"/>
                        </a:lnTo>
                        <a:lnTo>
                          <a:pt x="78" y="39"/>
                        </a:lnTo>
                        <a:lnTo>
                          <a:pt x="87" y="39"/>
                        </a:lnTo>
                        <a:lnTo>
                          <a:pt x="87" y="47"/>
                        </a:lnTo>
                        <a:lnTo>
                          <a:pt x="78" y="47"/>
                        </a:lnTo>
                        <a:lnTo>
                          <a:pt x="70" y="47"/>
                        </a:lnTo>
                        <a:lnTo>
                          <a:pt x="52" y="39"/>
                        </a:lnTo>
                        <a:lnTo>
                          <a:pt x="35" y="31"/>
                        </a:lnTo>
                        <a:lnTo>
                          <a:pt x="26" y="31"/>
                        </a:lnTo>
                        <a:lnTo>
                          <a:pt x="17" y="24"/>
                        </a:lnTo>
                        <a:lnTo>
                          <a:pt x="9" y="24"/>
                        </a:lnTo>
                        <a:lnTo>
                          <a:pt x="0" y="24"/>
                        </a:lnTo>
                        <a:lnTo>
                          <a:pt x="0" y="16"/>
                        </a:lnTo>
                        <a:lnTo>
                          <a:pt x="0" y="8"/>
                        </a:lnTo>
                        <a:lnTo>
                          <a:pt x="9" y="0"/>
                        </a:lnTo>
                        <a:lnTo>
                          <a:pt x="9" y="8"/>
                        </a:lnTo>
                        <a:lnTo>
                          <a:pt x="17" y="8"/>
                        </a:lnTo>
                        <a:lnTo>
                          <a:pt x="26" y="8"/>
                        </a:lnTo>
                        <a:lnTo>
                          <a:pt x="35" y="8"/>
                        </a:lnTo>
                      </a:path>
                    </a:pathLst>
                  </a:custGeom>
                  <a:solidFill>
                    <a:srgbClr val="606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575" name="Google Shape;1575;p65"/>
                <p:cNvSpPr/>
                <p:nvPr/>
              </p:nvSpPr>
              <p:spPr>
                <a:xfrm>
                  <a:off x="4395" y="1330"/>
                  <a:ext cx="147" cy="222"/>
                </a:xfrm>
                <a:custGeom>
                  <a:rect b="b" l="l" r="r" t="t"/>
                  <a:pathLst>
                    <a:path extrusionOk="0" h="222" w="147">
                      <a:moveTo>
                        <a:pt x="94" y="8"/>
                      </a:moveTo>
                      <a:lnTo>
                        <a:pt x="112" y="24"/>
                      </a:lnTo>
                      <a:lnTo>
                        <a:pt x="120" y="47"/>
                      </a:lnTo>
                      <a:lnTo>
                        <a:pt x="120" y="71"/>
                      </a:lnTo>
                      <a:lnTo>
                        <a:pt x="129" y="87"/>
                      </a:lnTo>
                      <a:lnTo>
                        <a:pt x="137" y="95"/>
                      </a:lnTo>
                      <a:lnTo>
                        <a:pt x="137" y="111"/>
                      </a:lnTo>
                      <a:lnTo>
                        <a:pt x="137" y="118"/>
                      </a:lnTo>
                      <a:lnTo>
                        <a:pt x="129" y="142"/>
                      </a:lnTo>
                      <a:lnTo>
                        <a:pt x="129" y="158"/>
                      </a:lnTo>
                      <a:lnTo>
                        <a:pt x="137" y="166"/>
                      </a:lnTo>
                      <a:lnTo>
                        <a:pt x="137" y="182"/>
                      </a:lnTo>
                      <a:lnTo>
                        <a:pt x="146" y="197"/>
                      </a:lnTo>
                      <a:lnTo>
                        <a:pt x="146" y="213"/>
                      </a:lnTo>
                      <a:lnTo>
                        <a:pt x="137" y="205"/>
                      </a:lnTo>
                      <a:lnTo>
                        <a:pt x="120" y="197"/>
                      </a:lnTo>
                      <a:lnTo>
                        <a:pt x="103" y="197"/>
                      </a:lnTo>
                      <a:lnTo>
                        <a:pt x="86" y="189"/>
                      </a:lnTo>
                      <a:lnTo>
                        <a:pt x="86" y="182"/>
                      </a:lnTo>
                      <a:lnTo>
                        <a:pt x="86" y="166"/>
                      </a:lnTo>
                      <a:lnTo>
                        <a:pt x="86" y="158"/>
                      </a:lnTo>
                      <a:lnTo>
                        <a:pt x="86" y="134"/>
                      </a:lnTo>
                      <a:lnTo>
                        <a:pt x="86" y="126"/>
                      </a:lnTo>
                      <a:lnTo>
                        <a:pt x="94" y="111"/>
                      </a:lnTo>
                      <a:lnTo>
                        <a:pt x="94" y="103"/>
                      </a:lnTo>
                      <a:lnTo>
                        <a:pt x="86" y="95"/>
                      </a:lnTo>
                      <a:lnTo>
                        <a:pt x="77" y="79"/>
                      </a:lnTo>
                      <a:lnTo>
                        <a:pt x="77" y="71"/>
                      </a:lnTo>
                      <a:lnTo>
                        <a:pt x="69" y="47"/>
                      </a:lnTo>
                      <a:lnTo>
                        <a:pt x="60" y="32"/>
                      </a:lnTo>
                      <a:lnTo>
                        <a:pt x="60" y="47"/>
                      </a:lnTo>
                      <a:lnTo>
                        <a:pt x="60" y="71"/>
                      </a:lnTo>
                      <a:lnTo>
                        <a:pt x="60" y="79"/>
                      </a:lnTo>
                      <a:lnTo>
                        <a:pt x="60" y="95"/>
                      </a:lnTo>
                      <a:lnTo>
                        <a:pt x="69" y="111"/>
                      </a:lnTo>
                      <a:lnTo>
                        <a:pt x="60" y="126"/>
                      </a:lnTo>
                      <a:lnTo>
                        <a:pt x="60" y="150"/>
                      </a:lnTo>
                      <a:lnTo>
                        <a:pt x="60" y="166"/>
                      </a:lnTo>
                      <a:lnTo>
                        <a:pt x="69" y="182"/>
                      </a:lnTo>
                      <a:lnTo>
                        <a:pt x="77" y="197"/>
                      </a:lnTo>
                      <a:lnTo>
                        <a:pt x="86" y="221"/>
                      </a:lnTo>
                      <a:lnTo>
                        <a:pt x="69" y="213"/>
                      </a:lnTo>
                      <a:lnTo>
                        <a:pt x="52" y="205"/>
                      </a:lnTo>
                      <a:lnTo>
                        <a:pt x="34" y="205"/>
                      </a:lnTo>
                      <a:lnTo>
                        <a:pt x="26" y="197"/>
                      </a:lnTo>
                      <a:lnTo>
                        <a:pt x="26" y="189"/>
                      </a:lnTo>
                      <a:lnTo>
                        <a:pt x="26" y="182"/>
                      </a:lnTo>
                      <a:lnTo>
                        <a:pt x="26" y="174"/>
                      </a:lnTo>
                      <a:lnTo>
                        <a:pt x="26" y="158"/>
                      </a:lnTo>
                      <a:lnTo>
                        <a:pt x="17" y="150"/>
                      </a:lnTo>
                      <a:lnTo>
                        <a:pt x="17" y="134"/>
                      </a:lnTo>
                      <a:lnTo>
                        <a:pt x="17" y="118"/>
                      </a:lnTo>
                      <a:lnTo>
                        <a:pt x="9" y="103"/>
                      </a:lnTo>
                      <a:lnTo>
                        <a:pt x="9" y="95"/>
                      </a:lnTo>
                      <a:lnTo>
                        <a:pt x="9" y="79"/>
                      </a:lnTo>
                      <a:lnTo>
                        <a:pt x="17" y="71"/>
                      </a:lnTo>
                      <a:lnTo>
                        <a:pt x="9" y="55"/>
                      </a:lnTo>
                      <a:lnTo>
                        <a:pt x="9" y="47"/>
                      </a:lnTo>
                      <a:lnTo>
                        <a:pt x="0" y="32"/>
                      </a:lnTo>
                      <a:lnTo>
                        <a:pt x="0" y="0"/>
                      </a:lnTo>
                      <a:lnTo>
                        <a:pt x="86" y="8"/>
                      </a:lnTo>
                      <a:lnTo>
                        <a:pt x="94" y="8"/>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76" name="Google Shape;1576;p65"/>
              <p:cNvGrpSpPr/>
              <p:nvPr/>
            </p:nvGrpSpPr>
            <p:grpSpPr>
              <a:xfrm>
                <a:off x="4275" y="1148"/>
                <a:ext cx="369" cy="207"/>
                <a:chOff x="4275" y="1148"/>
                <a:chExt cx="369" cy="207"/>
              </a:xfrm>
            </p:grpSpPr>
            <p:sp>
              <p:nvSpPr>
                <p:cNvPr id="1577" name="Google Shape;1577;p65"/>
                <p:cNvSpPr/>
                <p:nvPr/>
              </p:nvSpPr>
              <p:spPr>
                <a:xfrm>
                  <a:off x="4335" y="1188"/>
                  <a:ext cx="52" cy="57"/>
                </a:xfrm>
                <a:custGeom>
                  <a:rect b="b" l="l" r="r" t="t"/>
                  <a:pathLst>
                    <a:path extrusionOk="0" h="57" w="52">
                      <a:moveTo>
                        <a:pt x="51" y="32"/>
                      </a:moveTo>
                      <a:lnTo>
                        <a:pt x="51" y="24"/>
                      </a:lnTo>
                      <a:lnTo>
                        <a:pt x="43" y="16"/>
                      </a:lnTo>
                      <a:lnTo>
                        <a:pt x="43" y="8"/>
                      </a:lnTo>
                      <a:lnTo>
                        <a:pt x="34" y="0"/>
                      </a:lnTo>
                      <a:lnTo>
                        <a:pt x="26" y="8"/>
                      </a:lnTo>
                      <a:lnTo>
                        <a:pt x="26" y="16"/>
                      </a:lnTo>
                      <a:lnTo>
                        <a:pt x="17" y="32"/>
                      </a:lnTo>
                      <a:lnTo>
                        <a:pt x="0" y="40"/>
                      </a:lnTo>
                      <a:lnTo>
                        <a:pt x="0" y="48"/>
                      </a:lnTo>
                      <a:lnTo>
                        <a:pt x="9" y="56"/>
                      </a:lnTo>
                      <a:lnTo>
                        <a:pt x="26" y="56"/>
                      </a:lnTo>
                      <a:lnTo>
                        <a:pt x="51" y="32"/>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78" name="Google Shape;1578;p65"/>
                <p:cNvSpPr/>
                <p:nvPr/>
              </p:nvSpPr>
              <p:spPr>
                <a:xfrm>
                  <a:off x="4532" y="1220"/>
                  <a:ext cx="51" cy="48"/>
                </a:xfrm>
                <a:custGeom>
                  <a:rect b="b" l="l" r="r" t="t"/>
                  <a:pathLst>
                    <a:path extrusionOk="0" h="48" w="51">
                      <a:moveTo>
                        <a:pt x="50" y="24"/>
                      </a:moveTo>
                      <a:lnTo>
                        <a:pt x="33" y="47"/>
                      </a:lnTo>
                      <a:lnTo>
                        <a:pt x="25" y="39"/>
                      </a:lnTo>
                      <a:lnTo>
                        <a:pt x="8" y="31"/>
                      </a:lnTo>
                      <a:lnTo>
                        <a:pt x="0" y="24"/>
                      </a:lnTo>
                      <a:lnTo>
                        <a:pt x="0" y="16"/>
                      </a:lnTo>
                      <a:lnTo>
                        <a:pt x="25" y="0"/>
                      </a:lnTo>
                      <a:lnTo>
                        <a:pt x="33" y="8"/>
                      </a:lnTo>
                      <a:lnTo>
                        <a:pt x="50" y="24"/>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79" name="Google Shape;1579;p65"/>
                <p:cNvSpPr/>
                <p:nvPr/>
              </p:nvSpPr>
              <p:spPr>
                <a:xfrm>
                  <a:off x="4335" y="1188"/>
                  <a:ext cx="240" cy="167"/>
                </a:xfrm>
                <a:custGeom>
                  <a:rect b="b" l="l" r="r" t="t"/>
                  <a:pathLst>
                    <a:path extrusionOk="0" h="167" w="240">
                      <a:moveTo>
                        <a:pt x="137" y="0"/>
                      </a:moveTo>
                      <a:lnTo>
                        <a:pt x="102" y="8"/>
                      </a:lnTo>
                      <a:lnTo>
                        <a:pt x="85" y="8"/>
                      </a:lnTo>
                      <a:lnTo>
                        <a:pt x="77" y="8"/>
                      </a:lnTo>
                      <a:lnTo>
                        <a:pt x="77" y="16"/>
                      </a:lnTo>
                      <a:lnTo>
                        <a:pt x="68" y="16"/>
                      </a:lnTo>
                      <a:lnTo>
                        <a:pt x="68" y="24"/>
                      </a:lnTo>
                      <a:lnTo>
                        <a:pt x="60" y="24"/>
                      </a:lnTo>
                      <a:lnTo>
                        <a:pt x="51" y="24"/>
                      </a:lnTo>
                      <a:lnTo>
                        <a:pt x="43" y="32"/>
                      </a:lnTo>
                      <a:lnTo>
                        <a:pt x="43" y="40"/>
                      </a:lnTo>
                      <a:lnTo>
                        <a:pt x="34" y="47"/>
                      </a:lnTo>
                      <a:lnTo>
                        <a:pt x="26" y="47"/>
                      </a:lnTo>
                      <a:lnTo>
                        <a:pt x="17" y="55"/>
                      </a:lnTo>
                      <a:lnTo>
                        <a:pt x="0" y="55"/>
                      </a:lnTo>
                      <a:lnTo>
                        <a:pt x="0" y="63"/>
                      </a:lnTo>
                      <a:lnTo>
                        <a:pt x="0" y="79"/>
                      </a:lnTo>
                      <a:lnTo>
                        <a:pt x="9" y="87"/>
                      </a:lnTo>
                      <a:lnTo>
                        <a:pt x="9" y="95"/>
                      </a:lnTo>
                      <a:lnTo>
                        <a:pt x="17" y="103"/>
                      </a:lnTo>
                      <a:lnTo>
                        <a:pt x="34" y="103"/>
                      </a:lnTo>
                      <a:lnTo>
                        <a:pt x="43" y="103"/>
                      </a:lnTo>
                      <a:lnTo>
                        <a:pt x="43" y="111"/>
                      </a:lnTo>
                      <a:lnTo>
                        <a:pt x="43" y="119"/>
                      </a:lnTo>
                      <a:lnTo>
                        <a:pt x="43" y="126"/>
                      </a:lnTo>
                      <a:lnTo>
                        <a:pt x="43" y="142"/>
                      </a:lnTo>
                      <a:lnTo>
                        <a:pt x="43" y="150"/>
                      </a:lnTo>
                      <a:lnTo>
                        <a:pt x="43" y="158"/>
                      </a:lnTo>
                      <a:lnTo>
                        <a:pt x="60" y="158"/>
                      </a:lnTo>
                      <a:lnTo>
                        <a:pt x="68" y="158"/>
                      </a:lnTo>
                      <a:lnTo>
                        <a:pt x="85" y="166"/>
                      </a:lnTo>
                      <a:lnTo>
                        <a:pt x="102" y="166"/>
                      </a:lnTo>
                      <a:lnTo>
                        <a:pt x="120" y="166"/>
                      </a:lnTo>
                      <a:lnTo>
                        <a:pt x="128" y="166"/>
                      </a:lnTo>
                      <a:lnTo>
                        <a:pt x="137" y="166"/>
                      </a:lnTo>
                      <a:lnTo>
                        <a:pt x="154" y="166"/>
                      </a:lnTo>
                      <a:lnTo>
                        <a:pt x="171" y="158"/>
                      </a:lnTo>
                      <a:lnTo>
                        <a:pt x="179" y="158"/>
                      </a:lnTo>
                      <a:lnTo>
                        <a:pt x="188" y="150"/>
                      </a:lnTo>
                      <a:lnTo>
                        <a:pt x="196" y="150"/>
                      </a:lnTo>
                      <a:lnTo>
                        <a:pt x="188" y="134"/>
                      </a:lnTo>
                      <a:lnTo>
                        <a:pt x="188" y="119"/>
                      </a:lnTo>
                      <a:lnTo>
                        <a:pt x="196" y="111"/>
                      </a:lnTo>
                      <a:lnTo>
                        <a:pt x="205" y="111"/>
                      </a:lnTo>
                      <a:lnTo>
                        <a:pt x="205" y="103"/>
                      </a:lnTo>
                      <a:lnTo>
                        <a:pt x="213" y="95"/>
                      </a:lnTo>
                      <a:lnTo>
                        <a:pt x="213" y="87"/>
                      </a:lnTo>
                      <a:lnTo>
                        <a:pt x="222" y="87"/>
                      </a:lnTo>
                      <a:lnTo>
                        <a:pt x="230" y="79"/>
                      </a:lnTo>
                      <a:lnTo>
                        <a:pt x="239" y="79"/>
                      </a:lnTo>
                      <a:lnTo>
                        <a:pt x="239" y="71"/>
                      </a:lnTo>
                      <a:lnTo>
                        <a:pt x="230" y="71"/>
                      </a:lnTo>
                      <a:lnTo>
                        <a:pt x="222" y="63"/>
                      </a:lnTo>
                      <a:lnTo>
                        <a:pt x="213" y="63"/>
                      </a:lnTo>
                      <a:lnTo>
                        <a:pt x="205" y="47"/>
                      </a:lnTo>
                      <a:lnTo>
                        <a:pt x="205" y="40"/>
                      </a:lnTo>
                      <a:lnTo>
                        <a:pt x="196" y="32"/>
                      </a:lnTo>
                      <a:lnTo>
                        <a:pt x="188" y="32"/>
                      </a:lnTo>
                      <a:lnTo>
                        <a:pt x="188" y="24"/>
                      </a:lnTo>
                      <a:lnTo>
                        <a:pt x="188" y="16"/>
                      </a:lnTo>
                      <a:lnTo>
                        <a:pt x="179" y="16"/>
                      </a:lnTo>
                      <a:lnTo>
                        <a:pt x="171" y="16"/>
                      </a:lnTo>
                      <a:lnTo>
                        <a:pt x="162" y="8"/>
                      </a:lnTo>
                      <a:lnTo>
                        <a:pt x="137" y="0"/>
                      </a:lnTo>
                    </a:path>
                  </a:pathLst>
                </a:custGeom>
                <a:solidFill>
                  <a:srgbClr val="A0A0C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0" name="Google Shape;1580;p65"/>
                <p:cNvSpPr/>
                <p:nvPr/>
              </p:nvSpPr>
              <p:spPr>
                <a:xfrm>
                  <a:off x="4558" y="1172"/>
                  <a:ext cx="86" cy="73"/>
                </a:xfrm>
                <a:custGeom>
                  <a:rect b="b" l="l" r="r" t="t"/>
                  <a:pathLst>
                    <a:path extrusionOk="0" h="73" w="86">
                      <a:moveTo>
                        <a:pt x="0" y="24"/>
                      </a:moveTo>
                      <a:lnTo>
                        <a:pt x="0" y="24"/>
                      </a:lnTo>
                      <a:lnTo>
                        <a:pt x="0" y="40"/>
                      </a:lnTo>
                      <a:lnTo>
                        <a:pt x="0" y="48"/>
                      </a:lnTo>
                      <a:lnTo>
                        <a:pt x="0" y="56"/>
                      </a:lnTo>
                      <a:lnTo>
                        <a:pt x="9" y="64"/>
                      </a:lnTo>
                      <a:lnTo>
                        <a:pt x="17" y="72"/>
                      </a:lnTo>
                      <a:lnTo>
                        <a:pt x="26" y="72"/>
                      </a:lnTo>
                      <a:lnTo>
                        <a:pt x="43" y="72"/>
                      </a:lnTo>
                      <a:lnTo>
                        <a:pt x="51" y="72"/>
                      </a:lnTo>
                      <a:lnTo>
                        <a:pt x="51" y="64"/>
                      </a:lnTo>
                      <a:lnTo>
                        <a:pt x="68" y="64"/>
                      </a:lnTo>
                      <a:lnTo>
                        <a:pt x="85" y="64"/>
                      </a:lnTo>
                      <a:lnTo>
                        <a:pt x="85" y="56"/>
                      </a:lnTo>
                      <a:lnTo>
                        <a:pt x="68" y="56"/>
                      </a:lnTo>
                      <a:lnTo>
                        <a:pt x="60" y="56"/>
                      </a:lnTo>
                      <a:lnTo>
                        <a:pt x="85" y="40"/>
                      </a:lnTo>
                      <a:lnTo>
                        <a:pt x="85" y="32"/>
                      </a:lnTo>
                      <a:lnTo>
                        <a:pt x="77" y="32"/>
                      </a:lnTo>
                      <a:lnTo>
                        <a:pt x="51" y="40"/>
                      </a:lnTo>
                      <a:lnTo>
                        <a:pt x="68" y="32"/>
                      </a:lnTo>
                      <a:lnTo>
                        <a:pt x="77" y="24"/>
                      </a:lnTo>
                      <a:lnTo>
                        <a:pt x="77" y="16"/>
                      </a:lnTo>
                      <a:lnTo>
                        <a:pt x="68" y="16"/>
                      </a:lnTo>
                      <a:lnTo>
                        <a:pt x="43" y="32"/>
                      </a:lnTo>
                      <a:lnTo>
                        <a:pt x="51" y="24"/>
                      </a:lnTo>
                      <a:lnTo>
                        <a:pt x="60" y="16"/>
                      </a:lnTo>
                      <a:lnTo>
                        <a:pt x="60" y="8"/>
                      </a:lnTo>
                      <a:lnTo>
                        <a:pt x="43" y="8"/>
                      </a:lnTo>
                      <a:lnTo>
                        <a:pt x="34" y="24"/>
                      </a:lnTo>
                      <a:lnTo>
                        <a:pt x="26" y="24"/>
                      </a:lnTo>
                      <a:lnTo>
                        <a:pt x="26" y="16"/>
                      </a:lnTo>
                      <a:lnTo>
                        <a:pt x="26" y="8"/>
                      </a:lnTo>
                      <a:lnTo>
                        <a:pt x="17" y="0"/>
                      </a:lnTo>
                      <a:lnTo>
                        <a:pt x="9" y="0"/>
                      </a:lnTo>
                      <a:lnTo>
                        <a:pt x="9" y="8"/>
                      </a:lnTo>
                      <a:lnTo>
                        <a:pt x="9" y="16"/>
                      </a:lnTo>
                      <a:lnTo>
                        <a:pt x="0" y="24"/>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1" name="Google Shape;1581;p65"/>
                <p:cNvSpPr/>
                <p:nvPr/>
              </p:nvSpPr>
              <p:spPr>
                <a:xfrm>
                  <a:off x="4386" y="1314"/>
                  <a:ext cx="62" cy="10"/>
                </a:xfrm>
                <a:custGeom>
                  <a:rect b="b" l="l" r="r" t="t"/>
                  <a:pathLst>
                    <a:path extrusionOk="0" h="10" w="62">
                      <a:moveTo>
                        <a:pt x="61" y="9"/>
                      </a:move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582" name="Google Shape;1582;p65"/>
                <p:cNvGrpSpPr/>
                <p:nvPr/>
              </p:nvGrpSpPr>
              <p:grpSpPr>
                <a:xfrm>
                  <a:off x="4438" y="1180"/>
                  <a:ext cx="78" cy="81"/>
                  <a:chOff x="4438" y="1180"/>
                  <a:chExt cx="78" cy="81"/>
                </a:xfrm>
              </p:grpSpPr>
              <p:sp>
                <p:nvSpPr>
                  <p:cNvPr id="1583" name="Google Shape;1583;p65"/>
                  <p:cNvSpPr/>
                  <p:nvPr/>
                </p:nvSpPr>
                <p:spPr>
                  <a:xfrm>
                    <a:off x="4438" y="1180"/>
                    <a:ext cx="78" cy="81"/>
                  </a:xfrm>
                  <a:custGeom>
                    <a:rect b="b" l="l" r="r" t="t"/>
                    <a:pathLst>
                      <a:path extrusionOk="0" h="81" w="78">
                        <a:moveTo>
                          <a:pt x="51" y="8"/>
                        </a:moveTo>
                        <a:lnTo>
                          <a:pt x="77" y="24"/>
                        </a:lnTo>
                        <a:lnTo>
                          <a:pt x="68" y="48"/>
                        </a:lnTo>
                        <a:lnTo>
                          <a:pt x="34" y="80"/>
                        </a:lnTo>
                        <a:lnTo>
                          <a:pt x="26" y="72"/>
                        </a:lnTo>
                        <a:lnTo>
                          <a:pt x="0" y="16"/>
                        </a:lnTo>
                        <a:lnTo>
                          <a:pt x="9" y="0"/>
                        </a:lnTo>
                        <a:lnTo>
                          <a:pt x="34" y="16"/>
                        </a:lnTo>
                        <a:lnTo>
                          <a:pt x="51" y="8"/>
                        </a:lnTo>
                      </a:path>
                    </a:pathLst>
                  </a:custGeom>
                  <a:solidFill>
                    <a:srgbClr val="E0E0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4" name="Google Shape;1584;p65"/>
                  <p:cNvSpPr/>
                  <p:nvPr/>
                </p:nvSpPr>
                <p:spPr>
                  <a:xfrm>
                    <a:off x="4455" y="1211"/>
                    <a:ext cx="18" cy="10"/>
                  </a:xfrm>
                  <a:custGeom>
                    <a:rect b="b" l="l" r="r" t="t"/>
                    <a:pathLst>
                      <a:path extrusionOk="0" h="10" w="18">
                        <a:moveTo>
                          <a:pt x="17" y="0"/>
                        </a:moveTo>
                        <a:lnTo>
                          <a:pt x="0" y="9"/>
                        </a:lnTo>
                        <a:lnTo>
                          <a:pt x="9" y="9"/>
                        </a:lnTo>
                        <a:lnTo>
                          <a:pt x="17" y="0"/>
                        </a:lnTo>
                      </a:path>
                    </a:pathLst>
                  </a:custGeom>
                  <a:solidFill>
                    <a:srgbClr val="C0C0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5" name="Google Shape;1585;p65"/>
                  <p:cNvSpPr/>
                  <p:nvPr/>
                </p:nvSpPr>
                <p:spPr>
                  <a:xfrm>
                    <a:off x="4498" y="1220"/>
                    <a:ext cx="9" cy="1"/>
                  </a:xfrm>
                  <a:custGeom>
                    <a:rect b="b" l="l" r="r" t="t"/>
                    <a:pathLst>
                      <a:path extrusionOk="0" h="1" w="9">
                        <a:moveTo>
                          <a:pt x="0" y="0"/>
                        </a:moveTo>
                        <a:lnTo>
                          <a:pt x="8" y="0"/>
                        </a:lnTo>
                        <a:lnTo>
                          <a:pt x="0" y="0"/>
                        </a:lnTo>
                      </a:path>
                    </a:pathLst>
                  </a:custGeom>
                  <a:solidFill>
                    <a:srgbClr val="C0C0E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86" name="Google Shape;1586;p65"/>
                <p:cNvGrpSpPr/>
                <p:nvPr/>
              </p:nvGrpSpPr>
              <p:grpSpPr>
                <a:xfrm>
                  <a:off x="4463" y="1204"/>
                  <a:ext cx="36" cy="80"/>
                  <a:chOff x="4463" y="1204"/>
                  <a:chExt cx="36" cy="80"/>
                </a:xfrm>
              </p:grpSpPr>
              <p:sp>
                <p:nvSpPr>
                  <p:cNvPr id="1587" name="Google Shape;1587;p65"/>
                  <p:cNvSpPr/>
                  <p:nvPr/>
                </p:nvSpPr>
                <p:spPr>
                  <a:xfrm>
                    <a:off x="4463" y="1204"/>
                    <a:ext cx="36" cy="80"/>
                  </a:xfrm>
                  <a:custGeom>
                    <a:rect b="b" l="l" r="r" t="t"/>
                    <a:pathLst>
                      <a:path extrusionOk="0" h="80" w="36">
                        <a:moveTo>
                          <a:pt x="26" y="0"/>
                        </a:moveTo>
                        <a:lnTo>
                          <a:pt x="9" y="8"/>
                        </a:lnTo>
                        <a:lnTo>
                          <a:pt x="18" y="24"/>
                        </a:lnTo>
                        <a:lnTo>
                          <a:pt x="0" y="47"/>
                        </a:lnTo>
                        <a:lnTo>
                          <a:pt x="18" y="79"/>
                        </a:lnTo>
                        <a:lnTo>
                          <a:pt x="35" y="55"/>
                        </a:lnTo>
                        <a:lnTo>
                          <a:pt x="26" y="24"/>
                        </a:lnTo>
                        <a:lnTo>
                          <a:pt x="35" y="16"/>
                        </a:lnTo>
                        <a:lnTo>
                          <a:pt x="26" y="0"/>
                        </a:lnTo>
                      </a:path>
                    </a:pathLst>
                  </a:custGeom>
                  <a:solidFill>
                    <a:srgbClr val="FF0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88" name="Google Shape;1588;p65"/>
                  <p:cNvSpPr/>
                  <p:nvPr/>
                </p:nvSpPr>
                <p:spPr>
                  <a:xfrm>
                    <a:off x="4480" y="1227"/>
                    <a:ext cx="10" cy="1"/>
                  </a:xfrm>
                  <a:custGeom>
                    <a:rect b="b" l="l" r="r" t="t"/>
                    <a:pathLst>
                      <a:path extrusionOk="0" h="1" w="10">
                        <a:moveTo>
                          <a:pt x="9" y="0"/>
                        </a:moveTo>
                        <a:lnTo>
                          <a:pt x="0" y="0"/>
                        </a:lnTo>
                        <a:lnTo>
                          <a:pt x="9" y="0"/>
                        </a:lnTo>
                      </a:path>
                    </a:pathLst>
                  </a:custGeom>
                  <a:solidFill>
                    <a:srgbClr val="E04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589" name="Google Shape;1589;p65"/>
                <p:cNvSpPr/>
                <p:nvPr/>
              </p:nvSpPr>
              <p:spPr>
                <a:xfrm>
                  <a:off x="4506" y="1220"/>
                  <a:ext cx="36" cy="32"/>
                </a:xfrm>
                <a:custGeom>
                  <a:rect b="b" l="l" r="r" t="t"/>
                  <a:pathLst>
                    <a:path extrusionOk="0" h="32" w="36">
                      <a:moveTo>
                        <a:pt x="35" y="8"/>
                      </a:moveTo>
                      <a:lnTo>
                        <a:pt x="26" y="16"/>
                      </a:lnTo>
                      <a:lnTo>
                        <a:pt x="26" y="23"/>
                      </a:lnTo>
                      <a:lnTo>
                        <a:pt x="18" y="23"/>
                      </a:lnTo>
                      <a:lnTo>
                        <a:pt x="9" y="31"/>
                      </a:lnTo>
                      <a:lnTo>
                        <a:pt x="0" y="31"/>
                      </a:lnTo>
                      <a:lnTo>
                        <a:pt x="9" y="23"/>
                      </a:lnTo>
                      <a:lnTo>
                        <a:pt x="18" y="23"/>
                      </a:lnTo>
                      <a:lnTo>
                        <a:pt x="18" y="16"/>
                      </a:lnTo>
                      <a:lnTo>
                        <a:pt x="26" y="16"/>
                      </a:lnTo>
                      <a:lnTo>
                        <a:pt x="26" y="8"/>
                      </a:lnTo>
                      <a:lnTo>
                        <a:pt x="26" y="0"/>
                      </a:lnTo>
                      <a:lnTo>
                        <a:pt x="26" y="8"/>
                      </a:lnTo>
                      <a:lnTo>
                        <a:pt x="35" y="8"/>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0" name="Google Shape;1590;p65"/>
                <p:cNvSpPr/>
                <p:nvPr/>
              </p:nvSpPr>
              <p:spPr>
                <a:xfrm>
                  <a:off x="4506" y="1299"/>
                  <a:ext cx="36" cy="25"/>
                </a:xfrm>
                <a:custGeom>
                  <a:rect b="b" l="l" r="r" t="t"/>
                  <a:pathLst>
                    <a:path extrusionOk="0" h="25" w="36">
                      <a:moveTo>
                        <a:pt x="35" y="0"/>
                      </a:moveTo>
                      <a:lnTo>
                        <a:pt x="26" y="0"/>
                      </a:lnTo>
                      <a:lnTo>
                        <a:pt x="26" y="8"/>
                      </a:lnTo>
                      <a:lnTo>
                        <a:pt x="18" y="8"/>
                      </a:lnTo>
                      <a:lnTo>
                        <a:pt x="18" y="16"/>
                      </a:lnTo>
                      <a:lnTo>
                        <a:pt x="9" y="16"/>
                      </a:lnTo>
                      <a:lnTo>
                        <a:pt x="9" y="24"/>
                      </a:lnTo>
                      <a:lnTo>
                        <a:pt x="9" y="16"/>
                      </a:lnTo>
                      <a:lnTo>
                        <a:pt x="18" y="8"/>
                      </a:lnTo>
                      <a:lnTo>
                        <a:pt x="9" y="8"/>
                      </a:lnTo>
                      <a:lnTo>
                        <a:pt x="0" y="8"/>
                      </a:lnTo>
                      <a:lnTo>
                        <a:pt x="9" y="8"/>
                      </a:lnTo>
                      <a:lnTo>
                        <a:pt x="18" y="8"/>
                      </a:lnTo>
                      <a:lnTo>
                        <a:pt x="26" y="8"/>
                      </a:lnTo>
                      <a:lnTo>
                        <a:pt x="35" y="0"/>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1" name="Google Shape;1591;p65"/>
                <p:cNvSpPr/>
                <p:nvPr/>
              </p:nvSpPr>
              <p:spPr>
                <a:xfrm>
                  <a:off x="4275" y="1148"/>
                  <a:ext cx="95" cy="80"/>
                </a:xfrm>
                <a:custGeom>
                  <a:rect b="b" l="l" r="r" t="t"/>
                  <a:pathLst>
                    <a:path extrusionOk="0" h="80" w="95">
                      <a:moveTo>
                        <a:pt x="85" y="24"/>
                      </a:moveTo>
                      <a:lnTo>
                        <a:pt x="85" y="32"/>
                      </a:lnTo>
                      <a:lnTo>
                        <a:pt x="94" y="40"/>
                      </a:lnTo>
                      <a:lnTo>
                        <a:pt x="85" y="55"/>
                      </a:lnTo>
                      <a:lnTo>
                        <a:pt x="85" y="63"/>
                      </a:lnTo>
                      <a:lnTo>
                        <a:pt x="77" y="71"/>
                      </a:lnTo>
                      <a:lnTo>
                        <a:pt x="68" y="79"/>
                      </a:lnTo>
                      <a:lnTo>
                        <a:pt x="60" y="79"/>
                      </a:lnTo>
                      <a:lnTo>
                        <a:pt x="43" y="79"/>
                      </a:lnTo>
                      <a:lnTo>
                        <a:pt x="34" y="71"/>
                      </a:lnTo>
                      <a:lnTo>
                        <a:pt x="17" y="71"/>
                      </a:lnTo>
                      <a:lnTo>
                        <a:pt x="9" y="71"/>
                      </a:lnTo>
                      <a:lnTo>
                        <a:pt x="0" y="71"/>
                      </a:lnTo>
                      <a:lnTo>
                        <a:pt x="0" y="63"/>
                      </a:lnTo>
                      <a:lnTo>
                        <a:pt x="9" y="63"/>
                      </a:lnTo>
                      <a:lnTo>
                        <a:pt x="17" y="55"/>
                      </a:lnTo>
                      <a:lnTo>
                        <a:pt x="26" y="63"/>
                      </a:lnTo>
                      <a:lnTo>
                        <a:pt x="0" y="47"/>
                      </a:lnTo>
                      <a:lnTo>
                        <a:pt x="0" y="40"/>
                      </a:lnTo>
                      <a:lnTo>
                        <a:pt x="9" y="40"/>
                      </a:lnTo>
                      <a:lnTo>
                        <a:pt x="9" y="32"/>
                      </a:lnTo>
                      <a:lnTo>
                        <a:pt x="34" y="47"/>
                      </a:lnTo>
                      <a:lnTo>
                        <a:pt x="9" y="32"/>
                      </a:lnTo>
                      <a:lnTo>
                        <a:pt x="9" y="24"/>
                      </a:lnTo>
                      <a:lnTo>
                        <a:pt x="17" y="24"/>
                      </a:lnTo>
                      <a:lnTo>
                        <a:pt x="43" y="40"/>
                      </a:lnTo>
                      <a:lnTo>
                        <a:pt x="26" y="24"/>
                      </a:lnTo>
                      <a:lnTo>
                        <a:pt x="26" y="16"/>
                      </a:lnTo>
                      <a:lnTo>
                        <a:pt x="26" y="8"/>
                      </a:lnTo>
                      <a:lnTo>
                        <a:pt x="34" y="8"/>
                      </a:lnTo>
                      <a:lnTo>
                        <a:pt x="43" y="16"/>
                      </a:lnTo>
                      <a:lnTo>
                        <a:pt x="51" y="24"/>
                      </a:lnTo>
                      <a:lnTo>
                        <a:pt x="60" y="32"/>
                      </a:lnTo>
                      <a:lnTo>
                        <a:pt x="68" y="32"/>
                      </a:lnTo>
                      <a:lnTo>
                        <a:pt x="60" y="24"/>
                      </a:lnTo>
                      <a:lnTo>
                        <a:pt x="60" y="16"/>
                      </a:lnTo>
                      <a:lnTo>
                        <a:pt x="68" y="8"/>
                      </a:lnTo>
                      <a:lnTo>
                        <a:pt x="68" y="0"/>
                      </a:lnTo>
                      <a:lnTo>
                        <a:pt x="77" y="0"/>
                      </a:lnTo>
                      <a:lnTo>
                        <a:pt x="77" y="8"/>
                      </a:lnTo>
                      <a:lnTo>
                        <a:pt x="77" y="16"/>
                      </a:lnTo>
                      <a:lnTo>
                        <a:pt x="77" y="24"/>
                      </a:lnTo>
                      <a:lnTo>
                        <a:pt x="85" y="24"/>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2" name="Google Shape;1592;p65"/>
                <p:cNvSpPr/>
                <p:nvPr/>
              </p:nvSpPr>
              <p:spPr>
                <a:xfrm>
                  <a:off x="4386" y="1211"/>
                  <a:ext cx="27" cy="41"/>
                </a:xfrm>
                <a:custGeom>
                  <a:rect b="b" l="l" r="r" t="t"/>
                  <a:pathLst>
                    <a:path extrusionOk="0" h="41" w="27">
                      <a:moveTo>
                        <a:pt x="17" y="0"/>
                      </a:moveTo>
                      <a:lnTo>
                        <a:pt x="9" y="0"/>
                      </a:lnTo>
                      <a:lnTo>
                        <a:pt x="0" y="0"/>
                      </a:lnTo>
                      <a:lnTo>
                        <a:pt x="9" y="0"/>
                      </a:lnTo>
                      <a:lnTo>
                        <a:pt x="9" y="8"/>
                      </a:lnTo>
                      <a:lnTo>
                        <a:pt x="9" y="16"/>
                      </a:lnTo>
                      <a:lnTo>
                        <a:pt x="17" y="24"/>
                      </a:lnTo>
                      <a:lnTo>
                        <a:pt x="17" y="16"/>
                      </a:lnTo>
                      <a:lnTo>
                        <a:pt x="26" y="24"/>
                      </a:lnTo>
                      <a:lnTo>
                        <a:pt x="26" y="32"/>
                      </a:lnTo>
                      <a:lnTo>
                        <a:pt x="17" y="40"/>
                      </a:lnTo>
                      <a:lnTo>
                        <a:pt x="26" y="32"/>
                      </a:lnTo>
                      <a:lnTo>
                        <a:pt x="26" y="24"/>
                      </a:lnTo>
                      <a:lnTo>
                        <a:pt x="26" y="16"/>
                      </a:lnTo>
                      <a:lnTo>
                        <a:pt x="17" y="16"/>
                      </a:lnTo>
                      <a:lnTo>
                        <a:pt x="17" y="8"/>
                      </a:lnTo>
                      <a:lnTo>
                        <a:pt x="26" y="8"/>
                      </a:lnTo>
                      <a:lnTo>
                        <a:pt x="17" y="8"/>
                      </a:lnTo>
                      <a:lnTo>
                        <a:pt x="17" y="0"/>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3" name="Google Shape;1593;p65"/>
                <p:cNvSpPr/>
                <p:nvPr/>
              </p:nvSpPr>
              <p:spPr>
                <a:xfrm>
                  <a:off x="4377" y="1267"/>
                  <a:ext cx="27" cy="33"/>
                </a:xfrm>
                <a:custGeom>
                  <a:rect b="b" l="l" r="r" t="t"/>
                  <a:pathLst>
                    <a:path extrusionOk="0" h="33" w="27">
                      <a:moveTo>
                        <a:pt x="0" y="24"/>
                      </a:moveTo>
                      <a:lnTo>
                        <a:pt x="9" y="16"/>
                      </a:lnTo>
                      <a:lnTo>
                        <a:pt x="9" y="8"/>
                      </a:lnTo>
                      <a:lnTo>
                        <a:pt x="9" y="0"/>
                      </a:lnTo>
                      <a:lnTo>
                        <a:pt x="9" y="8"/>
                      </a:lnTo>
                      <a:lnTo>
                        <a:pt x="9" y="16"/>
                      </a:lnTo>
                      <a:lnTo>
                        <a:pt x="17" y="16"/>
                      </a:lnTo>
                      <a:lnTo>
                        <a:pt x="26" y="24"/>
                      </a:lnTo>
                      <a:lnTo>
                        <a:pt x="17" y="16"/>
                      </a:lnTo>
                      <a:lnTo>
                        <a:pt x="9" y="16"/>
                      </a:lnTo>
                      <a:lnTo>
                        <a:pt x="17" y="16"/>
                      </a:lnTo>
                      <a:lnTo>
                        <a:pt x="17" y="24"/>
                      </a:lnTo>
                      <a:lnTo>
                        <a:pt x="17" y="32"/>
                      </a:lnTo>
                      <a:lnTo>
                        <a:pt x="17" y="24"/>
                      </a:lnTo>
                      <a:lnTo>
                        <a:pt x="9" y="24"/>
                      </a:lnTo>
                      <a:lnTo>
                        <a:pt x="9" y="32"/>
                      </a:lnTo>
                      <a:lnTo>
                        <a:pt x="0" y="32"/>
                      </a:lnTo>
                      <a:lnTo>
                        <a:pt x="0" y="24"/>
                      </a:lnTo>
                    </a:path>
                  </a:pathLst>
                </a:custGeom>
                <a:solidFill>
                  <a:srgbClr val="8080A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594" name="Google Shape;1594;p65"/>
            <p:cNvGrpSpPr/>
            <p:nvPr/>
          </p:nvGrpSpPr>
          <p:grpSpPr>
            <a:xfrm>
              <a:off x="4369" y="888"/>
              <a:ext cx="240" cy="317"/>
              <a:chOff x="4369" y="888"/>
              <a:chExt cx="240" cy="317"/>
            </a:xfrm>
          </p:grpSpPr>
          <p:grpSp>
            <p:nvGrpSpPr>
              <p:cNvPr id="1595" name="Google Shape;1595;p65"/>
              <p:cNvGrpSpPr/>
              <p:nvPr/>
            </p:nvGrpSpPr>
            <p:grpSpPr>
              <a:xfrm>
                <a:off x="4369" y="888"/>
                <a:ext cx="240" cy="317"/>
                <a:chOff x="4369" y="888"/>
                <a:chExt cx="240" cy="317"/>
              </a:xfrm>
            </p:grpSpPr>
            <p:grpSp>
              <p:nvGrpSpPr>
                <p:cNvPr id="1596" name="Google Shape;1596;p65"/>
                <p:cNvGrpSpPr/>
                <p:nvPr/>
              </p:nvGrpSpPr>
              <p:grpSpPr>
                <a:xfrm>
                  <a:off x="4395" y="904"/>
                  <a:ext cx="214" cy="301"/>
                  <a:chOff x="4395" y="904"/>
                  <a:chExt cx="214" cy="301"/>
                </a:xfrm>
              </p:grpSpPr>
              <p:sp>
                <p:nvSpPr>
                  <p:cNvPr id="1597" name="Google Shape;1597;p65"/>
                  <p:cNvSpPr/>
                  <p:nvPr/>
                </p:nvSpPr>
                <p:spPr>
                  <a:xfrm>
                    <a:off x="4395" y="904"/>
                    <a:ext cx="214" cy="301"/>
                  </a:xfrm>
                  <a:custGeom>
                    <a:rect b="b" l="l" r="r" t="t"/>
                    <a:pathLst>
                      <a:path extrusionOk="0" h="301" w="214">
                        <a:moveTo>
                          <a:pt x="94" y="16"/>
                        </a:moveTo>
                        <a:lnTo>
                          <a:pt x="111" y="32"/>
                        </a:lnTo>
                        <a:lnTo>
                          <a:pt x="111" y="39"/>
                        </a:lnTo>
                        <a:lnTo>
                          <a:pt x="119" y="47"/>
                        </a:lnTo>
                        <a:lnTo>
                          <a:pt x="119" y="63"/>
                        </a:lnTo>
                        <a:lnTo>
                          <a:pt x="128" y="71"/>
                        </a:lnTo>
                        <a:lnTo>
                          <a:pt x="128" y="87"/>
                        </a:lnTo>
                        <a:lnTo>
                          <a:pt x="128" y="95"/>
                        </a:lnTo>
                        <a:lnTo>
                          <a:pt x="136" y="95"/>
                        </a:lnTo>
                        <a:lnTo>
                          <a:pt x="145" y="103"/>
                        </a:lnTo>
                        <a:lnTo>
                          <a:pt x="162" y="111"/>
                        </a:lnTo>
                        <a:lnTo>
                          <a:pt x="179" y="111"/>
                        </a:lnTo>
                        <a:lnTo>
                          <a:pt x="187" y="118"/>
                        </a:lnTo>
                        <a:lnTo>
                          <a:pt x="196" y="118"/>
                        </a:lnTo>
                        <a:lnTo>
                          <a:pt x="204" y="126"/>
                        </a:lnTo>
                        <a:lnTo>
                          <a:pt x="213" y="134"/>
                        </a:lnTo>
                        <a:lnTo>
                          <a:pt x="213" y="142"/>
                        </a:lnTo>
                        <a:lnTo>
                          <a:pt x="213" y="150"/>
                        </a:lnTo>
                        <a:lnTo>
                          <a:pt x="213" y="158"/>
                        </a:lnTo>
                        <a:lnTo>
                          <a:pt x="204" y="166"/>
                        </a:lnTo>
                        <a:lnTo>
                          <a:pt x="196" y="166"/>
                        </a:lnTo>
                        <a:lnTo>
                          <a:pt x="187" y="174"/>
                        </a:lnTo>
                        <a:lnTo>
                          <a:pt x="170" y="174"/>
                        </a:lnTo>
                        <a:lnTo>
                          <a:pt x="162" y="174"/>
                        </a:lnTo>
                        <a:lnTo>
                          <a:pt x="145" y="174"/>
                        </a:lnTo>
                        <a:lnTo>
                          <a:pt x="136" y="174"/>
                        </a:lnTo>
                        <a:lnTo>
                          <a:pt x="136" y="182"/>
                        </a:lnTo>
                        <a:lnTo>
                          <a:pt x="136" y="197"/>
                        </a:lnTo>
                        <a:lnTo>
                          <a:pt x="136" y="221"/>
                        </a:lnTo>
                        <a:lnTo>
                          <a:pt x="128" y="245"/>
                        </a:lnTo>
                        <a:lnTo>
                          <a:pt x="128" y="261"/>
                        </a:lnTo>
                        <a:lnTo>
                          <a:pt x="119" y="268"/>
                        </a:lnTo>
                        <a:lnTo>
                          <a:pt x="119" y="276"/>
                        </a:lnTo>
                        <a:lnTo>
                          <a:pt x="111" y="284"/>
                        </a:lnTo>
                        <a:lnTo>
                          <a:pt x="102" y="300"/>
                        </a:lnTo>
                        <a:lnTo>
                          <a:pt x="94" y="300"/>
                        </a:lnTo>
                        <a:lnTo>
                          <a:pt x="85" y="300"/>
                        </a:lnTo>
                        <a:lnTo>
                          <a:pt x="77" y="300"/>
                        </a:lnTo>
                        <a:lnTo>
                          <a:pt x="68" y="300"/>
                        </a:lnTo>
                        <a:lnTo>
                          <a:pt x="60" y="284"/>
                        </a:lnTo>
                        <a:lnTo>
                          <a:pt x="51" y="276"/>
                        </a:lnTo>
                        <a:lnTo>
                          <a:pt x="43" y="261"/>
                        </a:lnTo>
                        <a:lnTo>
                          <a:pt x="34" y="237"/>
                        </a:lnTo>
                        <a:lnTo>
                          <a:pt x="34" y="221"/>
                        </a:lnTo>
                        <a:lnTo>
                          <a:pt x="26" y="205"/>
                        </a:lnTo>
                        <a:lnTo>
                          <a:pt x="26" y="189"/>
                        </a:lnTo>
                        <a:lnTo>
                          <a:pt x="17" y="174"/>
                        </a:lnTo>
                        <a:lnTo>
                          <a:pt x="17" y="158"/>
                        </a:lnTo>
                        <a:lnTo>
                          <a:pt x="17" y="142"/>
                        </a:lnTo>
                        <a:lnTo>
                          <a:pt x="17" y="134"/>
                        </a:lnTo>
                        <a:lnTo>
                          <a:pt x="17" y="142"/>
                        </a:lnTo>
                        <a:lnTo>
                          <a:pt x="9" y="134"/>
                        </a:lnTo>
                        <a:lnTo>
                          <a:pt x="0" y="134"/>
                        </a:lnTo>
                        <a:lnTo>
                          <a:pt x="0" y="126"/>
                        </a:lnTo>
                        <a:lnTo>
                          <a:pt x="0" y="118"/>
                        </a:lnTo>
                        <a:lnTo>
                          <a:pt x="0" y="111"/>
                        </a:lnTo>
                        <a:lnTo>
                          <a:pt x="9" y="111"/>
                        </a:lnTo>
                        <a:lnTo>
                          <a:pt x="17" y="111"/>
                        </a:lnTo>
                        <a:lnTo>
                          <a:pt x="9" y="95"/>
                        </a:lnTo>
                        <a:lnTo>
                          <a:pt x="0" y="79"/>
                        </a:lnTo>
                        <a:lnTo>
                          <a:pt x="0" y="55"/>
                        </a:lnTo>
                        <a:lnTo>
                          <a:pt x="0" y="32"/>
                        </a:lnTo>
                        <a:lnTo>
                          <a:pt x="17" y="16"/>
                        </a:lnTo>
                        <a:lnTo>
                          <a:pt x="34" y="8"/>
                        </a:lnTo>
                        <a:lnTo>
                          <a:pt x="60" y="0"/>
                        </a:lnTo>
                        <a:lnTo>
                          <a:pt x="77" y="8"/>
                        </a:lnTo>
                        <a:lnTo>
                          <a:pt x="94" y="16"/>
                        </a:lnTo>
                      </a:path>
                    </a:pathLst>
                  </a:custGeom>
                  <a:solidFill>
                    <a:srgbClr val="E0A08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598" name="Google Shape;1598;p65"/>
                  <p:cNvSpPr/>
                  <p:nvPr/>
                </p:nvSpPr>
                <p:spPr>
                  <a:xfrm>
                    <a:off x="4489" y="1054"/>
                    <a:ext cx="44" cy="25"/>
                  </a:xfrm>
                  <a:custGeom>
                    <a:rect b="b" l="l" r="r" t="t"/>
                    <a:pathLst>
                      <a:path extrusionOk="0" h="25" w="44">
                        <a:moveTo>
                          <a:pt x="43" y="24"/>
                        </a:moveTo>
                        <a:lnTo>
                          <a:pt x="34" y="24"/>
                        </a:lnTo>
                        <a:lnTo>
                          <a:pt x="17" y="16"/>
                        </a:lnTo>
                        <a:lnTo>
                          <a:pt x="9" y="8"/>
                        </a:lnTo>
                        <a:lnTo>
                          <a:pt x="0"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599" name="Google Shape;1599;p65"/>
                <p:cNvGrpSpPr/>
                <p:nvPr/>
              </p:nvGrpSpPr>
              <p:grpSpPr>
                <a:xfrm>
                  <a:off x="4369" y="888"/>
                  <a:ext cx="164" cy="127"/>
                  <a:chOff x="4369" y="888"/>
                  <a:chExt cx="164" cy="127"/>
                </a:xfrm>
              </p:grpSpPr>
              <p:sp>
                <p:nvSpPr>
                  <p:cNvPr id="1600" name="Google Shape;1600;p65"/>
                  <p:cNvSpPr/>
                  <p:nvPr/>
                </p:nvSpPr>
                <p:spPr>
                  <a:xfrm>
                    <a:off x="4369" y="888"/>
                    <a:ext cx="164" cy="127"/>
                  </a:xfrm>
                  <a:custGeom>
                    <a:rect b="b" l="l" r="r" t="t"/>
                    <a:pathLst>
                      <a:path extrusionOk="0" h="127" w="164">
                        <a:moveTo>
                          <a:pt x="163" y="39"/>
                        </a:moveTo>
                        <a:lnTo>
                          <a:pt x="154" y="32"/>
                        </a:lnTo>
                        <a:lnTo>
                          <a:pt x="154" y="24"/>
                        </a:lnTo>
                        <a:lnTo>
                          <a:pt x="146" y="24"/>
                        </a:lnTo>
                        <a:lnTo>
                          <a:pt x="137" y="16"/>
                        </a:lnTo>
                        <a:lnTo>
                          <a:pt x="129" y="16"/>
                        </a:lnTo>
                        <a:lnTo>
                          <a:pt x="120" y="8"/>
                        </a:lnTo>
                        <a:lnTo>
                          <a:pt x="112" y="8"/>
                        </a:lnTo>
                        <a:lnTo>
                          <a:pt x="103" y="8"/>
                        </a:lnTo>
                        <a:lnTo>
                          <a:pt x="94" y="8"/>
                        </a:lnTo>
                        <a:lnTo>
                          <a:pt x="86" y="0"/>
                        </a:lnTo>
                        <a:lnTo>
                          <a:pt x="69" y="0"/>
                        </a:lnTo>
                        <a:lnTo>
                          <a:pt x="60" y="0"/>
                        </a:lnTo>
                        <a:lnTo>
                          <a:pt x="51" y="8"/>
                        </a:lnTo>
                        <a:lnTo>
                          <a:pt x="43" y="8"/>
                        </a:lnTo>
                        <a:lnTo>
                          <a:pt x="43" y="16"/>
                        </a:lnTo>
                        <a:lnTo>
                          <a:pt x="34" y="24"/>
                        </a:lnTo>
                        <a:lnTo>
                          <a:pt x="34" y="32"/>
                        </a:lnTo>
                        <a:lnTo>
                          <a:pt x="26" y="32"/>
                        </a:lnTo>
                        <a:lnTo>
                          <a:pt x="26" y="39"/>
                        </a:lnTo>
                        <a:lnTo>
                          <a:pt x="17" y="39"/>
                        </a:lnTo>
                        <a:lnTo>
                          <a:pt x="9" y="39"/>
                        </a:lnTo>
                        <a:lnTo>
                          <a:pt x="9" y="47"/>
                        </a:lnTo>
                        <a:lnTo>
                          <a:pt x="0" y="47"/>
                        </a:lnTo>
                        <a:lnTo>
                          <a:pt x="0" y="55"/>
                        </a:lnTo>
                        <a:lnTo>
                          <a:pt x="0" y="63"/>
                        </a:lnTo>
                        <a:lnTo>
                          <a:pt x="0" y="71"/>
                        </a:lnTo>
                        <a:lnTo>
                          <a:pt x="9" y="79"/>
                        </a:lnTo>
                        <a:lnTo>
                          <a:pt x="0" y="79"/>
                        </a:lnTo>
                        <a:lnTo>
                          <a:pt x="0" y="87"/>
                        </a:lnTo>
                        <a:lnTo>
                          <a:pt x="0" y="95"/>
                        </a:lnTo>
                        <a:lnTo>
                          <a:pt x="9" y="102"/>
                        </a:lnTo>
                        <a:lnTo>
                          <a:pt x="9" y="110"/>
                        </a:lnTo>
                        <a:lnTo>
                          <a:pt x="17" y="110"/>
                        </a:lnTo>
                        <a:lnTo>
                          <a:pt x="17" y="118"/>
                        </a:lnTo>
                        <a:lnTo>
                          <a:pt x="26" y="118"/>
                        </a:lnTo>
                        <a:lnTo>
                          <a:pt x="34" y="126"/>
                        </a:lnTo>
                        <a:lnTo>
                          <a:pt x="43" y="126"/>
                        </a:lnTo>
                        <a:lnTo>
                          <a:pt x="51" y="126"/>
                        </a:lnTo>
                        <a:lnTo>
                          <a:pt x="51" y="118"/>
                        </a:lnTo>
                        <a:lnTo>
                          <a:pt x="51" y="110"/>
                        </a:lnTo>
                        <a:lnTo>
                          <a:pt x="51" y="102"/>
                        </a:lnTo>
                        <a:lnTo>
                          <a:pt x="60" y="95"/>
                        </a:lnTo>
                        <a:lnTo>
                          <a:pt x="69" y="95"/>
                        </a:lnTo>
                        <a:lnTo>
                          <a:pt x="69" y="87"/>
                        </a:lnTo>
                        <a:lnTo>
                          <a:pt x="69" y="79"/>
                        </a:lnTo>
                        <a:lnTo>
                          <a:pt x="69" y="71"/>
                        </a:lnTo>
                        <a:lnTo>
                          <a:pt x="69" y="63"/>
                        </a:lnTo>
                        <a:lnTo>
                          <a:pt x="60" y="55"/>
                        </a:lnTo>
                        <a:lnTo>
                          <a:pt x="60" y="47"/>
                        </a:lnTo>
                        <a:lnTo>
                          <a:pt x="69" y="55"/>
                        </a:lnTo>
                        <a:lnTo>
                          <a:pt x="77" y="55"/>
                        </a:lnTo>
                        <a:lnTo>
                          <a:pt x="86" y="55"/>
                        </a:lnTo>
                        <a:lnTo>
                          <a:pt x="86" y="47"/>
                        </a:lnTo>
                        <a:lnTo>
                          <a:pt x="94" y="47"/>
                        </a:lnTo>
                        <a:lnTo>
                          <a:pt x="103" y="47"/>
                        </a:lnTo>
                        <a:lnTo>
                          <a:pt x="112" y="47"/>
                        </a:lnTo>
                        <a:lnTo>
                          <a:pt x="120" y="47"/>
                        </a:lnTo>
                        <a:lnTo>
                          <a:pt x="129" y="47"/>
                        </a:lnTo>
                        <a:lnTo>
                          <a:pt x="137" y="47"/>
                        </a:lnTo>
                        <a:lnTo>
                          <a:pt x="146" y="47"/>
                        </a:lnTo>
                        <a:lnTo>
                          <a:pt x="154" y="47"/>
                        </a:lnTo>
                        <a:lnTo>
                          <a:pt x="154" y="39"/>
                        </a:lnTo>
                        <a:lnTo>
                          <a:pt x="163" y="39"/>
                        </a:lnTo>
                      </a:path>
                    </a:pathLst>
                  </a:custGeom>
                  <a:solidFill>
                    <a:srgbClr val="A04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01" name="Google Shape;1601;p65"/>
                  <p:cNvGrpSpPr/>
                  <p:nvPr/>
                </p:nvGrpSpPr>
                <p:grpSpPr>
                  <a:xfrm>
                    <a:off x="4421" y="920"/>
                    <a:ext cx="52" cy="79"/>
                    <a:chOff x="4421" y="920"/>
                    <a:chExt cx="52" cy="79"/>
                  </a:xfrm>
                </p:grpSpPr>
                <p:grpSp>
                  <p:nvGrpSpPr>
                    <p:cNvPr id="1602" name="Google Shape;1602;p65"/>
                    <p:cNvGrpSpPr/>
                    <p:nvPr/>
                  </p:nvGrpSpPr>
                  <p:grpSpPr>
                    <a:xfrm>
                      <a:off x="4421" y="928"/>
                      <a:ext cx="52" cy="71"/>
                      <a:chOff x="4421" y="928"/>
                      <a:chExt cx="52" cy="71"/>
                    </a:xfrm>
                  </p:grpSpPr>
                  <p:sp>
                    <p:nvSpPr>
                      <p:cNvPr id="1603" name="Google Shape;1603;p65"/>
                      <p:cNvSpPr/>
                      <p:nvPr/>
                    </p:nvSpPr>
                    <p:spPr>
                      <a:xfrm>
                        <a:off x="4421" y="928"/>
                        <a:ext cx="18" cy="17"/>
                      </a:xfrm>
                      <a:custGeom>
                        <a:rect b="b" l="l" r="r" t="t"/>
                        <a:pathLst>
                          <a:path extrusionOk="0" h="17" w="18">
                            <a:moveTo>
                              <a:pt x="17" y="11"/>
                            </a:moveTo>
                            <a:lnTo>
                              <a:pt x="11" y="5"/>
                            </a:lnTo>
                            <a:lnTo>
                              <a:pt x="6" y="5"/>
                            </a:lnTo>
                            <a:lnTo>
                              <a:pt x="6" y="0"/>
                            </a:lnTo>
                            <a:lnTo>
                              <a:pt x="6" y="5"/>
                            </a:lnTo>
                            <a:lnTo>
                              <a:pt x="0" y="5"/>
                            </a:lnTo>
                            <a:lnTo>
                              <a:pt x="0" y="11"/>
                            </a:lnTo>
                            <a:lnTo>
                              <a:pt x="6" y="11"/>
                            </a:lnTo>
                            <a:lnTo>
                              <a:pt x="6" y="16"/>
                            </a:lnTo>
                            <a:lnTo>
                              <a:pt x="6" y="11"/>
                            </a:lnTo>
                            <a:lnTo>
                              <a:pt x="11" y="11"/>
                            </a:lnTo>
                            <a:lnTo>
                              <a:pt x="11" y="16"/>
                            </a:lnTo>
                            <a:lnTo>
                              <a:pt x="11" y="11"/>
                            </a:lnTo>
                            <a:lnTo>
                              <a:pt x="17" y="11"/>
                            </a:lnTo>
                          </a:path>
                        </a:pathLst>
                      </a:custGeom>
                      <a:solidFill>
                        <a:srgbClr val="604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04" name="Google Shape;1604;p65"/>
                      <p:cNvSpPr/>
                      <p:nvPr/>
                    </p:nvSpPr>
                    <p:spPr>
                      <a:xfrm>
                        <a:off x="4421" y="983"/>
                        <a:ext cx="1" cy="16"/>
                      </a:xfrm>
                      <a:custGeom>
                        <a:rect b="b" l="l" r="r" t="t"/>
                        <a:pathLst>
                          <a:path extrusionOk="0" h="16" w="1">
                            <a:moveTo>
                              <a:pt x="0" y="5"/>
                            </a:moveTo>
                            <a:lnTo>
                              <a:pt x="0" y="5"/>
                            </a:lnTo>
                            <a:lnTo>
                              <a:pt x="0" y="0"/>
                            </a:lnTo>
                            <a:lnTo>
                              <a:pt x="0" y="5"/>
                            </a:lnTo>
                            <a:lnTo>
                              <a:pt x="0" y="10"/>
                            </a:lnTo>
                            <a:lnTo>
                              <a:pt x="0" y="15"/>
                            </a:lnTo>
                            <a:lnTo>
                              <a:pt x="0" y="10"/>
                            </a:lnTo>
                            <a:lnTo>
                              <a:pt x="0" y="5"/>
                            </a:lnTo>
                          </a:path>
                        </a:pathLst>
                      </a:custGeom>
                      <a:solidFill>
                        <a:srgbClr val="604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05" name="Google Shape;1605;p65"/>
                      <p:cNvSpPr/>
                      <p:nvPr/>
                    </p:nvSpPr>
                    <p:spPr>
                      <a:xfrm>
                        <a:off x="4463" y="928"/>
                        <a:ext cx="10" cy="1"/>
                      </a:xfrm>
                      <a:custGeom>
                        <a:rect b="b" l="l" r="r" t="t"/>
                        <a:pathLst>
                          <a:path extrusionOk="0" h="1" w="10">
                            <a:moveTo>
                              <a:pt x="9" y="0"/>
                            </a:moveTo>
                            <a:lnTo>
                              <a:pt x="5" y="0"/>
                            </a:lnTo>
                            <a:lnTo>
                              <a:pt x="0" y="0"/>
                            </a:lnTo>
                            <a:lnTo>
                              <a:pt x="5" y="0"/>
                            </a:lnTo>
                            <a:lnTo>
                              <a:pt x="9" y="0"/>
                            </a:lnTo>
                          </a:path>
                        </a:pathLst>
                      </a:custGeom>
                      <a:solidFill>
                        <a:srgbClr val="604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606" name="Google Shape;1606;p65"/>
                    <p:cNvSpPr/>
                    <p:nvPr/>
                  </p:nvSpPr>
                  <p:spPr>
                    <a:xfrm>
                      <a:off x="4472" y="920"/>
                      <a:ext cx="1" cy="9"/>
                    </a:xfrm>
                    <a:custGeom>
                      <a:rect b="b" l="l" r="r" t="t"/>
                      <a:pathLst>
                        <a:path extrusionOk="0" h="9" w="1">
                          <a:moveTo>
                            <a:pt x="0" y="8"/>
                          </a:moveTo>
                          <a:lnTo>
                            <a:pt x="0" y="8"/>
                          </a:lnTo>
                          <a:lnTo>
                            <a:pt x="0" y="4"/>
                          </a:lnTo>
                          <a:lnTo>
                            <a:pt x="0" y="0"/>
                          </a:lnTo>
                          <a:lnTo>
                            <a:pt x="0" y="8"/>
                          </a:lnTo>
                        </a:path>
                      </a:pathLst>
                    </a:custGeom>
                    <a:solidFill>
                      <a:srgbClr val="604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607" name="Google Shape;1607;p65"/>
              <p:cNvGrpSpPr/>
              <p:nvPr/>
            </p:nvGrpSpPr>
            <p:grpSpPr>
              <a:xfrm>
                <a:off x="4455" y="951"/>
                <a:ext cx="61" cy="167"/>
                <a:chOff x="4455" y="951"/>
                <a:chExt cx="61" cy="167"/>
              </a:xfrm>
            </p:grpSpPr>
            <p:grpSp>
              <p:nvGrpSpPr>
                <p:cNvPr id="1608" name="Google Shape;1608;p65"/>
                <p:cNvGrpSpPr/>
                <p:nvPr/>
              </p:nvGrpSpPr>
              <p:grpSpPr>
                <a:xfrm>
                  <a:off x="4463" y="951"/>
                  <a:ext cx="53" cy="56"/>
                  <a:chOff x="4463" y="951"/>
                  <a:chExt cx="53" cy="56"/>
                </a:xfrm>
              </p:grpSpPr>
              <p:grpSp>
                <p:nvGrpSpPr>
                  <p:cNvPr id="1609" name="Google Shape;1609;p65"/>
                  <p:cNvGrpSpPr/>
                  <p:nvPr/>
                </p:nvGrpSpPr>
                <p:grpSpPr>
                  <a:xfrm>
                    <a:off x="4463" y="951"/>
                    <a:ext cx="53" cy="9"/>
                    <a:chOff x="4463" y="951"/>
                    <a:chExt cx="53" cy="9"/>
                  </a:xfrm>
                </p:grpSpPr>
                <p:sp>
                  <p:nvSpPr>
                    <p:cNvPr id="1610" name="Google Shape;1610;p65"/>
                    <p:cNvSpPr/>
                    <p:nvPr/>
                  </p:nvSpPr>
                  <p:spPr>
                    <a:xfrm>
                      <a:off x="4463" y="951"/>
                      <a:ext cx="18" cy="9"/>
                    </a:xfrm>
                    <a:custGeom>
                      <a:rect b="b" l="l" r="r" t="t"/>
                      <a:pathLst>
                        <a:path extrusionOk="0" h="9" w="18">
                          <a:moveTo>
                            <a:pt x="17" y="0"/>
                          </a:moveTo>
                          <a:lnTo>
                            <a:pt x="17" y="0"/>
                          </a:lnTo>
                          <a:lnTo>
                            <a:pt x="9" y="0"/>
                          </a:lnTo>
                          <a:lnTo>
                            <a:pt x="0" y="8"/>
                          </a:lnTo>
                        </a:path>
                      </a:pathLst>
                    </a:custGeom>
                    <a:noFill/>
                    <a:ln cap="rnd" cmpd="sng" w="12700">
                      <a:solidFill>
                        <a:srgbClr val="6040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11" name="Google Shape;1611;p65"/>
                    <p:cNvSpPr/>
                    <p:nvPr/>
                  </p:nvSpPr>
                  <p:spPr>
                    <a:xfrm>
                      <a:off x="4498" y="951"/>
                      <a:ext cx="18" cy="9"/>
                    </a:xfrm>
                    <a:custGeom>
                      <a:rect b="b" l="l" r="r" t="t"/>
                      <a:pathLst>
                        <a:path extrusionOk="0" h="9" w="18">
                          <a:moveTo>
                            <a:pt x="17" y="8"/>
                          </a:moveTo>
                          <a:lnTo>
                            <a:pt x="9" y="0"/>
                          </a:lnTo>
                          <a:lnTo>
                            <a:pt x="0" y="0"/>
                          </a:lnTo>
                        </a:path>
                      </a:pathLst>
                    </a:custGeom>
                    <a:noFill/>
                    <a:ln cap="rnd" cmpd="sng" w="12700">
                      <a:solidFill>
                        <a:srgbClr val="6040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612" name="Google Shape;1612;p65"/>
                  <p:cNvGrpSpPr/>
                  <p:nvPr/>
                </p:nvGrpSpPr>
                <p:grpSpPr>
                  <a:xfrm>
                    <a:off x="4472" y="959"/>
                    <a:ext cx="34" cy="48"/>
                    <a:chOff x="4472" y="959"/>
                    <a:chExt cx="34" cy="48"/>
                  </a:xfrm>
                </p:grpSpPr>
                <p:sp>
                  <p:nvSpPr>
                    <p:cNvPr id="1613" name="Google Shape;1613;p65"/>
                    <p:cNvSpPr/>
                    <p:nvPr/>
                  </p:nvSpPr>
                  <p:spPr>
                    <a:xfrm>
                      <a:off x="4498" y="959"/>
                      <a:ext cx="8" cy="48"/>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14" name="Google Shape;1614;p65"/>
                    <p:cNvSpPr/>
                    <p:nvPr/>
                  </p:nvSpPr>
                  <p:spPr>
                    <a:xfrm>
                      <a:off x="4472" y="959"/>
                      <a:ext cx="8" cy="48"/>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nvGrpSpPr>
                <p:cNvPr id="1615" name="Google Shape;1615;p65"/>
                <p:cNvGrpSpPr/>
                <p:nvPr/>
              </p:nvGrpSpPr>
              <p:grpSpPr>
                <a:xfrm>
                  <a:off x="4455" y="1054"/>
                  <a:ext cx="52" cy="64"/>
                  <a:chOff x="4455" y="1054"/>
                  <a:chExt cx="52" cy="64"/>
                </a:xfrm>
              </p:grpSpPr>
              <p:sp>
                <p:nvSpPr>
                  <p:cNvPr id="1616" name="Google Shape;1616;p65"/>
                  <p:cNvSpPr/>
                  <p:nvPr/>
                </p:nvSpPr>
                <p:spPr>
                  <a:xfrm>
                    <a:off x="4455" y="1054"/>
                    <a:ext cx="9" cy="64"/>
                  </a:xfrm>
                  <a:custGeom>
                    <a:rect b="b" l="l" r="r" t="t"/>
                    <a:pathLst>
                      <a:path extrusionOk="0" h="64" w="9">
                        <a:moveTo>
                          <a:pt x="0" y="0"/>
                        </a:moveTo>
                        <a:lnTo>
                          <a:pt x="0" y="8"/>
                        </a:lnTo>
                        <a:lnTo>
                          <a:pt x="8" y="16"/>
                        </a:lnTo>
                        <a:lnTo>
                          <a:pt x="8" y="24"/>
                        </a:lnTo>
                        <a:lnTo>
                          <a:pt x="8" y="32"/>
                        </a:lnTo>
                        <a:lnTo>
                          <a:pt x="8" y="47"/>
                        </a:lnTo>
                        <a:lnTo>
                          <a:pt x="0" y="55"/>
                        </a:lnTo>
                        <a:lnTo>
                          <a:pt x="0" y="63"/>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17" name="Google Shape;1617;p65"/>
                  <p:cNvSpPr/>
                  <p:nvPr/>
                </p:nvSpPr>
                <p:spPr>
                  <a:xfrm>
                    <a:off x="4463" y="1078"/>
                    <a:ext cx="44" cy="24"/>
                  </a:xfrm>
                  <a:custGeom>
                    <a:rect b="b" l="l" r="r" t="t"/>
                    <a:pathLst>
                      <a:path extrusionOk="0" h="24" w="44">
                        <a:moveTo>
                          <a:pt x="43" y="0"/>
                        </a:moveTo>
                        <a:lnTo>
                          <a:pt x="43" y="15"/>
                        </a:lnTo>
                        <a:lnTo>
                          <a:pt x="43" y="23"/>
                        </a:lnTo>
                        <a:lnTo>
                          <a:pt x="26" y="23"/>
                        </a:lnTo>
                        <a:lnTo>
                          <a:pt x="17" y="23"/>
                        </a:lnTo>
                        <a:lnTo>
                          <a:pt x="0" y="23"/>
                        </a:lnTo>
                        <a:lnTo>
                          <a:pt x="0" y="15"/>
                        </a:lnTo>
                        <a:lnTo>
                          <a:pt x="0" y="8"/>
                        </a:lnTo>
                        <a:lnTo>
                          <a:pt x="0" y="0"/>
                        </a:lnTo>
                        <a:lnTo>
                          <a:pt x="9" y="8"/>
                        </a:lnTo>
                        <a:lnTo>
                          <a:pt x="17" y="8"/>
                        </a:lnTo>
                        <a:lnTo>
                          <a:pt x="26" y="8"/>
                        </a:lnTo>
                        <a:lnTo>
                          <a:pt x="34" y="8"/>
                        </a:lnTo>
                        <a:lnTo>
                          <a:pt x="43" y="0"/>
                        </a:lnTo>
                      </a:path>
                    </a:pathLst>
                  </a:custGeom>
                  <a:solidFill>
                    <a:srgbClr val="0000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sp>
        <p:nvSpPr>
          <p:cNvPr id="1618" name="Google Shape;1618;p65"/>
          <p:cNvSpPr/>
          <p:nvPr/>
        </p:nvSpPr>
        <p:spPr>
          <a:xfrm>
            <a:off x="7924800" y="2564606"/>
            <a:ext cx="1143000" cy="521400"/>
          </a:xfrm>
          <a:prstGeom prst="rect">
            <a:avLst/>
          </a:prstGeom>
          <a:solidFill>
            <a:srgbClr val="C8FE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it-IT" sz="1200" u="none" cap="none" strike="noStrike">
                <a:solidFill>
                  <a:schemeClr val="accent1"/>
                </a:solidFill>
                <a:latin typeface="Overpass"/>
                <a:ea typeface="Overpass"/>
                <a:cs typeface="Overpass"/>
                <a:sym typeface="Overpass"/>
              </a:rPr>
              <a:t>SPEAKING</a:t>
            </a:r>
            <a:endParaRPr b="1" i="0" sz="2400" u="none" cap="none" strike="noStrike">
              <a:solidFill>
                <a:schemeClr val="accen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2" name="Shape 1622"/>
        <p:cNvGrpSpPr/>
        <p:nvPr/>
      </p:nvGrpSpPr>
      <p:grpSpPr>
        <a:xfrm>
          <a:off x="0" y="0"/>
          <a:ext cx="0" cy="0"/>
          <a:chOff x="0" y="0"/>
          <a:chExt cx="0" cy="0"/>
        </a:xfrm>
      </p:grpSpPr>
      <p:sp>
        <p:nvSpPr>
          <p:cNvPr id="1623" name="Google Shape;1623;p6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how to design together</a:t>
            </a:r>
            <a:endParaRPr/>
          </a:p>
        </p:txBody>
      </p:sp>
      <p:sp>
        <p:nvSpPr>
          <p:cNvPr id="1624" name="Google Shape;1624;p6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chemeClr val="lt1"/>
              </a:buClr>
              <a:buSzPct val="100000"/>
              <a:buFont typeface="Arial"/>
              <a:buChar char="●"/>
            </a:pPr>
            <a:r>
              <a:rPr lang="it-IT" sz="2400"/>
              <a:t>with the new possibilities in computer-supported communication </a:t>
            </a:r>
            <a:r>
              <a:rPr lang="it-IT" sz="2400" u="sng">
                <a:solidFill>
                  <a:srgbClr val="FFFF00"/>
                </a:solidFill>
              </a:rPr>
              <a:t>shared thinking</a:t>
            </a:r>
            <a:r>
              <a:rPr lang="it-IT" sz="2400"/>
              <a:t> is now possible</a:t>
            </a:r>
            <a:endParaRPr/>
          </a:p>
          <a:p>
            <a:pPr indent="-320040" lvl="0" marL="342900" rtl="0" algn="l">
              <a:lnSpc>
                <a:spcPct val="115000"/>
              </a:lnSpc>
              <a:spcBef>
                <a:spcPts val="480"/>
              </a:spcBef>
              <a:spcAft>
                <a:spcPts val="0"/>
              </a:spcAft>
              <a:buClr>
                <a:schemeClr val="lt1"/>
              </a:buClr>
              <a:buSzPct val="100000"/>
              <a:buFont typeface="Arial"/>
              <a:buChar char="●"/>
            </a:pPr>
            <a:r>
              <a:rPr lang="it-IT" sz="2400"/>
              <a:t>within user interface design: how do designers communicate with users? </a:t>
            </a:r>
            <a:endParaRPr/>
          </a:p>
          <a:p>
            <a:pPr indent="-320040" lvl="0" marL="342900" rtl="0" algn="l">
              <a:lnSpc>
                <a:spcPct val="115000"/>
              </a:lnSpc>
              <a:spcBef>
                <a:spcPts val="480"/>
              </a:spcBef>
              <a:spcAft>
                <a:spcPts val="0"/>
              </a:spcAft>
              <a:buClr>
                <a:schemeClr val="lt1"/>
              </a:buClr>
              <a:buSzPct val="100000"/>
              <a:buFont typeface="Arial"/>
              <a:buChar char="●"/>
            </a:pPr>
            <a:r>
              <a:rPr lang="it-IT" sz="2400"/>
              <a:t>what kind of user-model do they have in mind? </a:t>
            </a:r>
            <a:endParaRPr/>
          </a:p>
          <a:p>
            <a:pPr indent="-320040" lvl="0" marL="342900" rtl="0" algn="l">
              <a:lnSpc>
                <a:spcPct val="115000"/>
              </a:lnSpc>
              <a:spcBef>
                <a:spcPts val="480"/>
              </a:spcBef>
              <a:spcAft>
                <a:spcPts val="0"/>
              </a:spcAft>
              <a:buClr>
                <a:schemeClr val="lt1"/>
              </a:buClr>
              <a:buSzPct val="100000"/>
              <a:buFont typeface="Arial"/>
              <a:buChar char="●"/>
            </a:pPr>
            <a:r>
              <a:rPr lang="it-IT" sz="2400"/>
              <a:t>which information is passing from one community to the other? data and control, information contents and pragmatics (on the user of the information within a given environment)</a:t>
            </a:r>
            <a:endParaRPr/>
          </a:p>
          <a:p>
            <a:pPr indent="-320040" lvl="0" marL="342900" rtl="0" algn="l">
              <a:lnSpc>
                <a:spcPct val="115000"/>
              </a:lnSpc>
              <a:spcBef>
                <a:spcPts val="480"/>
              </a:spcBef>
              <a:spcAft>
                <a:spcPts val="0"/>
              </a:spcAft>
              <a:buClr>
                <a:schemeClr val="lt1"/>
              </a:buClr>
              <a:buSzPct val="100000"/>
              <a:buFont typeface="Arial"/>
              <a:buChar char="●"/>
            </a:pPr>
            <a:r>
              <a:rPr lang="it-IT" sz="2400"/>
              <a:t>to some users (with special needs) the computer and its interface may help extend their range of activities or (inverting all the benefits listed before) reduce job satisfaction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6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approaches to design</a:t>
            </a:r>
            <a:endParaRPr/>
          </a:p>
        </p:txBody>
      </p:sp>
      <p:sp>
        <p:nvSpPr>
          <p:cNvPr id="1630" name="Google Shape;1630;p6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10000"/>
          </a:bodyPr>
          <a:lstStyle/>
          <a:p>
            <a:pPr indent="-308610" lvl="0" marL="342900" rtl="0" algn="l">
              <a:lnSpc>
                <a:spcPct val="115000"/>
              </a:lnSpc>
              <a:spcBef>
                <a:spcPts val="0"/>
              </a:spcBef>
              <a:spcAft>
                <a:spcPts val="0"/>
              </a:spcAft>
              <a:buClr>
                <a:schemeClr val="lt1"/>
              </a:buClr>
              <a:buSzPct val="100000"/>
              <a:buFont typeface="Arial"/>
              <a:buChar char="●"/>
            </a:pPr>
            <a:r>
              <a:rPr lang="it-IT" sz="2400"/>
              <a:t>User interface design requires the cooperation of computer scientists and psychologists for a good understanding of algorithms and programs (computer side) and people (user side)</a:t>
            </a:r>
            <a:endParaRPr/>
          </a:p>
          <a:p>
            <a:pPr indent="-308610" lvl="0" marL="342900" rtl="0" algn="l">
              <a:lnSpc>
                <a:spcPct val="115000"/>
              </a:lnSpc>
              <a:spcBef>
                <a:spcPts val="480"/>
              </a:spcBef>
              <a:spcAft>
                <a:spcPts val="0"/>
              </a:spcAft>
              <a:buClr>
                <a:schemeClr val="lt1"/>
              </a:buClr>
              <a:buSzPct val="100000"/>
              <a:buFont typeface="Arial"/>
              <a:buChar char="●"/>
            </a:pPr>
            <a:r>
              <a:rPr lang="it-IT" sz="2400"/>
              <a:t>two approaches arise: </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276299" lvl="1" marL="742950" rtl="0" algn="l">
              <a:lnSpc>
                <a:spcPct val="115000"/>
              </a:lnSpc>
              <a:spcBef>
                <a:spcPts val="480"/>
              </a:spcBef>
              <a:spcAft>
                <a:spcPts val="0"/>
              </a:spcAft>
              <a:buClr>
                <a:schemeClr val="lt1"/>
              </a:buClr>
              <a:buSzPct val="152500"/>
              <a:buFont typeface="Arial"/>
              <a:buChar char="○"/>
            </a:pPr>
            <a:r>
              <a:rPr lang="it-IT" sz="1904"/>
              <a:t>1) where </a:t>
            </a:r>
            <a:r>
              <a:rPr lang="it-IT" sz="1904" u="sng">
                <a:solidFill>
                  <a:srgbClr val="FFFF00"/>
                </a:solidFill>
              </a:rPr>
              <a:t>computer scientists</a:t>
            </a:r>
            <a:r>
              <a:rPr lang="it-IT" sz="1904"/>
              <a:t> want to have a well designed interface after a first shot - using formal design rules - and </a:t>
            </a:r>
            <a:endParaRPr sz="1904"/>
          </a:p>
          <a:p>
            <a:pPr indent="-285750" lvl="1" marL="742950" rtl="0" algn="l">
              <a:lnSpc>
                <a:spcPct val="115000"/>
              </a:lnSpc>
              <a:spcBef>
                <a:spcPts val="480"/>
              </a:spcBef>
              <a:spcAft>
                <a:spcPts val="0"/>
              </a:spcAft>
              <a:buClr>
                <a:schemeClr val="lt1"/>
              </a:buClr>
              <a:buSzPct val="126001"/>
              <a:buFont typeface="Arial"/>
              <a:buNone/>
            </a:pPr>
            <a:r>
              <a:t/>
            </a:r>
            <a:endParaRPr sz="1904"/>
          </a:p>
          <a:p>
            <a:pPr indent="-276299" lvl="1" marL="742950" rtl="0" algn="l">
              <a:lnSpc>
                <a:spcPct val="115000"/>
              </a:lnSpc>
              <a:spcBef>
                <a:spcPts val="480"/>
              </a:spcBef>
              <a:spcAft>
                <a:spcPts val="0"/>
              </a:spcAft>
              <a:buClr>
                <a:schemeClr val="lt1"/>
              </a:buClr>
              <a:buSzPct val="152500"/>
              <a:buFont typeface="Arial"/>
              <a:buChar char="○"/>
            </a:pPr>
            <a:r>
              <a:rPr lang="it-IT" sz="1904"/>
              <a:t>2) where </a:t>
            </a:r>
            <a:r>
              <a:rPr lang="it-IT" sz="1904" u="sng">
                <a:solidFill>
                  <a:srgbClr val="FFFF00"/>
                </a:solidFill>
              </a:rPr>
              <a:t>psychologists</a:t>
            </a:r>
            <a:r>
              <a:rPr lang="it-IT" sz="1904"/>
              <a:t> would like an iterative design in order to gradually improve the developed system.</a:t>
            </a:r>
            <a:endParaRPr sz="1904"/>
          </a:p>
          <a:p>
            <a:pPr indent="-190500" lvl="0" marL="342900" rtl="0" algn="l">
              <a:lnSpc>
                <a:spcPct val="115000"/>
              </a:lnSpc>
              <a:spcBef>
                <a:spcPts val="480"/>
              </a:spcBef>
              <a:spcAft>
                <a:spcPts val="0"/>
              </a:spcAft>
              <a:buClr>
                <a:schemeClr val="lt1"/>
              </a:buClr>
              <a:buSzPct val="100000"/>
              <a:buFont typeface="Arial"/>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6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incompatibility</a:t>
            </a:r>
            <a:endParaRPr/>
          </a:p>
        </p:txBody>
      </p:sp>
      <p:sp>
        <p:nvSpPr>
          <p:cNvPr id="1636" name="Google Shape;1636;p68"/>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361950" lvl="0" marL="342900" rtl="0" algn="l">
              <a:lnSpc>
                <a:spcPct val="115000"/>
              </a:lnSpc>
              <a:spcBef>
                <a:spcPts val="0"/>
              </a:spcBef>
              <a:spcAft>
                <a:spcPts val="0"/>
              </a:spcAft>
              <a:buClr>
                <a:schemeClr val="lt1"/>
              </a:buClr>
              <a:buSzPts val="3300"/>
              <a:buFont typeface="Arial"/>
              <a:buChar char="●"/>
            </a:pPr>
            <a:r>
              <a:rPr b="0" lang="it-IT" sz="1550"/>
              <a:t>when computers cannot be interfaced, we say they are "incompatible" </a:t>
            </a:r>
            <a:endParaRPr sz="1550"/>
          </a:p>
          <a:p>
            <a:pPr indent="-361950" lvl="0" marL="342900" rtl="0" algn="l">
              <a:lnSpc>
                <a:spcPct val="115000"/>
              </a:lnSpc>
              <a:spcBef>
                <a:spcPts val="560"/>
              </a:spcBef>
              <a:spcAft>
                <a:spcPts val="0"/>
              </a:spcAft>
              <a:buClr>
                <a:schemeClr val="lt1"/>
              </a:buClr>
              <a:buSzPts val="3300"/>
              <a:buFont typeface="Arial"/>
              <a:buChar char="●"/>
            </a:pPr>
            <a:r>
              <a:rPr b="0" lang="it-IT" sz="1550"/>
              <a:t>when humans and computers cannot communicate we never refer to incompatibility although this is the case</a:t>
            </a:r>
            <a:endParaRPr sz="1550"/>
          </a:p>
          <a:p>
            <a:pPr indent="-361950" lvl="0" marL="342900" rtl="0" algn="l">
              <a:lnSpc>
                <a:spcPct val="115000"/>
              </a:lnSpc>
              <a:spcBef>
                <a:spcPts val="560"/>
              </a:spcBef>
              <a:spcAft>
                <a:spcPts val="0"/>
              </a:spcAft>
              <a:buClr>
                <a:schemeClr val="lt1"/>
              </a:buClr>
              <a:buSzPts val="3300"/>
              <a:buFont typeface="Arial"/>
              <a:buChar char="●"/>
            </a:pPr>
            <a:r>
              <a:rPr b="0" lang="it-IT" sz="1550"/>
              <a:t>do interactive programs aim at special user features?</a:t>
            </a:r>
            <a:endParaRPr sz="1550"/>
          </a:p>
          <a:p>
            <a:pPr indent="-361950" lvl="0" marL="342900" rtl="0" algn="l">
              <a:lnSpc>
                <a:spcPct val="115000"/>
              </a:lnSpc>
              <a:spcBef>
                <a:spcPts val="560"/>
              </a:spcBef>
              <a:spcAft>
                <a:spcPts val="0"/>
              </a:spcAft>
              <a:buClr>
                <a:schemeClr val="lt1"/>
              </a:buClr>
              <a:buSzPts val="3300"/>
              <a:buFont typeface="Arial"/>
              <a:buChar char="●"/>
            </a:pPr>
            <a:r>
              <a:rPr b="0" lang="it-IT" sz="1550"/>
              <a:t>better design: user centered - even user co-author</a:t>
            </a:r>
            <a:endParaRPr sz="1550"/>
          </a:p>
          <a:p>
            <a:pPr indent="-361950" lvl="0" marL="342900" rtl="0" algn="l">
              <a:lnSpc>
                <a:spcPct val="115000"/>
              </a:lnSpc>
              <a:spcBef>
                <a:spcPts val="560"/>
              </a:spcBef>
              <a:spcAft>
                <a:spcPts val="0"/>
              </a:spcAft>
              <a:buClr>
                <a:schemeClr val="lt1"/>
              </a:buClr>
              <a:buSzPts val="3300"/>
              <a:buFont typeface="Arial"/>
              <a:buChar char="●"/>
            </a:pPr>
            <a:r>
              <a:rPr b="0" lang="it-IT" sz="1550"/>
              <a:t>...to switch off Windows you have to choose the start-up icon!</a:t>
            </a:r>
            <a:endParaRPr sz="155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6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observations</a:t>
            </a:r>
            <a:endParaRPr/>
          </a:p>
        </p:txBody>
      </p:sp>
      <p:sp>
        <p:nvSpPr>
          <p:cNvPr id="1642" name="Google Shape;1642;p6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Autofit/>
          </a:bodyPr>
          <a:lstStyle/>
          <a:p>
            <a:pPr indent="-266700" lvl="0" marL="342900" rtl="0" algn="l">
              <a:lnSpc>
                <a:spcPct val="150000"/>
              </a:lnSpc>
              <a:spcBef>
                <a:spcPts val="0"/>
              </a:spcBef>
              <a:spcAft>
                <a:spcPts val="0"/>
              </a:spcAft>
              <a:buClr>
                <a:schemeClr val="lt1"/>
              </a:buClr>
              <a:buSzPts val="1600"/>
              <a:buFont typeface="Arial"/>
              <a:buChar char="●"/>
            </a:pPr>
            <a:r>
              <a:rPr b="0" lang="it-IT" sz="1600"/>
              <a:t>treat people at least as well as we already treat computers</a:t>
            </a:r>
            <a:endParaRPr sz="1600"/>
          </a:p>
          <a:p>
            <a:pPr indent="-266700" lvl="0" marL="342900" rtl="0" algn="l">
              <a:lnSpc>
                <a:spcPct val="150000"/>
              </a:lnSpc>
              <a:spcBef>
                <a:spcPts val="560"/>
              </a:spcBef>
              <a:spcAft>
                <a:spcPts val="0"/>
              </a:spcAft>
              <a:buClr>
                <a:schemeClr val="lt1"/>
              </a:buClr>
              <a:buSzPts val="1600"/>
              <a:buFont typeface="Arial"/>
              <a:buChar char="●"/>
            </a:pPr>
            <a:r>
              <a:rPr lang="it-IT" sz="1600"/>
              <a:t>is </a:t>
            </a:r>
            <a:r>
              <a:rPr b="0" lang="it-IT" sz="1600"/>
              <a:t>too easy to ignore important design issues</a:t>
            </a:r>
            <a:endParaRPr sz="1600"/>
          </a:p>
          <a:p>
            <a:pPr indent="-266700" lvl="0" marL="342900" rtl="0" algn="l">
              <a:lnSpc>
                <a:spcPct val="150000"/>
              </a:lnSpc>
              <a:spcBef>
                <a:spcPts val="560"/>
              </a:spcBef>
              <a:spcAft>
                <a:spcPts val="0"/>
              </a:spcAft>
              <a:buClr>
                <a:schemeClr val="lt1"/>
              </a:buClr>
              <a:buSzPts val="1600"/>
              <a:buFont typeface="Arial"/>
              <a:buChar char="●"/>
            </a:pPr>
            <a:r>
              <a:rPr b="0" lang="it-IT" sz="1600"/>
              <a:t>designers tend to overcome bugs by adding ad-hoc features, extending the systems and making them more complex</a:t>
            </a:r>
            <a:endParaRPr sz="1600"/>
          </a:p>
          <a:p>
            <a:pPr indent="-266700" lvl="0" marL="342900" rtl="0" algn="l">
              <a:lnSpc>
                <a:spcPct val="150000"/>
              </a:lnSpc>
              <a:spcBef>
                <a:spcPts val="560"/>
              </a:spcBef>
              <a:spcAft>
                <a:spcPts val="0"/>
              </a:spcAft>
              <a:buClr>
                <a:schemeClr val="lt1"/>
              </a:buClr>
              <a:buSzPts val="1600"/>
              <a:buFont typeface="Arial"/>
              <a:buChar char="●"/>
            </a:pPr>
            <a:r>
              <a:rPr b="0" lang="it-IT" sz="1600"/>
              <a:t>conflicts and limitations in the original design can be camouflaged with local add-ons</a:t>
            </a:r>
            <a:endParaRPr sz="1600"/>
          </a:p>
          <a:p>
            <a:pPr indent="-266700" lvl="0" marL="342900" rtl="0" algn="l">
              <a:lnSpc>
                <a:spcPct val="150000"/>
              </a:lnSpc>
              <a:spcBef>
                <a:spcPts val="560"/>
              </a:spcBef>
              <a:spcAft>
                <a:spcPts val="0"/>
              </a:spcAft>
              <a:buClr>
                <a:schemeClr val="lt1"/>
              </a:buClr>
              <a:buSzPts val="1600"/>
              <a:buFont typeface="Arial"/>
              <a:buChar char="●"/>
            </a:pPr>
            <a:r>
              <a:rPr b="0" lang="it-IT" sz="1600"/>
              <a:t>new features are unrelated, may have side-effects and no accurate forecast of what may happen to other actions performed through the new interface</a:t>
            </a:r>
            <a:endParaRPr sz="1600"/>
          </a:p>
          <a:p>
            <a:pPr indent="-266700" lvl="0" marL="342900" rtl="0" algn="l">
              <a:lnSpc>
                <a:spcPct val="150000"/>
              </a:lnSpc>
              <a:spcBef>
                <a:spcPts val="560"/>
              </a:spcBef>
              <a:spcAft>
                <a:spcPts val="0"/>
              </a:spcAft>
              <a:buClr>
                <a:schemeClr val="lt1"/>
              </a:buClr>
              <a:buSzPts val="1600"/>
              <a:buFont typeface="Arial"/>
              <a:buChar char="●"/>
            </a:pPr>
            <a:r>
              <a:rPr b="0" lang="it-IT" sz="1600"/>
              <a:t>typically, designs grow bottom-up by accruing features</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7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Composition Fallacy</a:t>
            </a:r>
            <a:endParaRPr/>
          </a:p>
        </p:txBody>
      </p:sp>
      <p:sp>
        <p:nvSpPr>
          <p:cNvPr id="1648" name="Google Shape;1648;p7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66700" lvl="0" marL="342900" rtl="0" algn="l">
              <a:lnSpc>
                <a:spcPct val="150000"/>
              </a:lnSpc>
              <a:spcBef>
                <a:spcPts val="0"/>
              </a:spcBef>
              <a:spcAft>
                <a:spcPts val="0"/>
              </a:spcAft>
              <a:buClr>
                <a:schemeClr val="lt1"/>
              </a:buClr>
              <a:buSzPts val="1600"/>
              <a:buFont typeface="Arial"/>
              <a:buChar char="●"/>
            </a:pPr>
            <a:r>
              <a:rPr lang="it-IT" sz="1600"/>
              <a:t>properties of the parts are also properties of the whole</a:t>
            </a:r>
            <a:endParaRPr sz="1600"/>
          </a:p>
          <a:p>
            <a:pPr indent="-342900" lvl="0" marL="342900" rtl="0" algn="l">
              <a:lnSpc>
                <a:spcPct val="150000"/>
              </a:lnSpc>
              <a:spcBef>
                <a:spcPts val="560"/>
              </a:spcBef>
              <a:spcAft>
                <a:spcPts val="0"/>
              </a:spcAft>
              <a:buClr>
                <a:schemeClr val="lt1"/>
              </a:buClr>
              <a:buSzPts val="2800"/>
              <a:buFont typeface="Arial"/>
              <a:buNone/>
            </a:pPr>
            <a:r>
              <a:rPr lang="it-IT" sz="1600"/>
              <a:t>   (composition)</a:t>
            </a:r>
            <a:endParaRPr sz="1600"/>
          </a:p>
          <a:p>
            <a:pPr indent="-266700" lvl="0" marL="342900" rtl="0" algn="l">
              <a:lnSpc>
                <a:spcPct val="150000"/>
              </a:lnSpc>
              <a:spcBef>
                <a:spcPts val="560"/>
              </a:spcBef>
              <a:spcAft>
                <a:spcPts val="0"/>
              </a:spcAft>
              <a:buClr>
                <a:schemeClr val="lt1"/>
              </a:buClr>
              <a:buSzPts val="1600"/>
              <a:buFont typeface="Arial"/>
              <a:buChar char="●"/>
            </a:pPr>
            <a:r>
              <a:rPr lang="it-IT" sz="1600"/>
              <a:t>a </a:t>
            </a:r>
            <a:r>
              <a:rPr lang="it-IT" sz="1600">
                <a:solidFill>
                  <a:srgbClr val="FFFF00"/>
                </a:solidFill>
              </a:rPr>
              <a:t>good</a:t>
            </a:r>
            <a:r>
              <a:rPr lang="it-IT" sz="1600"/>
              <a:t> interface may have </a:t>
            </a:r>
            <a:r>
              <a:rPr lang="it-IT" sz="1600">
                <a:solidFill>
                  <a:srgbClr val="FFFF00"/>
                </a:solidFill>
              </a:rPr>
              <a:t>bad</a:t>
            </a:r>
            <a:r>
              <a:rPr lang="it-IT" sz="1600"/>
              <a:t> parts</a:t>
            </a:r>
            <a:endParaRPr sz="1600"/>
          </a:p>
          <a:p>
            <a:pPr indent="-266700" lvl="0" marL="342900" rtl="0" algn="l">
              <a:lnSpc>
                <a:spcPct val="150000"/>
              </a:lnSpc>
              <a:spcBef>
                <a:spcPts val="560"/>
              </a:spcBef>
              <a:spcAft>
                <a:spcPts val="0"/>
              </a:spcAft>
              <a:buClr>
                <a:schemeClr val="lt1"/>
              </a:buClr>
              <a:buSzPts val="1600"/>
              <a:buFont typeface="Arial"/>
              <a:buChar char="●"/>
            </a:pPr>
            <a:r>
              <a:rPr lang="it-IT" sz="1600"/>
              <a:t>good parts may exist within a bad interface</a:t>
            </a:r>
            <a:endParaRPr sz="1600"/>
          </a:p>
          <a:p>
            <a:pPr indent="-342900" lvl="0" marL="342900" rtl="0" algn="l">
              <a:lnSpc>
                <a:spcPct val="115000"/>
              </a:lnSpc>
              <a:spcBef>
                <a:spcPts val="560"/>
              </a:spcBef>
              <a:spcAft>
                <a:spcPts val="0"/>
              </a:spcAft>
              <a:buClr>
                <a:schemeClr val="lt1"/>
              </a:buClr>
              <a:buSzPts val="2800"/>
              <a:buFont typeface="Arial"/>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7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abstraction</a:t>
            </a:r>
            <a:endParaRPr/>
          </a:p>
        </p:txBody>
      </p:sp>
      <p:sp>
        <p:nvSpPr>
          <p:cNvPr id="1654" name="Google Shape;1654;p7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10000"/>
          </a:bodyPr>
          <a:lstStyle/>
          <a:p>
            <a:pPr indent="-32004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user</a:t>
            </a:r>
            <a:r>
              <a:rPr lang="it-IT" sz="2400"/>
              <a:t> is the participant with a choice - any kind of participant - naive, expert, discretionary, disabled, etc.</a:t>
            </a:r>
            <a:endParaRPr/>
          </a:p>
          <a:p>
            <a:pPr indent="-32004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computer</a:t>
            </a:r>
            <a:r>
              <a:rPr lang="it-IT" sz="2400"/>
              <a:t> is the participant with a program - it obeys instructions</a:t>
            </a:r>
            <a:endParaRPr/>
          </a:p>
          <a:p>
            <a:pPr indent="-32004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designer</a:t>
            </a:r>
            <a:r>
              <a:rPr lang="it-IT" sz="2400"/>
              <a:t> the participant who anticipates the possible choices of the user encoding them into a computer program</a:t>
            </a:r>
            <a:endParaRPr/>
          </a:p>
          <a:p>
            <a:pPr indent="-342900" lvl="0" marL="342900" rtl="0" algn="l">
              <a:lnSpc>
                <a:spcPct val="115000"/>
              </a:lnSpc>
              <a:spcBef>
                <a:spcPts val="0"/>
              </a:spcBef>
              <a:spcAft>
                <a:spcPts val="0"/>
              </a:spcAft>
              <a:buClr>
                <a:schemeClr val="lt1"/>
              </a:buClr>
              <a:buSzPct val="100000"/>
              <a:buFont typeface="Arial"/>
              <a:buNone/>
            </a:pPr>
            <a:r>
              <a:t/>
            </a:r>
            <a:endParaRPr sz="2400"/>
          </a:p>
          <a:p>
            <a:pPr indent="-320040" lvl="0" marL="342900" rtl="0" algn="l">
              <a:lnSpc>
                <a:spcPct val="115000"/>
              </a:lnSpc>
              <a:spcBef>
                <a:spcPts val="0"/>
              </a:spcBef>
              <a:spcAft>
                <a:spcPts val="0"/>
              </a:spcAft>
              <a:buClr>
                <a:schemeClr val="lt1"/>
              </a:buClr>
              <a:buSzPct val="100000"/>
              <a:buFont typeface="Arial"/>
              <a:buChar char="●"/>
            </a:pPr>
            <a:r>
              <a:rPr lang="it-IT" sz="2400"/>
              <a:t>pragmatically, many different persons participate to the design of computer systems: manager, programmer, analyst, technical author, evaluator and user</a:t>
            </a:r>
            <a:br>
              <a:rPr lang="it-IT" sz="2400"/>
            </a:b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72"/>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interaction</a:t>
            </a:r>
            <a:endParaRPr/>
          </a:p>
        </p:txBody>
      </p:sp>
      <p:sp>
        <p:nvSpPr>
          <p:cNvPr id="1660" name="Google Shape;1660;p72"/>
          <p:cNvSpPr txBox="1"/>
          <p:nvPr>
            <p:ph idx="1" type="body"/>
          </p:nvPr>
        </p:nvSpPr>
        <p:spPr>
          <a:xfrm>
            <a:off x="720000" y="1180050"/>
            <a:ext cx="7704000" cy="1831500"/>
          </a:xfrm>
          <a:prstGeom prst="rect">
            <a:avLst/>
          </a:prstGeom>
          <a:noFill/>
          <a:ln>
            <a:noFill/>
          </a:ln>
        </p:spPr>
        <p:txBody>
          <a:bodyPr anchorCtr="0" anchor="t" bIns="44450" lIns="90475" spcFirstLastPara="1" rIns="90475" wrap="square" tIns="44450">
            <a:noAutofit/>
          </a:bodyPr>
          <a:lstStyle/>
          <a:p>
            <a:pPr indent="-342900" lvl="0" marL="342900" rtl="0" algn="l">
              <a:lnSpc>
                <a:spcPct val="115000"/>
              </a:lnSpc>
              <a:spcBef>
                <a:spcPts val="0"/>
              </a:spcBef>
              <a:spcAft>
                <a:spcPts val="0"/>
              </a:spcAft>
              <a:buClr>
                <a:schemeClr val="lt1"/>
              </a:buClr>
              <a:buSzPts val="3000"/>
              <a:buFont typeface="Arial"/>
              <a:buChar char="●"/>
            </a:pPr>
            <a:r>
              <a:rPr b="0" lang="it-IT" sz="1250"/>
              <a:t>humans understand through </a:t>
            </a:r>
            <a:r>
              <a:rPr b="0" lang="it-IT" sz="1250" u="sng">
                <a:solidFill>
                  <a:srgbClr val="FFFF00"/>
                </a:solidFill>
              </a:rPr>
              <a:t>modelling</a:t>
            </a:r>
            <a:r>
              <a:rPr b="0" lang="it-IT" sz="1250"/>
              <a:t> </a:t>
            </a:r>
            <a:endParaRPr sz="1250"/>
          </a:p>
          <a:p>
            <a:pPr indent="-342900" lvl="0" marL="342900" rtl="0" algn="l">
              <a:lnSpc>
                <a:spcPct val="115000"/>
              </a:lnSpc>
              <a:spcBef>
                <a:spcPts val="560"/>
              </a:spcBef>
              <a:spcAft>
                <a:spcPts val="0"/>
              </a:spcAft>
              <a:buClr>
                <a:schemeClr val="lt1"/>
              </a:buClr>
              <a:buSzPts val="3000"/>
              <a:buFont typeface="Arial"/>
              <a:buChar char="●"/>
            </a:pPr>
            <a:r>
              <a:rPr b="0" lang="it-IT" sz="1250"/>
              <a:t>computer users build up their own models of the systems they will be using</a:t>
            </a:r>
            <a:endParaRPr sz="1250"/>
          </a:p>
          <a:p>
            <a:pPr indent="-342900" lvl="0" marL="342900" rtl="0" algn="l">
              <a:lnSpc>
                <a:spcPct val="115000"/>
              </a:lnSpc>
              <a:spcBef>
                <a:spcPts val="560"/>
              </a:spcBef>
              <a:spcAft>
                <a:spcPts val="0"/>
              </a:spcAft>
              <a:buClr>
                <a:schemeClr val="lt1"/>
              </a:buClr>
              <a:buSzPts val="3000"/>
              <a:buFont typeface="Arial"/>
              <a:buChar char="●"/>
            </a:pPr>
            <a:r>
              <a:rPr b="0" lang="it-IT" sz="1250"/>
              <a:t>constant activity helps to achieve tasks even if not all the details are known provided there are no side effects</a:t>
            </a:r>
            <a:endParaRPr sz="1250"/>
          </a:p>
        </p:txBody>
      </p:sp>
      <p:sp>
        <p:nvSpPr>
          <p:cNvPr id="1661" name="Google Shape;1661;p72"/>
          <p:cNvSpPr/>
          <p:nvPr/>
        </p:nvSpPr>
        <p:spPr>
          <a:xfrm>
            <a:off x="5775325" y="3756422"/>
            <a:ext cx="733425" cy="847725"/>
          </a:xfrm>
          <a:custGeom>
            <a:rect b="b" l="l" r="r" t="t"/>
            <a:pathLst>
              <a:path extrusionOk="0" h="712" w="462">
                <a:moveTo>
                  <a:pt x="295" y="79"/>
                </a:moveTo>
                <a:lnTo>
                  <a:pt x="380" y="0"/>
                </a:lnTo>
                <a:lnTo>
                  <a:pt x="388" y="1"/>
                </a:lnTo>
                <a:lnTo>
                  <a:pt x="395" y="4"/>
                </a:lnTo>
                <a:lnTo>
                  <a:pt x="402" y="10"/>
                </a:lnTo>
                <a:lnTo>
                  <a:pt x="411" y="18"/>
                </a:lnTo>
                <a:lnTo>
                  <a:pt x="421" y="28"/>
                </a:lnTo>
                <a:lnTo>
                  <a:pt x="430" y="39"/>
                </a:lnTo>
                <a:lnTo>
                  <a:pt x="437" y="49"/>
                </a:lnTo>
                <a:lnTo>
                  <a:pt x="446" y="65"/>
                </a:lnTo>
                <a:lnTo>
                  <a:pt x="452" y="78"/>
                </a:lnTo>
                <a:lnTo>
                  <a:pt x="458" y="92"/>
                </a:lnTo>
                <a:lnTo>
                  <a:pt x="460" y="108"/>
                </a:lnTo>
                <a:lnTo>
                  <a:pt x="461" y="123"/>
                </a:lnTo>
                <a:lnTo>
                  <a:pt x="461" y="137"/>
                </a:lnTo>
                <a:lnTo>
                  <a:pt x="461" y="150"/>
                </a:lnTo>
                <a:lnTo>
                  <a:pt x="459" y="168"/>
                </a:lnTo>
                <a:lnTo>
                  <a:pt x="455" y="185"/>
                </a:lnTo>
                <a:lnTo>
                  <a:pt x="449" y="200"/>
                </a:lnTo>
                <a:lnTo>
                  <a:pt x="440" y="214"/>
                </a:lnTo>
                <a:lnTo>
                  <a:pt x="426" y="229"/>
                </a:lnTo>
                <a:lnTo>
                  <a:pt x="413" y="244"/>
                </a:lnTo>
                <a:lnTo>
                  <a:pt x="400" y="260"/>
                </a:lnTo>
                <a:lnTo>
                  <a:pt x="384" y="280"/>
                </a:lnTo>
                <a:lnTo>
                  <a:pt x="372" y="296"/>
                </a:lnTo>
                <a:lnTo>
                  <a:pt x="359" y="308"/>
                </a:lnTo>
                <a:lnTo>
                  <a:pt x="349" y="320"/>
                </a:lnTo>
                <a:lnTo>
                  <a:pt x="337" y="330"/>
                </a:lnTo>
                <a:lnTo>
                  <a:pt x="325" y="341"/>
                </a:lnTo>
                <a:lnTo>
                  <a:pt x="317" y="360"/>
                </a:lnTo>
                <a:lnTo>
                  <a:pt x="311" y="381"/>
                </a:lnTo>
                <a:lnTo>
                  <a:pt x="302" y="403"/>
                </a:lnTo>
                <a:lnTo>
                  <a:pt x="294" y="415"/>
                </a:lnTo>
                <a:lnTo>
                  <a:pt x="288" y="425"/>
                </a:lnTo>
                <a:lnTo>
                  <a:pt x="281" y="433"/>
                </a:lnTo>
                <a:lnTo>
                  <a:pt x="274" y="439"/>
                </a:lnTo>
                <a:lnTo>
                  <a:pt x="264" y="443"/>
                </a:lnTo>
                <a:lnTo>
                  <a:pt x="253" y="446"/>
                </a:lnTo>
                <a:lnTo>
                  <a:pt x="242" y="446"/>
                </a:lnTo>
                <a:lnTo>
                  <a:pt x="212" y="444"/>
                </a:lnTo>
                <a:lnTo>
                  <a:pt x="170" y="440"/>
                </a:lnTo>
                <a:lnTo>
                  <a:pt x="125" y="439"/>
                </a:lnTo>
                <a:lnTo>
                  <a:pt x="50" y="449"/>
                </a:lnTo>
                <a:lnTo>
                  <a:pt x="46" y="475"/>
                </a:lnTo>
                <a:lnTo>
                  <a:pt x="41" y="508"/>
                </a:lnTo>
                <a:lnTo>
                  <a:pt x="36" y="548"/>
                </a:lnTo>
                <a:lnTo>
                  <a:pt x="40" y="591"/>
                </a:lnTo>
                <a:lnTo>
                  <a:pt x="45" y="624"/>
                </a:lnTo>
                <a:lnTo>
                  <a:pt x="49" y="666"/>
                </a:lnTo>
                <a:lnTo>
                  <a:pt x="51" y="669"/>
                </a:lnTo>
                <a:lnTo>
                  <a:pt x="56" y="671"/>
                </a:lnTo>
                <a:lnTo>
                  <a:pt x="87" y="671"/>
                </a:lnTo>
                <a:lnTo>
                  <a:pt x="305" y="677"/>
                </a:lnTo>
                <a:lnTo>
                  <a:pt x="305" y="711"/>
                </a:lnTo>
                <a:lnTo>
                  <a:pt x="190" y="705"/>
                </a:lnTo>
                <a:lnTo>
                  <a:pt x="62" y="698"/>
                </a:lnTo>
                <a:lnTo>
                  <a:pt x="15" y="696"/>
                </a:lnTo>
                <a:lnTo>
                  <a:pt x="14" y="661"/>
                </a:lnTo>
                <a:lnTo>
                  <a:pt x="12" y="622"/>
                </a:lnTo>
                <a:lnTo>
                  <a:pt x="9" y="575"/>
                </a:lnTo>
                <a:lnTo>
                  <a:pt x="7" y="522"/>
                </a:lnTo>
                <a:lnTo>
                  <a:pt x="5" y="469"/>
                </a:lnTo>
                <a:lnTo>
                  <a:pt x="2" y="419"/>
                </a:lnTo>
                <a:lnTo>
                  <a:pt x="0" y="349"/>
                </a:lnTo>
                <a:lnTo>
                  <a:pt x="295" y="79"/>
                </a:lnTo>
              </a:path>
            </a:pathLst>
          </a:custGeom>
          <a:solidFill>
            <a:srgbClr val="000080"/>
          </a:solidFill>
          <a:ln cap="rnd" cmpd="sng" w="12700">
            <a:solidFill>
              <a:schemeClr va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62" name="Google Shape;1662;p72"/>
          <p:cNvGrpSpPr/>
          <p:nvPr/>
        </p:nvGrpSpPr>
        <p:grpSpPr>
          <a:xfrm>
            <a:off x="5097463" y="3088481"/>
            <a:ext cx="1516062" cy="1508522"/>
            <a:chOff x="3211" y="2624"/>
            <a:chExt cx="955" cy="1267"/>
          </a:xfrm>
        </p:grpSpPr>
        <p:sp>
          <p:nvSpPr>
            <p:cNvPr id="1663" name="Google Shape;1663;p72"/>
            <p:cNvSpPr/>
            <p:nvPr/>
          </p:nvSpPr>
          <p:spPr>
            <a:xfrm>
              <a:off x="3211" y="2624"/>
              <a:ext cx="955" cy="1267"/>
            </a:xfrm>
            <a:custGeom>
              <a:rect b="b" l="l" r="r" t="t"/>
              <a:pathLst>
                <a:path extrusionOk="0" h="1267" w="955">
                  <a:moveTo>
                    <a:pt x="879" y="275"/>
                  </a:moveTo>
                  <a:lnTo>
                    <a:pt x="890" y="259"/>
                  </a:lnTo>
                  <a:lnTo>
                    <a:pt x="901" y="232"/>
                  </a:lnTo>
                  <a:lnTo>
                    <a:pt x="917" y="209"/>
                  </a:lnTo>
                  <a:lnTo>
                    <a:pt x="954" y="181"/>
                  </a:lnTo>
                  <a:lnTo>
                    <a:pt x="898" y="212"/>
                  </a:lnTo>
                  <a:lnTo>
                    <a:pt x="895" y="208"/>
                  </a:lnTo>
                  <a:lnTo>
                    <a:pt x="891" y="204"/>
                  </a:lnTo>
                  <a:lnTo>
                    <a:pt x="954" y="157"/>
                  </a:lnTo>
                  <a:lnTo>
                    <a:pt x="923" y="172"/>
                  </a:lnTo>
                  <a:lnTo>
                    <a:pt x="938" y="133"/>
                  </a:lnTo>
                  <a:lnTo>
                    <a:pt x="906" y="173"/>
                  </a:lnTo>
                  <a:lnTo>
                    <a:pt x="871" y="190"/>
                  </a:lnTo>
                  <a:lnTo>
                    <a:pt x="863" y="187"/>
                  </a:lnTo>
                  <a:lnTo>
                    <a:pt x="922" y="114"/>
                  </a:lnTo>
                  <a:lnTo>
                    <a:pt x="885" y="136"/>
                  </a:lnTo>
                  <a:lnTo>
                    <a:pt x="846" y="186"/>
                  </a:lnTo>
                  <a:lnTo>
                    <a:pt x="884" y="114"/>
                  </a:lnTo>
                  <a:lnTo>
                    <a:pt x="824" y="163"/>
                  </a:lnTo>
                  <a:lnTo>
                    <a:pt x="860" y="109"/>
                  </a:lnTo>
                  <a:lnTo>
                    <a:pt x="813" y="162"/>
                  </a:lnTo>
                  <a:lnTo>
                    <a:pt x="804" y="154"/>
                  </a:lnTo>
                  <a:lnTo>
                    <a:pt x="855" y="85"/>
                  </a:lnTo>
                  <a:lnTo>
                    <a:pt x="791" y="152"/>
                  </a:lnTo>
                  <a:lnTo>
                    <a:pt x="782" y="152"/>
                  </a:lnTo>
                  <a:lnTo>
                    <a:pt x="826" y="93"/>
                  </a:lnTo>
                  <a:lnTo>
                    <a:pt x="779" y="141"/>
                  </a:lnTo>
                  <a:lnTo>
                    <a:pt x="807" y="82"/>
                  </a:lnTo>
                  <a:lnTo>
                    <a:pt x="777" y="121"/>
                  </a:lnTo>
                  <a:lnTo>
                    <a:pt x="754" y="137"/>
                  </a:lnTo>
                  <a:lnTo>
                    <a:pt x="784" y="64"/>
                  </a:lnTo>
                  <a:lnTo>
                    <a:pt x="760" y="110"/>
                  </a:lnTo>
                  <a:lnTo>
                    <a:pt x="738" y="129"/>
                  </a:lnTo>
                  <a:lnTo>
                    <a:pt x="771" y="9"/>
                  </a:lnTo>
                  <a:lnTo>
                    <a:pt x="738" y="75"/>
                  </a:lnTo>
                  <a:lnTo>
                    <a:pt x="721" y="105"/>
                  </a:lnTo>
                  <a:lnTo>
                    <a:pt x="735" y="59"/>
                  </a:lnTo>
                  <a:lnTo>
                    <a:pt x="707" y="125"/>
                  </a:lnTo>
                  <a:lnTo>
                    <a:pt x="721" y="49"/>
                  </a:lnTo>
                  <a:lnTo>
                    <a:pt x="704" y="0"/>
                  </a:lnTo>
                  <a:lnTo>
                    <a:pt x="715" y="54"/>
                  </a:lnTo>
                  <a:lnTo>
                    <a:pt x="701" y="96"/>
                  </a:lnTo>
                  <a:lnTo>
                    <a:pt x="699" y="49"/>
                  </a:lnTo>
                  <a:lnTo>
                    <a:pt x="677" y="32"/>
                  </a:lnTo>
                  <a:lnTo>
                    <a:pt x="694" y="57"/>
                  </a:lnTo>
                  <a:lnTo>
                    <a:pt x="691" y="111"/>
                  </a:lnTo>
                  <a:lnTo>
                    <a:pt x="679" y="85"/>
                  </a:lnTo>
                  <a:lnTo>
                    <a:pt x="685" y="121"/>
                  </a:lnTo>
                  <a:lnTo>
                    <a:pt x="672" y="136"/>
                  </a:lnTo>
                  <a:lnTo>
                    <a:pt x="658" y="154"/>
                  </a:lnTo>
                  <a:lnTo>
                    <a:pt x="647" y="161"/>
                  </a:lnTo>
                  <a:lnTo>
                    <a:pt x="621" y="172"/>
                  </a:lnTo>
                  <a:lnTo>
                    <a:pt x="578" y="189"/>
                  </a:lnTo>
                  <a:lnTo>
                    <a:pt x="553" y="199"/>
                  </a:lnTo>
                  <a:lnTo>
                    <a:pt x="524" y="210"/>
                  </a:lnTo>
                  <a:lnTo>
                    <a:pt x="497" y="225"/>
                  </a:lnTo>
                  <a:lnTo>
                    <a:pt x="469" y="243"/>
                  </a:lnTo>
                  <a:lnTo>
                    <a:pt x="447" y="261"/>
                  </a:lnTo>
                  <a:lnTo>
                    <a:pt x="439" y="274"/>
                  </a:lnTo>
                  <a:lnTo>
                    <a:pt x="436" y="282"/>
                  </a:lnTo>
                  <a:lnTo>
                    <a:pt x="439" y="287"/>
                  </a:lnTo>
                  <a:lnTo>
                    <a:pt x="453" y="293"/>
                  </a:lnTo>
                  <a:lnTo>
                    <a:pt x="488" y="301"/>
                  </a:lnTo>
                  <a:lnTo>
                    <a:pt x="521" y="308"/>
                  </a:lnTo>
                  <a:lnTo>
                    <a:pt x="521" y="341"/>
                  </a:lnTo>
                  <a:lnTo>
                    <a:pt x="499" y="411"/>
                  </a:lnTo>
                  <a:lnTo>
                    <a:pt x="491" y="439"/>
                  </a:lnTo>
                  <a:lnTo>
                    <a:pt x="486" y="480"/>
                  </a:lnTo>
                  <a:lnTo>
                    <a:pt x="486" y="487"/>
                  </a:lnTo>
                  <a:lnTo>
                    <a:pt x="490" y="493"/>
                  </a:lnTo>
                  <a:lnTo>
                    <a:pt x="497" y="498"/>
                  </a:lnTo>
                  <a:lnTo>
                    <a:pt x="505" y="500"/>
                  </a:lnTo>
                  <a:lnTo>
                    <a:pt x="512" y="501"/>
                  </a:lnTo>
                  <a:lnTo>
                    <a:pt x="535" y="498"/>
                  </a:lnTo>
                  <a:lnTo>
                    <a:pt x="552" y="496"/>
                  </a:lnTo>
                  <a:lnTo>
                    <a:pt x="554" y="515"/>
                  </a:lnTo>
                  <a:lnTo>
                    <a:pt x="546" y="532"/>
                  </a:lnTo>
                  <a:lnTo>
                    <a:pt x="517" y="579"/>
                  </a:lnTo>
                  <a:lnTo>
                    <a:pt x="502" y="606"/>
                  </a:lnTo>
                  <a:lnTo>
                    <a:pt x="483" y="639"/>
                  </a:lnTo>
                  <a:lnTo>
                    <a:pt x="452" y="686"/>
                  </a:lnTo>
                  <a:lnTo>
                    <a:pt x="442" y="726"/>
                  </a:lnTo>
                  <a:lnTo>
                    <a:pt x="387" y="777"/>
                  </a:lnTo>
                  <a:lnTo>
                    <a:pt x="342" y="815"/>
                  </a:lnTo>
                  <a:lnTo>
                    <a:pt x="336" y="834"/>
                  </a:lnTo>
                  <a:lnTo>
                    <a:pt x="323" y="873"/>
                  </a:lnTo>
                  <a:lnTo>
                    <a:pt x="315" y="907"/>
                  </a:lnTo>
                  <a:lnTo>
                    <a:pt x="306" y="943"/>
                  </a:lnTo>
                  <a:lnTo>
                    <a:pt x="287" y="1007"/>
                  </a:lnTo>
                  <a:lnTo>
                    <a:pt x="269" y="1051"/>
                  </a:lnTo>
                  <a:lnTo>
                    <a:pt x="236" y="1116"/>
                  </a:lnTo>
                  <a:lnTo>
                    <a:pt x="225" y="1127"/>
                  </a:lnTo>
                  <a:lnTo>
                    <a:pt x="212" y="1137"/>
                  </a:lnTo>
                  <a:lnTo>
                    <a:pt x="201" y="1145"/>
                  </a:lnTo>
                  <a:lnTo>
                    <a:pt x="192" y="1150"/>
                  </a:lnTo>
                  <a:lnTo>
                    <a:pt x="169" y="1154"/>
                  </a:lnTo>
                  <a:lnTo>
                    <a:pt x="157" y="1155"/>
                  </a:lnTo>
                  <a:lnTo>
                    <a:pt x="134" y="1162"/>
                  </a:lnTo>
                  <a:lnTo>
                    <a:pt x="106" y="1170"/>
                  </a:lnTo>
                  <a:lnTo>
                    <a:pt x="83" y="1179"/>
                  </a:lnTo>
                  <a:lnTo>
                    <a:pt x="62" y="1191"/>
                  </a:lnTo>
                  <a:lnTo>
                    <a:pt x="40" y="1204"/>
                  </a:lnTo>
                  <a:lnTo>
                    <a:pt x="25" y="1213"/>
                  </a:lnTo>
                  <a:lnTo>
                    <a:pt x="10" y="1224"/>
                  </a:lnTo>
                  <a:lnTo>
                    <a:pt x="4" y="1230"/>
                  </a:lnTo>
                  <a:lnTo>
                    <a:pt x="0" y="1241"/>
                  </a:lnTo>
                  <a:lnTo>
                    <a:pt x="1" y="1247"/>
                  </a:lnTo>
                  <a:lnTo>
                    <a:pt x="1" y="1256"/>
                  </a:lnTo>
                  <a:lnTo>
                    <a:pt x="8" y="1257"/>
                  </a:lnTo>
                  <a:lnTo>
                    <a:pt x="23" y="1259"/>
                  </a:lnTo>
                  <a:lnTo>
                    <a:pt x="64" y="1266"/>
                  </a:lnTo>
                  <a:lnTo>
                    <a:pt x="123" y="1261"/>
                  </a:lnTo>
                  <a:lnTo>
                    <a:pt x="222" y="1266"/>
                  </a:lnTo>
                  <a:lnTo>
                    <a:pt x="312" y="1266"/>
                  </a:lnTo>
                  <a:lnTo>
                    <a:pt x="334" y="1264"/>
                  </a:lnTo>
                  <a:lnTo>
                    <a:pt x="343" y="1262"/>
                  </a:lnTo>
                  <a:lnTo>
                    <a:pt x="349" y="1261"/>
                  </a:lnTo>
                  <a:lnTo>
                    <a:pt x="352" y="1243"/>
                  </a:lnTo>
                  <a:lnTo>
                    <a:pt x="357" y="1186"/>
                  </a:lnTo>
                  <a:lnTo>
                    <a:pt x="368" y="1066"/>
                  </a:lnTo>
                  <a:lnTo>
                    <a:pt x="372" y="1013"/>
                  </a:lnTo>
                  <a:lnTo>
                    <a:pt x="382" y="968"/>
                  </a:lnTo>
                  <a:lnTo>
                    <a:pt x="390" y="950"/>
                  </a:lnTo>
                  <a:lnTo>
                    <a:pt x="400" y="941"/>
                  </a:lnTo>
                  <a:lnTo>
                    <a:pt x="413" y="937"/>
                  </a:lnTo>
                  <a:lnTo>
                    <a:pt x="432" y="932"/>
                  </a:lnTo>
                  <a:lnTo>
                    <a:pt x="450" y="928"/>
                  </a:lnTo>
                  <a:lnTo>
                    <a:pt x="477" y="926"/>
                  </a:lnTo>
                  <a:lnTo>
                    <a:pt x="513" y="925"/>
                  </a:lnTo>
                  <a:lnTo>
                    <a:pt x="579" y="929"/>
                  </a:lnTo>
                  <a:lnTo>
                    <a:pt x="638" y="932"/>
                  </a:lnTo>
                  <a:lnTo>
                    <a:pt x="654" y="933"/>
                  </a:lnTo>
                  <a:lnTo>
                    <a:pt x="665" y="932"/>
                  </a:lnTo>
                  <a:lnTo>
                    <a:pt x="677" y="930"/>
                  </a:lnTo>
                  <a:lnTo>
                    <a:pt x="686" y="926"/>
                  </a:lnTo>
                  <a:lnTo>
                    <a:pt x="693" y="923"/>
                  </a:lnTo>
                  <a:lnTo>
                    <a:pt x="699" y="918"/>
                  </a:lnTo>
                  <a:lnTo>
                    <a:pt x="704" y="911"/>
                  </a:lnTo>
                  <a:lnTo>
                    <a:pt x="708" y="902"/>
                  </a:lnTo>
                  <a:lnTo>
                    <a:pt x="714" y="891"/>
                  </a:lnTo>
                  <a:lnTo>
                    <a:pt x="719" y="879"/>
                  </a:lnTo>
                  <a:lnTo>
                    <a:pt x="732" y="853"/>
                  </a:lnTo>
                  <a:lnTo>
                    <a:pt x="742" y="827"/>
                  </a:lnTo>
                  <a:lnTo>
                    <a:pt x="754" y="801"/>
                  </a:lnTo>
                  <a:lnTo>
                    <a:pt x="766" y="778"/>
                  </a:lnTo>
                  <a:lnTo>
                    <a:pt x="782" y="750"/>
                  </a:lnTo>
                  <a:lnTo>
                    <a:pt x="793" y="734"/>
                  </a:lnTo>
                  <a:lnTo>
                    <a:pt x="801" y="720"/>
                  </a:lnTo>
                  <a:lnTo>
                    <a:pt x="805" y="712"/>
                  </a:lnTo>
                  <a:lnTo>
                    <a:pt x="807" y="698"/>
                  </a:lnTo>
                  <a:lnTo>
                    <a:pt x="810" y="659"/>
                  </a:lnTo>
                  <a:lnTo>
                    <a:pt x="816" y="562"/>
                  </a:lnTo>
                  <a:lnTo>
                    <a:pt x="821" y="518"/>
                  </a:lnTo>
                  <a:lnTo>
                    <a:pt x="813" y="479"/>
                  </a:lnTo>
                  <a:lnTo>
                    <a:pt x="810" y="439"/>
                  </a:lnTo>
                  <a:lnTo>
                    <a:pt x="840" y="377"/>
                  </a:lnTo>
                  <a:lnTo>
                    <a:pt x="849" y="347"/>
                  </a:lnTo>
                  <a:lnTo>
                    <a:pt x="858" y="320"/>
                  </a:lnTo>
                  <a:lnTo>
                    <a:pt x="865" y="297"/>
                  </a:lnTo>
                  <a:lnTo>
                    <a:pt x="879" y="275"/>
                  </a:lnTo>
                </a:path>
              </a:pathLst>
            </a:custGeom>
            <a:solidFill>
              <a:srgbClr val="DFDFF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64" name="Google Shape;1664;p72"/>
            <p:cNvGrpSpPr/>
            <p:nvPr/>
          </p:nvGrpSpPr>
          <p:grpSpPr>
            <a:xfrm>
              <a:off x="3686" y="2789"/>
              <a:ext cx="280" cy="607"/>
              <a:chOff x="3686" y="2789"/>
              <a:chExt cx="280" cy="607"/>
            </a:xfrm>
          </p:grpSpPr>
          <p:grpSp>
            <p:nvGrpSpPr>
              <p:cNvPr id="1665" name="Google Shape;1665;p72"/>
              <p:cNvGrpSpPr/>
              <p:nvPr/>
            </p:nvGrpSpPr>
            <p:grpSpPr>
              <a:xfrm>
                <a:off x="3853" y="2789"/>
                <a:ext cx="60" cy="116"/>
                <a:chOff x="3853" y="2789"/>
                <a:chExt cx="60" cy="116"/>
              </a:xfrm>
            </p:grpSpPr>
            <p:sp>
              <p:nvSpPr>
                <p:cNvPr id="1666" name="Google Shape;1666;p72"/>
                <p:cNvSpPr/>
                <p:nvPr/>
              </p:nvSpPr>
              <p:spPr>
                <a:xfrm>
                  <a:off x="3853" y="2827"/>
                  <a:ext cx="8" cy="78"/>
                </a:xfrm>
                <a:prstGeom prst="ellipse">
                  <a:avLst/>
                </a:prstGeom>
                <a:solidFill>
                  <a:srgbClr val="DFDFFF"/>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67" name="Google Shape;1667;p72"/>
                <p:cNvSpPr/>
                <p:nvPr/>
              </p:nvSpPr>
              <p:spPr>
                <a:xfrm>
                  <a:off x="3879" y="2789"/>
                  <a:ext cx="34" cy="54"/>
                </a:xfrm>
                <a:custGeom>
                  <a:rect b="b" l="l" r="r" t="t"/>
                  <a:pathLst>
                    <a:path extrusionOk="0" h="54" w="34">
                      <a:moveTo>
                        <a:pt x="0" y="0"/>
                      </a:moveTo>
                      <a:lnTo>
                        <a:pt x="9" y="1"/>
                      </a:lnTo>
                      <a:lnTo>
                        <a:pt x="16" y="4"/>
                      </a:lnTo>
                      <a:lnTo>
                        <a:pt x="22" y="8"/>
                      </a:lnTo>
                      <a:lnTo>
                        <a:pt x="26" y="13"/>
                      </a:lnTo>
                      <a:lnTo>
                        <a:pt x="29" y="23"/>
                      </a:lnTo>
                      <a:lnTo>
                        <a:pt x="32" y="35"/>
                      </a:lnTo>
                      <a:lnTo>
                        <a:pt x="33" y="43"/>
                      </a:lnTo>
                      <a:lnTo>
                        <a:pt x="31" y="53"/>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668" name="Google Shape;1668;p72"/>
              <p:cNvGrpSpPr/>
              <p:nvPr/>
            </p:nvGrpSpPr>
            <p:grpSpPr>
              <a:xfrm>
                <a:off x="3686" y="3040"/>
                <a:ext cx="280" cy="356"/>
                <a:chOff x="3686" y="3040"/>
                <a:chExt cx="280" cy="356"/>
              </a:xfrm>
            </p:grpSpPr>
            <p:sp>
              <p:nvSpPr>
                <p:cNvPr id="1669" name="Google Shape;1669;p72"/>
                <p:cNvSpPr/>
                <p:nvPr/>
              </p:nvSpPr>
              <p:spPr>
                <a:xfrm>
                  <a:off x="3686" y="3242"/>
                  <a:ext cx="280" cy="154"/>
                </a:xfrm>
                <a:custGeom>
                  <a:rect b="b" l="l" r="r" t="t"/>
                  <a:pathLst>
                    <a:path extrusionOk="0" h="154" w="280">
                      <a:moveTo>
                        <a:pt x="279" y="0"/>
                      </a:moveTo>
                      <a:lnTo>
                        <a:pt x="266" y="16"/>
                      </a:lnTo>
                      <a:lnTo>
                        <a:pt x="242" y="42"/>
                      </a:lnTo>
                      <a:lnTo>
                        <a:pt x="216" y="70"/>
                      </a:lnTo>
                      <a:lnTo>
                        <a:pt x="191" y="96"/>
                      </a:lnTo>
                      <a:lnTo>
                        <a:pt x="171" y="115"/>
                      </a:lnTo>
                      <a:lnTo>
                        <a:pt x="154" y="129"/>
                      </a:lnTo>
                      <a:lnTo>
                        <a:pt x="143" y="136"/>
                      </a:lnTo>
                      <a:lnTo>
                        <a:pt x="130" y="142"/>
                      </a:lnTo>
                      <a:lnTo>
                        <a:pt x="114" y="147"/>
                      </a:lnTo>
                      <a:lnTo>
                        <a:pt x="94" y="150"/>
                      </a:lnTo>
                      <a:lnTo>
                        <a:pt x="77" y="153"/>
                      </a:lnTo>
                      <a:lnTo>
                        <a:pt x="64" y="152"/>
                      </a:lnTo>
                      <a:lnTo>
                        <a:pt x="51" y="147"/>
                      </a:lnTo>
                      <a:lnTo>
                        <a:pt x="39" y="142"/>
                      </a:lnTo>
                      <a:lnTo>
                        <a:pt x="28" y="139"/>
                      </a:lnTo>
                      <a:lnTo>
                        <a:pt x="15" y="136"/>
                      </a:lnTo>
                      <a:lnTo>
                        <a:pt x="0" y="13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70" name="Google Shape;1670;p72"/>
                <p:cNvSpPr/>
                <p:nvPr/>
              </p:nvSpPr>
              <p:spPr>
                <a:xfrm>
                  <a:off x="3764" y="3040"/>
                  <a:ext cx="163" cy="262"/>
                </a:xfrm>
                <a:custGeom>
                  <a:rect b="b" l="l" r="r" t="t"/>
                  <a:pathLst>
                    <a:path extrusionOk="0" h="262" w="163">
                      <a:moveTo>
                        <a:pt x="0" y="98"/>
                      </a:moveTo>
                      <a:lnTo>
                        <a:pt x="6" y="80"/>
                      </a:lnTo>
                      <a:lnTo>
                        <a:pt x="8" y="65"/>
                      </a:lnTo>
                      <a:lnTo>
                        <a:pt x="10" y="46"/>
                      </a:lnTo>
                      <a:lnTo>
                        <a:pt x="8" y="34"/>
                      </a:lnTo>
                      <a:lnTo>
                        <a:pt x="5" y="25"/>
                      </a:lnTo>
                      <a:lnTo>
                        <a:pt x="7" y="13"/>
                      </a:lnTo>
                      <a:lnTo>
                        <a:pt x="10" y="3"/>
                      </a:lnTo>
                      <a:lnTo>
                        <a:pt x="13" y="2"/>
                      </a:lnTo>
                      <a:lnTo>
                        <a:pt x="16" y="3"/>
                      </a:lnTo>
                      <a:lnTo>
                        <a:pt x="23" y="13"/>
                      </a:lnTo>
                      <a:lnTo>
                        <a:pt x="32" y="21"/>
                      </a:lnTo>
                      <a:lnTo>
                        <a:pt x="44" y="21"/>
                      </a:lnTo>
                      <a:lnTo>
                        <a:pt x="50" y="10"/>
                      </a:lnTo>
                      <a:lnTo>
                        <a:pt x="55" y="4"/>
                      </a:lnTo>
                      <a:lnTo>
                        <a:pt x="65" y="2"/>
                      </a:lnTo>
                      <a:lnTo>
                        <a:pt x="75" y="0"/>
                      </a:lnTo>
                      <a:lnTo>
                        <a:pt x="80" y="10"/>
                      </a:lnTo>
                      <a:lnTo>
                        <a:pt x="84" y="20"/>
                      </a:lnTo>
                      <a:lnTo>
                        <a:pt x="100" y="20"/>
                      </a:lnTo>
                      <a:lnTo>
                        <a:pt x="104" y="16"/>
                      </a:lnTo>
                      <a:lnTo>
                        <a:pt x="109" y="10"/>
                      </a:lnTo>
                      <a:lnTo>
                        <a:pt x="115" y="7"/>
                      </a:lnTo>
                      <a:lnTo>
                        <a:pt x="119" y="8"/>
                      </a:lnTo>
                      <a:lnTo>
                        <a:pt x="125" y="11"/>
                      </a:lnTo>
                      <a:lnTo>
                        <a:pt x="128" y="16"/>
                      </a:lnTo>
                      <a:lnTo>
                        <a:pt x="128" y="45"/>
                      </a:lnTo>
                      <a:lnTo>
                        <a:pt x="137" y="43"/>
                      </a:lnTo>
                      <a:lnTo>
                        <a:pt x="148" y="39"/>
                      </a:lnTo>
                      <a:lnTo>
                        <a:pt x="157" y="41"/>
                      </a:lnTo>
                      <a:lnTo>
                        <a:pt x="158" y="44"/>
                      </a:lnTo>
                      <a:lnTo>
                        <a:pt x="158" y="49"/>
                      </a:lnTo>
                      <a:lnTo>
                        <a:pt x="155" y="63"/>
                      </a:lnTo>
                      <a:lnTo>
                        <a:pt x="150" y="78"/>
                      </a:lnTo>
                      <a:lnTo>
                        <a:pt x="148" y="86"/>
                      </a:lnTo>
                      <a:lnTo>
                        <a:pt x="162" y="143"/>
                      </a:lnTo>
                      <a:lnTo>
                        <a:pt x="155" y="148"/>
                      </a:lnTo>
                      <a:lnTo>
                        <a:pt x="141" y="157"/>
                      </a:lnTo>
                      <a:lnTo>
                        <a:pt x="101" y="180"/>
                      </a:lnTo>
                      <a:lnTo>
                        <a:pt x="85" y="180"/>
                      </a:lnTo>
                      <a:lnTo>
                        <a:pt x="64" y="200"/>
                      </a:lnTo>
                      <a:lnTo>
                        <a:pt x="9" y="261"/>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sp>
        <p:nvSpPr>
          <p:cNvPr id="1671" name="Google Shape;1671;p72"/>
          <p:cNvSpPr/>
          <p:nvPr/>
        </p:nvSpPr>
        <p:spPr>
          <a:xfrm>
            <a:off x="5276850" y="4639866"/>
            <a:ext cx="1155600" cy="295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chemeClr val="lt1"/>
                </a:solidFill>
                <a:latin typeface="Overpass"/>
                <a:ea typeface="Overpass"/>
                <a:cs typeface="Overpass"/>
                <a:sym typeface="Overpass"/>
              </a:rPr>
              <a:t>designer</a:t>
            </a:r>
            <a:endParaRPr b="0" i="0" sz="1200" u="none" cap="none" strike="noStrike">
              <a:solidFill>
                <a:srgbClr val="000000"/>
              </a:solidFill>
              <a:latin typeface="Overpass"/>
              <a:ea typeface="Overpass"/>
              <a:cs typeface="Overpass"/>
              <a:sym typeface="Overpass"/>
            </a:endParaRPr>
          </a:p>
        </p:txBody>
      </p:sp>
      <p:sp>
        <p:nvSpPr>
          <p:cNvPr id="1672" name="Google Shape;1672;p72"/>
          <p:cNvSpPr/>
          <p:nvPr/>
        </p:nvSpPr>
        <p:spPr>
          <a:xfrm>
            <a:off x="2436813" y="4662488"/>
            <a:ext cx="674700" cy="295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chemeClr val="lt1"/>
                </a:solidFill>
                <a:latin typeface="Overpass"/>
                <a:ea typeface="Overpass"/>
                <a:cs typeface="Overpass"/>
                <a:sym typeface="Overpass"/>
              </a:rPr>
              <a:t>user</a:t>
            </a:r>
            <a:endParaRPr b="0" i="0" sz="1200" u="none" cap="none" strike="noStrike">
              <a:solidFill>
                <a:srgbClr val="000000"/>
              </a:solidFill>
              <a:latin typeface="Overpass"/>
              <a:ea typeface="Overpass"/>
              <a:cs typeface="Overpass"/>
              <a:sym typeface="Overpass"/>
            </a:endParaRPr>
          </a:p>
        </p:txBody>
      </p:sp>
      <p:sp>
        <p:nvSpPr>
          <p:cNvPr id="1673" name="Google Shape;1673;p72"/>
          <p:cNvSpPr/>
          <p:nvPr/>
        </p:nvSpPr>
        <p:spPr>
          <a:xfrm>
            <a:off x="3376613" y="4662488"/>
            <a:ext cx="1238400" cy="2952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rPr b="0" i="0" lang="it-IT" sz="1800" u="none" cap="none" strike="noStrike">
                <a:solidFill>
                  <a:schemeClr val="lt1"/>
                </a:solidFill>
                <a:latin typeface="Overpass"/>
                <a:ea typeface="Overpass"/>
                <a:cs typeface="Overpass"/>
                <a:sym typeface="Overpass"/>
              </a:rPr>
              <a:t>computer</a:t>
            </a:r>
            <a:endParaRPr b="0" i="0" sz="1200" u="none" cap="none" strike="noStrike">
              <a:solidFill>
                <a:srgbClr val="000000"/>
              </a:solidFill>
              <a:latin typeface="Overpass"/>
              <a:ea typeface="Overpass"/>
              <a:cs typeface="Overpass"/>
              <a:sym typeface="Overpass"/>
            </a:endParaRPr>
          </a:p>
        </p:txBody>
      </p:sp>
      <p:grpSp>
        <p:nvGrpSpPr>
          <p:cNvPr id="1674" name="Google Shape;1674;p72"/>
          <p:cNvGrpSpPr/>
          <p:nvPr/>
        </p:nvGrpSpPr>
        <p:grpSpPr>
          <a:xfrm>
            <a:off x="3260725" y="3873104"/>
            <a:ext cx="1189038" cy="747713"/>
            <a:chOff x="2054" y="3283"/>
            <a:chExt cx="749" cy="628"/>
          </a:xfrm>
        </p:grpSpPr>
        <p:sp>
          <p:nvSpPr>
            <p:cNvPr id="1675" name="Google Shape;1675;p72"/>
            <p:cNvSpPr/>
            <p:nvPr/>
          </p:nvSpPr>
          <p:spPr>
            <a:xfrm>
              <a:off x="2054" y="3288"/>
              <a:ext cx="749" cy="623"/>
            </a:xfrm>
            <a:custGeom>
              <a:rect b="b" l="l" r="r" t="t"/>
              <a:pathLst>
                <a:path extrusionOk="0" h="623" w="749">
                  <a:moveTo>
                    <a:pt x="748" y="621"/>
                  </a:moveTo>
                  <a:lnTo>
                    <a:pt x="748" y="299"/>
                  </a:lnTo>
                  <a:lnTo>
                    <a:pt x="737" y="43"/>
                  </a:lnTo>
                  <a:lnTo>
                    <a:pt x="358" y="0"/>
                  </a:lnTo>
                  <a:lnTo>
                    <a:pt x="13" y="38"/>
                  </a:lnTo>
                  <a:lnTo>
                    <a:pt x="11" y="129"/>
                  </a:lnTo>
                  <a:lnTo>
                    <a:pt x="0" y="618"/>
                  </a:lnTo>
                  <a:lnTo>
                    <a:pt x="78" y="618"/>
                  </a:lnTo>
                  <a:lnTo>
                    <a:pt x="78" y="175"/>
                  </a:lnTo>
                  <a:lnTo>
                    <a:pt x="226" y="165"/>
                  </a:lnTo>
                  <a:lnTo>
                    <a:pt x="679" y="165"/>
                  </a:lnTo>
                  <a:lnTo>
                    <a:pt x="685" y="622"/>
                  </a:lnTo>
                  <a:lnTo>
                    <a:pt x="748" y="621"/>
                  </a:lnTo>
                </a:path>
              </a:pathLst>
            </a:custGeom>
            <a:solidFill>
              <a:srgbClr val="000080"/>
            </a:solidFill>
            <a:ln cap="rnd" cmpd="sng" w="12700">
              <a:solidFill>
                <a:schemeClr va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76" name="Google Shape;1676;p72"/>
            <p:cNvSpPr/>
            <p:nvPr/>
          </p:nvSpPr>
          <p:spPr>
            <a:xfrm>
              <a:off x="2111" y="3283"/>
              <a:ext cx="293" cy="160"/>
            </a:xfrm>
            <a:custGeom>
              <a:rect b="b" l="l" r="r" t="t"/>
              <a:pathLst>
                <a:path extrusionOk="0" h="160" w="293">
                  <a:moveTo>
                    <a:pt x="55" y="31"/>
                  </a:moveTo>
                  <a:lnTo>
                    <a:pt x="93" y="25"/>
                  </a:lnTo>
                  <a:lnTo>
                    <a:pt x="130" y="0"/>
                  </a:lnTo>
                  <a:lnTo>
                    <a:pt x="167" y="37"/>
                  </a:lnTo>
                  <a:lnTo>
                    <a:pt x="285" y="110"/>
                  </a:lnTo>
                  <a:lnTo>
                    <a:pt x="292" y="137"/>
                  </a:lnTo>
                  <a:lnTo>
                    <a:pt x="225" y="159"/>
                  </a:lnTo>
                  <a:lnTo>
                    <a:pt x="0" y="49"/>
                  </a:lnTo>
                  <a:lnTo>
                    <a:pt x="55" y="31"/>
                  </a:lnTo>
                </a:path>
              </a:pathLst>
            </a:custGeom>
            <a:solidFill>
              <a:srgbClr val="C0C0C0"/>
            </a:solidFill>
            <a:ln cap="rnd" cmpd="sng" w="12700">
              <a:solidFill>
                <a:schemeClr va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677" name="Google Shape;1677;p72"/>
          <p:cNvGrpSpPr/>
          <p:nvPr/>
        </p:nvGrpSpPr>
        <p:grpSpPr>
          <a:xfrm>
            <a:off x="3636963" y="3206354"/>
            <a:ext cx="1111250" cy="1110853"/>
            <a:chOff x="2291" y="2723"/>
            <a:chExt cx="700" cy="933"/>
          </a:xfrm>
        </p:grpSpPr>
        <p:grpSp>
          <p:nvGrpSpPr>
            <p:cNvPr id="1678" name="Google Shape;1678;p72"/>
            <p:cNvGrpSpPr/>
            <p:nvPr/>
          </p:nvGrpSpPr>
          <p:grpSpPr>
            <a:xfrm>
              <a:off x="2291" y="2723"/>
              <a:ext cx="700" cy="712"/>
              <a:chOff x="2291" y="2723"/>
              <a:chExt cx="700" cy="712"/>
            </a:xfrm>
          </p:grpSpPr>
          <p:sp>
            <p:nvSpPr>
              <p:cNvPr id="1679" name="Google Shape;1679;p72"/>
              <p:cNvSpPr/>
              <p:nvPr/>
            </p:nvSpPr>
            <p:spPr>
              <a:xfrm>
                <a:off x="2291" y="2723"/>
                <a:ext cx="700" cy="712"/>
              </a:xfrm>
              <a:custGeom>
                <a:rect b="b" l="l" r="r" t="t"/>
                <a:pathLst>
                  <a:path extrusionOk="0" h="712" w="700">
                    <a:moveTo>
                      <a:pt x="131" y="145"/>
                    </a:moveTo>
                    <a:lnTo>
                      <a:pt x="148" y="96"/>
                    </a:lnTo>
                    <a:lnTo>
                      <a:pt x="159" y="64"/>
                    </a:lnTo>
                    <a:lnTo>
                      <a:pt x="163" y="55"/>
                    </a:lnTo>
                    <a:lnTo>
                      <a:pt x="169" y="47"/>
                    </a:lnTo>
                    <a:lnTo>
                      <a:pt x="173" y="44"/>
                    </a:lnTo>
                    <a:lnTo>
                      <a:pt x="180" y="41"/>
                    </a:lnTo>
                    <a:lnTo>
                      <a:pt x="268" y="24"/>
                    </a:lnTo>
                    <a:lnTo>
                      <a:pt x="363" y="7"/>
                    </a:lnTo>
                    <a:lnTo>
                      <a:pt x="449" y="0"/>
                    </a:lnTo>
                    <a:lnTo>
                      <a:pt x="498" y="0"/>
                    </a:lnTo>
                    <a:lnTo>
                      <a:pt x="599" y="6"/>
                    </a:lnTo>
                    <a:lnTo>
                      <a:pt x="673" y="9"/>
                    </a:lnTo>
                    <a:lnTo>
                      <a:pt x="684" y="11"/>
                    </a:lnTo>
                    <a:lnTo>
                      <a:pt x="691" y="14"/>
                    </a:lnTo>
                    <a:lnTo>
                      <a:pt x="695" y="17"/>
                    </a:lnTo>
                    <a:lnTo>
                      <a:pt x="699" y="22"/>
                    </a:lnTo>
                    <a:lnTo>
                      <a:pt x="699" y="29"/>
                    </a:lnTo>
                    <a:lnTo>
                      <a:pt x="695" y="48"/>
                    </a:lnTo>
                    <a:lnTo>
                      <a:pt x="681" y="112"/>
                    </a:lnTo>
                    <a:lnTo>
                      <a:pt x="670" y="160"/>
                    </a:lnTo>
                    <a:lnTo>
                      <a:pt x="646" y="267"/>
                    </a:lnTo>
                    <a:lnTo>
                      <a:pt x="631" y="333"/>
                    </a:lnTo>
                    <a:lnTo>
                      <a:pt x="589" y="489"/>
                    </a:lnTo>
                    <a:lnTo>
                      <a:pt x="549" y="613"/>
                    </a:lnTo>
                    <a:lnTo>
                      <a:pt x="541" y="637"/>
                    </a:lnTo>
                    <a:lnTo>
                      <a:pt x="537" y="650"/>
                    </a:lnTo>
                    <a:lnTo>
                      <a:pt x="533" y="663"/>
                    </a:lnTo>
                    <a:lnTo>
                      <a:pt x="529" y="671"/>
                    </a:lnTo>
                    <a:lnTo>
                      <a:pt x="521" y="679"/>
                    </a:lnTo>
                    <a:lnTo>
                      <a:pt x="514" y="682"/>
                    </a:lnTo>
                    <a:lnTo>
                      <a:pt x="502" y="686"/>
                    </a:lnTo>
                    <a:lnTo>
                      <a:pt x="478" y="688"/>
                    </a:lnTo>
                    <a:lnTo>
                      <a:pt x="438" y="688"/>
                    </a:lnTo>
                    <a:lnTo>
                      <a:pt x="404" y="692"/>
                    </a:lnTo>
                    <a:lnTo>
                      <a:pt x="360" y="699"/>
                    </a:lnTo>
                    <a:lnTo>
                      <a:pt x="315" y="706"/>
                    </a:lnTo>
                    <a:lnTo>
                      <a:pt x="284" y="711"/>
                    </a:lnTo>
                    <a:lnTo>
                      <a:pt x="245" y="711"/>
                    </a:lnTo>
                    <a:lnTo>
                      <a:pt x="237" y="706"/>
                    </a:lnTo>
                    <a:lnTo>
                      <a:pt x="22" y="565"/>
                    </a:lnTo>
                    <a:lnTo>
                      <a:pt x="11" y="556"/>
                    </a:lnTo>
                    <a:lnTo>
                      <a:pt x="4" y="546"/>
                    </a:lnTo>
                    <a:lnTo>
                      <a:pt x="0" y="535"/>
                    </a:lnTo>
                    <a:lnTo>
                      <a:pt x="0" y="522"/>
                    </a:lnTo>
                    <a:lnTo>
                      <a:pt x="4" y="511"/>
                    </a:lnTo>
                    <a:lnTo>
                      <a:pt x="65" y="335"/>
                    </a:lnTo>
                    <a:lnTo>
                      <a:pt x="104" y="225"/>
                    </a:lnTo>
                    <a:lnTo>
                      <a:pt x="131" y="145"/>
                    </a:lnTo>
                  </a:path>
                </a:pathLst>
              </a:custGeom>
              <a:solidFill>
                <a:srgbClr val="C0C0C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80" name="Google Shape;1680;p72"/>
              <p:cNvSpPr/>
              <p:nvPr/>
            </p:nvSpPr>
            <p:spPr>
              <a:xfrm>
                <a:off x="2328" y="2794"/>
                <a:ext cx="416" cy="541"/>
              </a:xfrm>
              <a:custGeom>
                <a:rect b="b" l="l" r="r" t="t"/>
                <a:pathLst>
                  <a:path extrusionOk="0" h="541" w="416">
                    <a:moveTo>
                      <a:pt x="95" y="161"/>
                    </a:moveTo>
                    <a:lnTo>
                      <a:pt x="125" y="83"/>
                    </a:lnTo>
                    <a:lnTo>
                      <a:pt x="151" y="14"/>
                    </a:lnTo>
                    <a:lnTo>
                      <a:pt x="155" y="11"/>
                    </a:lnTo>
                    <a:lnTo>
                      <a:pt x="160" y="10"/>
                    </a:lnTo>
                    <a:lnTo>
                      <a:pt x="169" y="9"/>
                    </a:lnTo>
                    <a:lnTo>
                      <a:pt x="288" y="1"/>
                    </a:lnTo>
                    <a:lnTo>
                      <a:pt x="403" y="0"/>
                    </a:lnTo>
                    <a:lnTo>
                      <a:pt x="410" y="1"/>
                    </a:lnTo>
                    <a:lnTo>
                      <a:pt x="412" y="3"/>
                    </a:lnTo>
                    <a:lnTo>
                      <a:pt x="415" y="10"/>
                    </a:lnTo>
                    <a:lnTo>
                      <a:pt x="406" y="59"/>
                    </a:lnTo>
                    <a:lnTo>
                      <a:pt x="388" y="101"/>
                    </a:lnTo>
                    <a:lnTo>
                      <a:pt x="357" y="179"/>
                    </a:lnTo>
                    <a:lnTo>
                      <a:pt x="298" y="312"/>
                    </a:lnTo>
                    <a:lnTo>
                      <a:pt x="247" y="428"/>
                    </a:lnTo>
                    <a:lnTo>
                      <a:pt x="234" y="472"/>
                    </a:lnTo>
                    <a:lnTo>
                      <a:pt x="226" y="501"/>
                    </a:lnTo>
                    <a:lnTo>
                      <a:pt x="218" y="518"/>
                    </a:lnTo>
                    <a:lnTo>
                      <a:pt x="210" y="530"/>
                    </a:lnTo>
                    <a:lnTo>
                      <a:pt x="205" y="536"/>
                    </a:lnTo>
                    <a:lnTo>
                      <a:pt x="200" y="539"/>
                    </a:lnTo>
                    <a:lnTo>
                      <a:pt x="193" y="540"/>
                    </a:lnTo>
                    <a:lnTo>
                      <a:pt x="186" y="538"/>
                    </a:lnTo>
                    <a:lnTo>
                      <a:pt x="175" y="532"/>
                    </a:lnTo>
                    <a:lnTo>
                      <a:pt x="162" y="523"/>
                    </a:lnTo>
                    <a:lnTo>
                      <a:pt x="150" y="512"/>
                    </a:lnTo>
                    <a:lnTo>
                      <a:pt x="136" y="501"/>
                    </a:lnTo>
                    <a:lnTo>
                      <a:pt x="123" y="492"/>
                    </a:lnTo>
                    <a:lnTo>
                      <a:pt x="6" y="444"/>
                    </a:lnTo>
                    <a:lnTo>
                      <a:pt x="2" y="441"/>
                    </a:lnTo>
                    <a:lnTo>
                      <a:pt x="0" y="436"/>
                    </a:lnTo>
                    <a:lnTo>
                      <a:pt x="1" y="430"/>
                    </a:lnTo>
                    <a:lnTo>
                      <a:pt x="3" y="424"/>
                    </a:lnTo>
                    <a:lnTo>
                      <a:pt x="95" y="161"/>
                    </a:lnTo>
                  </a:path>
                </a:pathLst>
              </a:custGeom>
              <a:solidFill>
                <a:srgbClr val="005F5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681" name="Google Shape;1681;p72"/>
            <p:cNvGrpSpPr/>
            <p:nvPr/>
          </p:nvGrpSpPr>
          <p:grpSpPr>
            <a:xfrm>
              <a:off x="2797" y="3353"/>
              <a:ext cx="108" cy="303"/>
              <a:chOff x="2797" y="3353"/>
              <a:chExt cx="108" cy="303"/>
            </a:xfrm>
          </p:grpSpPr>
          <p:sp>
            <p:nvSpPr>
              <p:cNvPr id="1682" name="Google Shape;1682;p72"/>
              <p:cNvSpPr/>
              <p:nvPr/>
            </p:nvSpPr>
            <p:spPr>
              <a:xfrm>
                <a:off x="2802" y="3360"/>
                <a:ext cx="103" cy="296"/>
              </a:xfrm>
              <a:custGeom>
                <a:rect b="b" l="l" r="r" t="t"/>
                <a:pathLst>
                  <a:path extrusionOk="0" h="296" w="103">
                    <a:moveTo>
                      <a:pt x="0" y="0"/>
                    </a:moveTo>
                    <a:lnTo>
                      <a:pt x="3" y="20"/>
                    </a:lnTo>
                    <a:lnTo>
                      <a:pt x="9" y="35"/>
                    </a:lnTo>
                    <a:lnTo>
                      <a:pt x="17" y="48"/>
                    </a:lnTo>
                    <a:lnTo>
                      <a:pt x="30" y="56"/>
                    </a:lnTo>
                    <a:lnTo>
                      <a:pt x="47" y="63"/>
                    </a:lnTo>
                    <a:lnTo>
                      <a:pt x="60" y="74"/>
                    </a:lnTo>
                    <a:lnTo>
                      <a:pt x="71" y="89"/>
                    </a:lnTo>
                    <a:lnTo>
                      <a:pt x="82" y="112"/>
                    </a:lnTo>
                    <a:lnTo>
                      <a:pt x="86" y="132"/>
                    </a:lnTo>
                    <a:lnTo>
                      <a:pt x="83" y="148"/>
                    </a:lnTo>
                    <a:lnTo>
                      <a:pt x="71" y="162"/>
                    </a:lnTo>
                    <a:lnTo>
                      <a:pt x="61" y="175"/>
                    </a:lnTo>
                    <a:lnTo>
                      <a:pt x="54" y="188"/>
                    </a:lnTo>
                    <a:lnTo>
                      <a:pt x="48" y="206"/>
                    </a:lnTo>
                    <a:lnTo>
                      <a:pt x="46" y="225"/>
                    </a:lnTo>
                    <a:lnTo>
                      <a:pt x="51" y="243"/>
                    </a:lnTo>
                    <a:lnTo>
                      <a:pt x="58" y="255"/>
                    </a:lnTo>
                    <a:lnTo>
                      <a:pt x="74" y="272"/>
                    </a:lnTo>
                    <a:lnTo>
                      <a:pt x="86" y="283"/>
                    </a:lnTo>
                    <a:lnTo>
                      <a:pt x="102" y="29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83" name="Google Shape;1683;p72"/>
              <p:cNvSpPr/>
              <p:nvPr/>
            </p:nvSpPr>
            <p:spPr>
              <a:xfrm>
                <a:off x="2797" y="3353"/>
                <a:ext cx="7" cy="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684" name="Google Shape;1684;p72"/>
          <p:cNvSpPr/>
          <p:nvPr/>
        </p:nvSpPr>
        <p:spPr>
          <a:xfrm>
            <a:off x="2451100" y="3719513"/>
            <a:ext cx="736600" cy="878681"/>
          </a:xfrm>
          <a:custGeom>
            <a:rect b="b" l="l" r="r" t="t"/>
            <a:pathLst>
              <a:path extrusionOk="0" h="738" w="464">
                <a:moveTo>
                  <a:pt x="463" y="347"/>
                </a:moveTo>
                <a:lnTo>
                  <a:pt x="332" y="273"/>
                </a:lnTo>
                <a:lnTo>
                  <a:pt x="186" y="14"/>
                </a:lnTo>
                <a:lnTo>
                  <a:pt x="180" y="10"/>
                </a:lnTo>
                <a:lnTo>
                  <a:pt x="170" y="5"/>
                </a:lnTo>
                <a:lnTo>
                  <a:pt x="158" y="2"/>
                </a:lnTo>
                <a:lnTo>
                  <a:pt x="143" y="0"/>
                </a:lnTo>
                <a:lnTo>
                  <a:pt x="128" y="2"/>
                </a:lnTo>
                <a:lnTo>
                  <a:pt x="115" y="7"/>
                </a:lnTo>
                <a:lnTo>
                  <a:pt x="99" y="14"/>
                </a:lnTo>
                <a:lnTo>
                  <a:pt x="79" y="25"/>
                </a:lnTo>
                <a:lnTo>
                  <a:pt x="63" y="36"/>
                </a:lnTo>
                <a:lnTo>
                  <a:pt x="49" y="46"/>
                </a:lnTo>
                <a:lnTo>
                  <a:pt x="38" y="56"/>
                </a:lnTo>
                <a:lnTo>
                  <a:pt x="27" y="69"/>
                </a:lnTo>
                <a:lnTo>
                  <a:pt x="15" y="87"/>
                </a:lnTo>
                <a:lnTo>
                  <a:pt x="8" y="100"/>
                </a:lnTo>
                <a:lnTo>
                  <a:pt x="2" y="119"/>
                </a:lnTo>
                <a:lnTo>
                  <a:pt x="0" y="140"/>
                </a:lnTo>
                <a:lnTo>
                  <a:pt x="0" y="172"/>
                </a:lnTo>
                <a:lnTo>
                  <a:pt x="4" y="208"/>
                </a:lnTo>
                <a:lnTo>
                  <a:pt x="11" y="242"/>
                </a:lnTo>
                <a:lnTo>
                  <a:pt x="23" y="284"/>
                </a:lnTo>
                <a:lnTo>
                  <a:pt x="36" y="318"/>
                </a:lnTo>
                <a:lnTo>
                  <a:pt x="47" y="342"/>
                </a:lnTo>
                <a:lnTo>
                  <a:pt x="63" y="366"/>
                </a:lnTo>
                <a:lnTo>
                  <a:pt x="76" y="383"/>
                </a:lnTo>
                <a:lnTo>
                  <a:pt x="89" y="402"/>
                </a:lnTo>
                <a:lnTo>
                  <a:pt x="105" y="422"/>
                </a:lnTo>
                <a:lnTo>
                  <a:pt x="120" y="433"/>
                </a:lnTo>
                <a:lnTo>
                  <a:pt x="181" y="426"/>
                </a:lnTo>
                <a:lnTo>
                  <a:pt x="228" y="411"/>
                </a:lnTo>
                <a:lnTo>
                  <a:pt x="257" y="419"/>
                </a:lnTo>
                <a:lnTo>
                  <a:pt x="325" y="422"/>
                </a:lnTo>
                <a:lnTo>
                  <a:pt x="408" y="411"/>
                </a:lnTo>
                <a:lnTo>
                  <a:pt x="420" y="438"/>
                </a:lnTo>
                <a:lnTo>
                  <a:pt x="420" y="632"/>
                </a:lnTo>
                <a:lnTo>
                  <a:pt x="418" y="650"/>
                </a:lnTo>
                <a:lnTo>
                  <a:pt x="415" y="662"/>
                </a:lnTo>
                <a:lnTo>
                  <a:pt x="410" y="674"/>
                </a:lnTo>
                <a:lnTo>
                  <a:pt x="402" y="683"/>
                </a:lnTo>
                <a:lnTo>
                  <a:pt x="393" y="691"/>
                </a:lnTo>
                <a:lnTo>
                  <a:pt x="383" y="697"/>
                </a:lnTo>
                <a:lnTo>
                  <a:pt x="374" y="700"/>
                </a:lnTo>
                <a:lnTo>
                  <a:pt x="362" y="702"/>
                </a:lnTo>
                <a:lnTo>
                  <a:pt x="49" y="701"/>
                </a:lnTo>
                <a:lnTo>
                  <a:pt x="49" y="737"/>
                </a:lnTo>
                <a:lnTo>
                  <a:pt x="371" y="736"/>
                </a:lnTo>
                <a:lnTo>
                  <a:pt x="387" y="735"/>
                </a:lnTo>
                <a:lnTo>
                  <a:pt x="398" y="733"/>
                </a:lnTo>
                <a:lnTo>
                  <a:pt x="411" y="730"/>
                </a:lnTo>
                <a:lnTo>
                  <a:pt x="421" y="726"/>
                </a:lnTo>
                <a:lnTo>
                  <a:pt x="431" y="717"/>
                </a:lnTo>
                <a:lnTo>
                  <a:pt x="441" y="704"/>
                </a:lnTo>
                <a:lnTo>
                  <a:pt x="449" y="691"/>
                </a:lnTo>
                <a:lnTo>
                  <a:pt x="455" y="679"/>
                </a:lnTo>
                <a:lnTo>
                  <a:pt x="459" y="664"/>
                </a:lnTo>
                <a:lnTo>
                  <a:pt x="462" y="647"/>
                </a:lnTo>
                <a:lnTo>
                  <a:pt x="463" y="628"/>
                </a:lnTo>
                <a:lnTo>
                  <a:pt x="463" y="347"/>
                </a:lnTo>
              </a:path>
            </a:pathLst>
          </a:custGeom>
          <a:solidFill>
            <a:srgbClr val="000080"/>
          </a:solidFill>
          <a:ln cap="rnd" cmpd="sng" w="12700">
            <a:solidFill>
              <a:schemeClr va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85" name="Google Shape;1685;p72"/>
          <p:cNvGrpSpPr/>
          <p:nvPr/>
        </p:nvGrpSpPr>
        <p:grpSpPr>
          <a:xfrm>
            <a:off x="2600325" y="2997994"/>
            <a:ext cx="1120775" cy="1590675"/>
            <a:chOff x="1638" y="2548"/>
            <a:chExt cx="706" cy="1336"/>
          </a:xfrm>
        </p:grpSpPr>
        <p:sp>
          <p:nvSpPr>
            <p:cNvPr id="1686" name="Google Shape;1686;p72"/>
            <p:cNvSpPr/>
            <p:nvPr/>
          </p:nvSpPr>
          <p:spPr>
            <a:xfrm>
              <a:off x="1638" y="2548"/>
              <a:ext cx="706" cy="1336"/>
            </a:xfrm>
            <a:custGeom>
              <a:rect b="b" l="l" r="r" t="t"/>
              <a:pathLst>
                <a:path extrusionOk="0" h="1336" w="706">
                  <a:moveTo>
                    <a:pt x="241" y="286"/>
                  </a:moveTo>
                  <a:lnTo>
                    <a:pt x="260" y="225"/>
                  </a:lnTo>
                  <a:lnTo>
                    <a:pt x="275" y="153"/>
                  </a:lnTo>
                  <a:lnTo>
                    <a:pt x="283" y="92"/>
                  </a:lnTo>
                  <a:lnTo>
                    <a:pt x="267" y="57"/>
                  </a:lnTo>
                  <a:lnTo>
                    <a:pt x="251" y="40"/>
                  </a:lnTo>
                  <a:lnTo>
                    <a:pt x="275" y="59"/>
                  </a:lnTo>
                  <a:lnTo>
                    <a:pt x="294" y="90"/>
                  </a:lnTo>
                  <a:lnTo>
                    <a:pt x="279" y="21"/>
                  </a:lnTo>
                  <a:lnTo>
                    <a:pt x="292" y="54"/>
                  </a:lnTo>
                  <a:lnTo>
                    <a:pt x="319" y="96"/>
                  </a:lnTo>
                  <a:lnTo>
                    <a:pt x="331" y="101"/>
                  </a:lnTo>
                  <a:lnTo>
                    <a:pt x="323" y="65"/>
                  </a:lnTo>
                  <a:lnTo>
                    <a:pt x="329" y="69"/>
                  </a:lnTo>
                  <a:lnTo>
                    <a:pt x="333" y="38"/>
                  </a:lnTo>
                  <a:lnTo>
                    <a:pt x="324" y="5"/>
                  </a:lnTo>
                  <a:lnTo>
                    <a:pt x="366" y="92"/>
                  </a:lnTo>
                  <a:lnTo>
                    <a:pt x="369" y="78"/>
                  </a:lnTo>
                  <a:lnTo>
                    <a:pt x="375" y="88"/>
                  </a:lnTo>
                  <a:lnTo>
                    <a:pt x="377" y="75"/>
                  </a:lnTo>
                  <a:lnTo>
                    <a:pt x="368" y="53"/>
                  </a:lnTo>
                  <a:lnTo>
                    <a:pt x="370" y="11"/>
                  </a:lnTo>
                  <a:lnTo>
                    <a:pt x="385" y="92"/>
                  </a:lnTo>
                  <a:lnTo>
                    <a:pt x="393" y="19"/>
                  </a:lnTo>
                  <a:lnTo>
                    <a:pt x="393" y="76"/>
                  </a:lnTo>
                  <a:lnTo>
                    <a:pt x="400" y="90"/>
                  </a:lnTo>
                  <a:lnTo>
                    <a:pt x="412" y="26"/>
                  </a:lnTo>
                  <a:lnTo>
                    <a:pt x="440" y="0"/>
                  </a:lnTo>
                  <a:lnTo>
                    <a:pt x="422" y="26"/>
                  </a:lnTo>
                  <a:lnTo>
                    <a:pt x="411" y="77"/>
                  </a:lnTo>
                  <a:lnTo>
                    <a:pt x="414" y="86"/>
                  </a:lnTo>
                  <a:lnTo>
                    <a:pt x="433" y="50"/>
                  </a:lnTo>
                  <a:lnTo>
                    <a:pt x="420" y="81"/>
                  </a:lnTo>
                  <a:lnTo>
                    <a:pt x="420" y="94"/>
                  </a:lnTo>
                  <a:lnTo>
                    <a:pt x="460" y="19"/>
                  </a:lnTo>
                  <a:lnTo>
                    <a:pt x="461" y="32"/>
                  </a:lnTo>
                  <a:lnTo>
                    <a:pt x="443" y="75"/>
                  </a:lnTo>
                  <a:lnTo>
                    <a:pt x="443" y="101"/>
                  </a:lnTo>
                  <a:lnTo>
                    <a:pt x="449" y="105"/>
                  </a:lnTo>
                  <a:lnTo>
                    <a:pt x="458" y="57"/>
                  </a:lnTo>
                  <a:lnTo>
                    <a:pt x="476" y="25"/>
                  </a:lnTo>
                  <a:lnTo>
                    <a:pt x="461" y="61"/>
                  </a:lnTo>
                  <a:lnTo>
                    <a:pt x="465" y="111"/>
                  </a:lnTo>
                  <a:lnTo>
                    <a:pt x="474" y="108"/>
                  </a:lnTo>
                  <a:lnTo>
                    <a:pt x="493" y="43"/>
                  </a:lnTo>
                  <a:lnTo>
                    <a:pt x="479" y="113"/>
                  </a:lnTo>
                  <a:lnTo>
                    <a:pt x="510" y="57"/>
                  </a:lnTo>
                  <a:lnTo>
                    <a:pt x="536" y="38"/>
                  </a:lnTo>
                  <a:lnTo>
                    <a:pt x="515" y="65"/>
                  </a:lnTo>
                  <a:lnTo>
                    <a:pt x="501" y="94"/>
                  </a:lnTo>
                  <a:lnTo>
                    <a:pt x="525" y="85"/>
                  </a:lnTo>
                  <a:lnTo>
                    <a:pt x="495" y="106"/>
                  </a:lnTo>
                  <a:lnTo>
                    <a:pt x="490" y="128"/>
                  </a:lnTo>
                  <a:lnTo>
                    <a:pt x="499" y="132"/>
                  </a:lnTo>
                  <a:lnTo>
                    <a:pt x="528" y="86"/>
                  </a:lnTo>
                  <a:lnTo>
                    <a:pt x="565" y="59"/>
                  </a:lnTo>
                  <a:lnTo>
                    <a:pt x="517" y="121"/>
                  </a:lnTo>
                  <a:lnTo>
                    <a:pt x="540" y="101"/>
                  </a:lnTo>
                  <a:lnTo>
                    <a:pt x="661" y="82"/>
                  </a:lnTo>
                  <a:lnTo>
                    <a:pt x="534" y="112"/>
                  </a:lnTo>
                  <a:lnTo>
                    <a:pt x="521" y="133"/>
                  </a:lnTo>
                  <a:lnTo>
                    <a:pt x="534" y="129"/>
                  </a:lnTo>
                  <a:lnTo>
                    <a:pt x="570" y="110"/>
                  </a:lnTo>
                  <a:lnTo>
                    <a:pt x="541" y="139"/>
                  </a:lnTo>
                  <a:lnTo>
                    <a:pt x="518" y="152"/>
                  </a:lnTo>
                  <a:lnTo>
                    <a:pt x="518" y="170"/>
                  </a:lnTo>
                  <a:lnTo>
                    <a:pt x="525" y="183"/>
                  </a:lnTo>
                  <a:lnTo>
                    <a:pt x="537" y="198"/>
                  </a:lnTo>
                  <a:lnTo>
                    <a:pt x="553" y="219"/>
                  </a:lnTo>
                  <a:lnTo>
                    <a:pt x="566" y="237"/>
                  </a:lnTo>
                  <a:lnTo>
                    <a:pt x="580" y="256"/>
                  </a:lnTo>
                  <a:lnTo>
                    <a:pt x="592" y="274"/>
                  </a:lnTo>
                  <a:lnTo>
                    <a:pt x="601" y="288"/>
                  </a:lnTo>
                  <a:lnTo>
                    <a:pt x="615" y="313"/>
                  </a:lnTo>
                  <a:lnTo>
                    <a:pt x="630" y="340"/>
                  </a:lnTo>
                  <a:lnTo>
                    <a:pt x="641" y="365"/>
                  </a:lnTo>
                  <a:lnTo>
                    <a:pt x="640" y="370"/>
                  </a:lnTo>
                  <a:lnTo>
                    <a:pt x="637" y="376"/>
                  </a:lnTo>
                  <a:lnTo>
                    <a:pt x="633" y="380"/>
                  </a:lnTo>
                  <a:lnTo>
                    <a:pt x="628" y="381"/>
                  </a:lnTo>
                  <a:lnTo>
                    <a:pt x="619" y="383"/>
                  </a:lnTo>
                  <a:lnTo>
                    <a:pt x="532" y="375"/>
                  </a:lnTo>
                  <a:lnTo>
                    <a:pt x="525" y="393"/>
                  </a:lnTo>
                  <a:lnTo>
                    <a:pt x="513" y="455"/>
                  </a:lnTo>
                  <a:lnTo>
                    <a:pt x="505" y="499"/>
                  </a:lnTo>
                  <a:lnTo>
                    <a:pt x="494" y="535"/>
                  </a:lnTo>
                  <a:lnTo>
                    <a:pt x="488" y="538"/>
                  </a:lnTo>
                  <a:lnTo>
                    <a:pt x="480" y="540"/>
                  </a:lnTo>
                  <a:lnTo>
                    <a:pt x="472" y="541"/>
                  </a:lnTo>
                  <a:lnTo>
                    <a:pt x="443" y="541"/>
                  </a:lnTo>
                  <a:lnTo>
                    <a:pt x="374" y="512"/>
                  </a:lnTo>
                  <a:lnTo>
                    <a:pt x="367" y="524"/>
                  </a:lnTo>
                  <a:lnTo>
                    <a:pt x="356" y="568"/>
                  </a:lnTo>
                  <a:lnTo>
                    <a:pt x="348" y="602"/>
                  </a:lnTo>
                  <a:lnTo>
                    <a:pt x="338" y="648"/>
                  </a:lnTo>
                  <a:lnTo>
                    <a:pt x="335" y="678"/>
                  </a:lnTo>
                  <a:lnTo>
                    <a:pt x="350" y="698"/>
                  </a:lnTo>
                  <a:lnTo>
                    <a:pt x="369" y="722"/>
                  </a:lnTo>
                  <a:lnTo>
                    <a:pt x="392" y="755"/>
                  </a:lnTo>
                  <a:lnTo>
                    <a:pt x="427" y="763"/>
                  </a:lnTo>
                  <a:lnTo>
                    <a:pt x="454" y="769"/>
                  </a:lnTo>
                  <a:lnTo>
                    <a:pt x="492" y="776"/>
                  </a:lnTo>
                  <a:lnTo>
                    <a:pt x="514" y="780"/>
                  </a:lnTo>
                  <a:lnTo>
                    <a:pt x="534" y="781"/>
                  </a:lnTo>
                  <a:lnTo>
                    <a:pt x="549" y="783"/>
                  </a:lnTo>
                  <a:lnTo>
                    <a:pt x="563" y="783"/>
                  </a:lnTo>
                  <a:lnTo>
                    <a:pt x="580" y="781"/>
                  </a:lnTo>
                  <a:lnTo>
                    <a:pt x="604" y="780"/>
                  </a:lnTo>
                  <a:lnTo>
                    <a:pt x="631" y="765"/>
                  </a:lnTo>
                  <a:lnTo>
                    <a:pt x="639" y="762"/>
                  </a:lnTo>
                  <a:lnTo>
                    <a:pt x="646" y="763"/>
                  </a:lnTo>
                  <a:lnTo>
                    <a:pt x="651" y="766"/>
                  </a:lnTo>
                  <a:lnTo>
                    <a:pt x="659" y="774"/>
                  </a:lnTo>
                  <a:lnTo>
                    <a:pt x="661" y="780"/>
                  </a:lnTo>
                  <a:lnTo>
                    <a:pt x="663" y="790"/>
                  </a:lnTo>
                  <a:lnTo>
                    <a:pt x="664" y="801"/>
                  </a:lnTo>
                  <a:lnTo>
                    <a:pt x="673" y="805"/>
                  </a:lnTo>
                  <a:lnTo>
                    <a:pt x="685" y="812"/>
                  </a:lnTo>
                  <a:lnTo>
                    <a:pt x="694" y="819"/>
                  </a:lnTo>
                  <a:lnTo>
                    <a:pt x="705" y="828"/>
                  </a:lnTo>
                  <a:lnTo>
                    <a:pt x="704" y="834"/>
                  </a:lnTo>
                  <a:lnTo>
                    <a:pt x="701" y="843"/>
                  </a:lnTo>
                  <a:lnTo>
                    <a:pt x="696" y="849"/>
                  </a:lnTo>
                  <a:lnTo>
                    <a:pt x="689" y="855"/>
                  </a:lnTo>
                  <a:lnTo>
                    <a:pt x="692" y="861"/>
                  </a:lnTo>
                  <a:lnTo>
                    <a:pt x="695" y="868"/>
                  </a:lnTo>
                  <a:lnTo>
                    <a:pt x="698" y="879"/>
                  </a:lnTo>
                  <a:lnTo>
                    <a:pt x="698" y="886"/>
                  </a:lnTo>
                  <a:lnTo>
                    <a:pt x="695" y="896"/>
                  </a:lnTo>
                  <a:lnTo>
                    <a:pt x="689" y="901"/>
                  </a:lnTo>
                  <a:lnTo>
                    <a:pt x="675" y="910"/>
                  </a:lnTo>
                  <a:lnTo>
                    <a:pt x="677" y="923"/>
                  </a:lnTo>
                  <a:lnTo>
                    <a:pt x="677" y="931"/>
                  </a:lnTo>
                  <a:lnTo>
                    <a:pt x="675" y="936"/>
                  </a:lnTo>
                  <a:lnTo>
                    <a:pt x="671" y="940"/>
                  </a:lnTo>
                  <a:lnTo>
                    <a:pt x="666" y="943"/>
                  </a:lnTo>
                  <a:lnTo>
                    <a:pt x="660" y="941"/>
                  </a:lnTo>
                  <a:lnTo>
                    <a:pt x="648" y="937"/>
                  </a:lnTo>
                  <a:lnTo>
                    <a:pt x="618" y="925"/>
                  </a:lnTo>
                  <a:lnTo>
                    <a:pt x="581" y="910"/>
                  </a:lnTo>
                  <a:lnTo>
                    <a:pt x="528" y="895"/>
                  </a:lnTo>
                  <a:lnTo>
                    <a:pt x="520" y="895"/>
                  </a:lnTo>
                  <a:lnTo>
                    <a:pt x="490" y="888"/>
                  </a:lnTo>
                  <a:lnTo>
                    <a:pt x="430" y="872"/>
                  </a:lnTo>
                  <a:lnTo>
                    <a:pt x="380" y="865"/>
                  </a:lnTo>
                  <a:lnTo>
                    <a:pt x="369" y="867"/>
                  </a:lnTo>
                  <a:lnTo>
                    <a:pt x="343" y="868"/>
                  </a:lnTo>
                  <a:lnTo>
                    <a:pt x="330" y="857"/>
                  </a:lnTo>
                  <a:lnTo>
                    <a:pt x="321" y="849"/>
                  </a:lnTo>
                  <a:lnTo>
                    <a:pt x="315" y="843"/>
                  </a:lnTo>
                  <a:lnTo>
                    <a:pt x="311" y="834"/>
                  </a:lnTo>
                  <a:lnTo>
                    <a:pt x="306" y="824"/>
                  </a:lnTo>
                  <a:lnTo>
                    <a:pt x="276" y="783"/>
                  </a:lnTo>
                  <a:lnTo>
                    <a:pt x="303" y="819"/>
                  </a:lnTo>
                  <a:lnTo>
                    <a:pt x="313" y="834"/>
                  </a:lnTo>
                  <a:lnTo>
                    <a:pt x="317" y="845"/>
                  </a:lnTo>
                  <a:lnTo>
                    <a:pt x="341" y="867"/>
                  </a:lnTo>
                  <a:lnTo>
                    <a:pt x="353" y="869"/>
                  </a:lnTo>
                  <a:lnTo>
                    <a:pt x="370" y="866"/>
                  </a:lnTo>
                  <a:lnTo>
                    <a:pt x="382" y="867"/>
                  </a:lnTo>
                  <a:lnTo>
                    <a:pt x="403" y="875"/>
                  </a:lnTo>
                  <a:lnTo>
                    <a:pt x="414" y="885"/>
                  </a:lnTo>
                  <a:lnTo>
                    <a:pt x="425" y="894"/>
                  </a:lnTo>
                  <a:lnTo>
                    <a:pt x="436" y="907"/>
                  </a:lnTo>
                  <a:lnTo>
                    <a:pt x="441" y="915"/>
                  </a:lnTo>
                  <a:lnTo>
                    <a:pt x="440" y="924"/>
                  </a:lnTo>
                  <a:lnTo>
                    <a:pt x="432" y="935"/>
                  </a:lnTo>
                  <a:lnTo>
                    <a:pt x="423" y="948"/>
                  </a:lnTo>
                  <a:lnTo>
                    <a:pt x="405" y="968"/>
                  </a:lnTo>
                  <a:lnTo>
                    <a:pt x="379" y="994"/>
                  </a:lnTo>
                  <a:lnTo>
                    <a:pt x="362" y="1013"/>
                  </a:lnTo>
                  <a:lnTo>
                    <a:pt x="325" y="1036"/>
                  </a:lnTo>
                  <a:lnTo>
                    <a:pt x="271" y="1067"/>
                  </a:lnTo>
                  <a:lnTo>
                    <a:pt x="233" y="1087"/>
                  </a:lnTo>
                  <a:lnTo>
                    <a:pt x="224" y="1098"/>
                  </a:lnTo>
                  <a:lnTo>
                    <a:pt x="213" y="1110"/>
                  </a:lnTo>
                  <a:lnTo>
                    <a:pt x="193" y="1125"/>
                  </a:lnTo>
                  <a:lnTo>
                    <a:pt x="188" y="1147"/>
                  </a:lnTo>
                  <a:lnTo>
                    <a:pt x="188" y="1189"/>
                  </a:lnTo>
                  <a:lnTo>
                    <a:pt x="192" y="1223"/>
                  </a:lnTo>
                  <a:lnTo>
                    <a:pt x="199" y="1246"/>
                  </a:lnTo>
                  <a:lnTo>
                    <a:pt x="233" y="1290"/>
                  </a:lnTo>
                  <a:lnTo>
                    <a:pt x="253" y="1310"/>
                  </a:lnTo>
                  <a:lnTo>
                    <a:pt x="255" y="1315"/>
                  </a:lnTo>
                  <a:lnTo>
                    <a:pt x="254" y="1322"/>
                  </a:lnTo>
                  <a:lnTo>
                    <a:pt x="216" y="1335"/>
                  </a:lnTo>
                  <a:lnTo>
                    <a:pt x="175" y="1330"/>
                  </a:lnTo>
                  <a:lnTo>
                    <a:pt x="153" y="1328"/>
                  </a:lnTo>
                  <a:lnTo>
                    <a:pt x="132" y="1332"/>
                  </a:lnTo>
                  <a:lnTo>
                    <a:pt x="111" y="1332"/>
                  </a:lnTo>
                  <a:lnTo>
                    <a:pt x="90" y="1328"/>
                  </a:lnTo>
                  <a:lnTo>
                    <a:pt x="87" y="1324"/>
                  </a:lnTo>
                  <a:lnTo>
                    <a:pt x="84" y="1318"/>
                  </a:lnTo>
                  <a:lnTo>
                    <a:pt x="87" y="1248"/>
                  </a:lnTo>
                  <a:lnTo>
                    <a:pt x="97" y="1177"/>
                  </a:lnTo>
                  <a:lnTo>
                    <a:pt x="89" y="1154"/>
                  </a:lnTo>
                  <a:lnTo>
                    <a:pt x="74" y="1133"/>
                  </a:lnTo>
                  <a:lnTo>
                    <a:pt x="69" y="1127"/>
                  </a:lnTo>
                  <a:lnTo>
                    <a:pt x="57" y="1116"/>
                  </a:lnTo>
                  <a:lnTo>
                    <a:pt x="49" y="1110"/>
                  </a:lnTo>
                  <a:lnTo>
                    <a:pt x="48" y="1102"/>
                  </a:lnTo>
                  <a:lnTo>
                    <a:pt x="49" y="1096"/>
                  </a:lnTo>
                  <a:lnTo>
                    <a:pt x="60" y="1083"/>
                  </a:lnTo>
                  <a:lnTo>
                    <a:pt x="74" y="1069"/>
                  </a:lnTo>
                  <a:lnTo>
                    <a:pt x="87" y="1060"/>
                  </a:lnTo>
                  <a:lnTo>
                    <a:pt x="105" y="1059"/>
                  </a:lnTo>
                  <a:lnTo>
                    <a:pt x="121" y="1060"/>
                  </a:lnTo>
                  <a:lnTo>
                    <a:pt x="192" y="1015"/>
                  </a:lnTo>
                  <a:lnTo>
                    <a:pt x="245" y="980"/>
                  </a:lnTo>
                  <a:lnTo>
                    <a:pt x="293" y="952"/>
                  </a:lnTo>
                  <a:lnTo>
                    <a:pt x="277" y="954"/>
                  </a:lnTo>
                  <a:lnTo>
                    <a:pt x="231" y="941"/>
                  </a:lnTo>
                  <a:lnTo>
                    <a:pt x="183" y="937"/>
                  </a:lnTo>
                  <a:lnTo>
                    <a:pt x="117" y="927"/>
                  </a:lnTo>
                  <a:lnTo>
                    <a:pt x="97" y="931"/>
                  </a:lnTo>
                  <a:lnTo>
                    <a:pt x="49" y="925"/>
                  </a:lnTo>
                  <a:lnTo>
                    <a:pt x="38" y="923"/>
                  </a:lnTo>
                  <a:lnTo>
                    <a:pt x="26" y="918"/>
                  </a:lnTo>
                  <a:lnTo>
                    <a:pt x="17" y="912"/>
                  </a:lnTo>
                  <a:lnTo>
                    <a:pt x="11" y="905"/>
                  </a:lnTo>
                  <a:lnTo>
                    <a:pt x="6" y="893"/>
                  </a:lnTo>
                  <a:lnTo>
                    <a:pt x="2" y="876"/>
                  </a:lnTo>
                  <a:lnTo>
                    <a:pt x="0" y="861"/>
                  </a:lnTo>
                  <a:lnTo>
                    <a:pt x="0" y="839"/>
                  </a:lnTo>
                  <a:lnTo>
                    <a:pt x="1" y="822"/>
                  </a:lnTo>
                  <a:lnTo>
                    <a:pt x="3" y="803"/>
                  </a:lnTo>
                  <a:lnTo>
                    <a:pt x="5" y="786"/>
                  </a:lnTo>
                  <a:lnTo>
                    <a:pt x="11" y="773"/>
                  </a:lnTo>
                  <a:lnTo>
                    <a:pt x="27" y="724"/>
                  </a:lnTo>
                  <a:lnTo>
                    <a:pt x="46" y="664"/>
                  </a:lnTo>
                  <a:lnTo>
                    <a:pt x="60" y="624"/>
                  </a:lnTo>
                  <a:lnTo>
                    <a:pt x="94" y="557"/>
                  </a:lnTo>
                  <a:lnTo>
                    <a:pt x="129" y="504"/>
                  </a:lnTo>
                  <a:lnTo>
                    <a:pt x="159" y="464"/>
                  </a:lnTo>
                  <a:lnTo>
                    <a:pt x="178" y="438"/>
                  </a:lnTo>
                  <a:lnTo>
                    <a:pt x="192" y="414"/>
                  </a:lnTo>
                  <a:lnTo>
                    <a:pt x="209" y="393"/>
                  </a:lnTo>
                  <a:lnTo>
                    <a:pt x="213" y="362"/>
                  </a:lnTo>
                  <a:lnTo>
                    <a:pt x="230" y="322"/>
                  </a:lnTo>
                  <a:lnTo>
                    <a:pt x="241" y="286"/>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87" name="Google Shape;1687;p72"/>
            <p:cNvGrpSpPr/>
            <p:nvPr/>
          </p:nvGrpSpPr>
          <p:grpSpPr>
            <a:xfrm>
              <a:off x="2050" y="2712"/>
              <a:ext cx="92" cy="122"/>
              <a:chOff x="2050" y="2712"/>
              <a:chExt cx="92" cy="122"/>
            </a:xfrm>
          </p:grpSpPr>
          <p:sp>
            <p:nvSpPr>
              <p:cNvPr id="1688" name="Google Shape;1688;p72"/>
              <p:cNvSpPr/>
              <p:nvPr/>
            </p:nvSpPr>
            <p:spPr>
              <a:xfrm>
                <a:off x="2050" y="2712"/>
                <a:ext cx="92" cy="45"/>
              </a:xfrm>
              <a:custGeom>
                <a:rect b="b" l="l" r="r" t="t"/>
                <a:pathLst>
                  <a:path extrusionOk="0" h="45" w="92">
                    <a:moveTo>
                      <a:pt x="0" y="14"/>
                    </a:moveTo>
                    <a:lnTo>
                      <a:pt x="11" y="9"/>
                    </a:lnTo>
                    <a:lnTo>
                      <a:pt x="22" y="4"/>
                    </a:lnTo>
                    <a:lnTo>
                      <a:pt x="31" y="2"/>
                    </a:lnTo>
                    <a:lnTo>
                      <a:pt x="40" y="0"/>
                    </a:lnTo>
                    <a:lnTo>
                      <a:pt x="48" y="0"/>
                    </a:lnTo>
                    <a:lnTo>
                      <a:pt x="55" y="2"/>
                    </a:lnTo>
                    <a:lnTo>
                      <a:pt x="58" y="6"/>
                    </a:lnTo>
                    <a:lnTo>
                      <a:pt x="62" y="13"/>
                    </a:lnTo>
                    <a:lnTo>
                      <a:pt x="66" y="20"/>
                    </a:lnTo>
                    <a:lnTo>
                      <a:pt x="71" y="29"/>
                    </a:lnTo>
                    <a:lnTo>
                      <a:pt x="75" y="35"/>
                    </a:lnTo>
                    <a:lnTo>
                      <a:pt x="82" y="41"/>
                    </a:lnTo>
                    <a:lnTo>
                      <a:pt x="91" y="44"/>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89" name="Google Shape;1689;p72"/>
              <p:cNvSpPr/>
              <p:nvPr/>
            </p:nvSpPr>
            <p:spPr>
              <a:xfrm>
                <a:off x="2111" y="2761"/>
                <a:ext cx="29" cy="73"/>
              </a:xfrm>
              <a:custGeom>
                <a:rect b="b" l="l" r="r" t="t"/>
                <a:pathLst>
                  <a:path extrusionOk="0" h="73" w="29">
                    <a:moveTo>
                      <a:pt x="25" y="0"/>
                    </a:moveTo>
                    <a:lnTo>
                      <a:pt x="19" y="4"/>
                    </a:lnTo>
                    <a:lnTo>
                      <a:pt x="14" y="11"/>
                    </a:lnTo>
                    <a:lnTo>
                      <a:pt x="8" y="20"/>
                    </a:lnTo>
                    <a:lnTo>
                      <a:pt x="4" y="29"/>
                    </a:lnTo>
                    <a:lnTo>
                      <a:pt x="1" y="38"/>
                    </a:lnTo>
                    <a:lnTo>
                      <a:pt x="0" y="47"/>
                    </a:lnTo>
                    <a:lnTo>
                      <a:pt x="0" y="56"/>
                    </a:lnTo>
                    <a:lnTo>
                      <a:pt x="2" y="67"/>
                    </a:lnTo>
                    <a:lnTo>
                      <a:pt x="4" y="72"/>
                    </a:lnTo>
                    <a:lnTo>
                      <a:pt x="9" y="67"/>
                    </a:lnTo>
                    <a:lnTo>
                      <a:pt x="13" y="62"/>
                    </a:lnTo>
                    <a:lnTo>
                      <a:pt x="17" y="56"/>
                    </a:lnTo>
                    <a:lnTo>
                      <a:pt x="21" y="50"/>
                    </a:lnTo>
                    <a:lnTo>
                      <a:pt x="24" y="42"/>
                    </a:lnTo>
                    <a:lnTo>
                      <a:pt x="26" y="34"/>
                    </a:lnTo>
                    <a:lnTo>
                      <a:pt x="28" y="24"/>
                    </a:lnTo>
                    <a:lnTo>
                      <a:pt x="28" y="16"/>
                    </a:lnTo>
                    <a:lnTo>
                      <a:pt x="27" y="7"/>
                    </a:lnTo>
                    <a:lnTo>
                      <a:pt x="25"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73"/>
          <p:cNvSpPr/>
          <p:nvPr/>
        </p:nvSpPr>
        <p:spPr>
          <a:xfrm>
            <a:off x="2022475" y="2250281"/>
            <a:ext cx="841375" cy="472678"/>
          </a:xfrm>
          <a:custGeom>
            <a:rect b="b" l="l" r="r" t="t"/>
            <a:pathLst>
              <a:path extrusionOk="0" h="397" w="530">
                <a:moveTo>
                  <a:pt x="397" y="0"/>
                </a:moveTo>
                <a:lnTo>
                  <a:pt x="529" y="158"/>
                </a:lnTo>
                <a:lnTo>
                  <a:pt x="397" y="316"/>
                </a:lnTo>
                <a:lnTo>
                  <a:pt x="397" y="238"/>
                </a:lnTo>
                <a:lnTo>
                  <a:pt x="132" y="238"/>
                </a:lnTo>
                <a:lnTo>
                  <a:pt x="113" y="248"/>
                </a:lnTo>
                <a:lnTo>
                  <a:pt x="99" y="271"/>
                </a:lnTo>
                <a:lnTo>
                  <a:pt x="90" y="300"/>
                </a:lnTo>
                <a:lnTo>
                  <a:pt x="88" y="346"/>
                </a:lnTo>
                <a:lnTo>
                  <a:pt x="88" y="396"/>
                </a:lnTo>
                <a:lnTo>
                  <a:pt x="0" y="396"/>
                </a:lnTo>
                <a:lnTo>
                  <a:pt x="0" y="320"/>
                </a:lnTo>
                <a:lnTo>
                  <a:pt x="3" y="285"/>
                </a:lnTo>
                <a:lnTo>
                  <a:pt x="7" y="248"/>
                </a:lnTo>
                <a:lnTo>
                  <a:pt x="13" y="222"/>
                </a:lnTo>
                <a:lnTo>
                  <a:pt x="20" y="195"/>
                </a:lnTo>
                <a:lnTo>
                  <a:pt x="28" y="172"/>
                </a:lnTo>
                <a:lnTo>
                  <a:pt x="42" y="144"/>
                </a:lnTo>
                <a:lnTo>
                  <a:pt x="56" y="122"/>
                </a:lnTo>
                <a:lnTo>
                  <a:pt x="72" y="106"/>
                </a:lnTo>
                <a:lnTo>
                  <a:pt x="89" y="90"/>
                </a:lnTo>
                <a:lnTo>
                  <a:pt x="112" y="82"/>
                </a:lnTo>
                <a:lnTo>
                  <a:pt x="132" y="80"/>
                </a:lnTo>
                <a:lnTo>
                  <a:pt x="397" y="80"/>
                </a:lnTo>
                <a:lnTo>
                  <a:pt x="397"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95" name="Google Shape;1695;p7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communication bandwidth</a:t>
            </a:r>
            <a:endParaRPr/>
          </a:p>
        </p:txBody>
      </p:sp>
      <p:sp>
        <p:nvSpPr>
          <p:cNvPr id="1696" name="Google Shape;1696;p73"/>
          <p:cNvSpPr/>
          <p:nvPr/>
        </p:nvSpPr>
        <p:spPr>
          <a:xfrm>
            <a:off x="6550025" y="2925366"/>
            <a:ext cx="733425" cy="847725"/>
          </a:xfrm>
          <a:custGeom>
            <a:rect b="b" l="l" r="r" t="t"/>
            <a:pathLst>
              <a:path extrusionOk="0" h="712" w="462">
                <a:moveTo>
                  <a:pt x="295" y="79"/>
                </a:moveTo>
                <a:lnTo>
                  <a:pt x="380" y="0"/>
                </a:lnTo>
                <a:lnTo>
                  <a:pt x="388" y="1"/>
                </a:lnTo>
                <a:lnTo>
                  <a:pt x="395" y="4"/>
                </a:lnTo>
                <a:lnTo>
                  <a:pt x="402" y="10"/>
                </a:lnTo>
                <a:lnTo>
                  <a:pt x="411" y="18"/>
                </a:lnTo>
                <a:lnTo>
                  <a:pt x="421" y="28"/>
                </a:lnTo>
                <a:lnTo>
                  <a:pt x="430" y="39"/>
                </a:lnTo>
                <a:lnTo>
                  <a:pt x="437" y="49"/>
                </a:lnTo>
                <a:lnTo>
                  <a:pt x="446" y="65"/>
                </a:lnTo>
                <a:lnTo>
                  <a:pt x="452" y="78"/>
                </a:lnTo>
                <a:lnTo>
                  <a:pt x="458" y="92"/>
                </a:lnTo>
                <a:lnTo>
                  <a:pt x="460" y="108"/>
                </a:lnTo>
                <a:lnTo>
                  <a:pt x="461" y="123"/>
                </a:lnTo>
                <a:lnTo>
                  <a:pt x="461" y="137"/>
                </a:lnTo>
                <a:lnTo>
                  <a:pt x="461" y="150"/>
                </a:lnTo>
                <a:lnTo>
                  <a:pt x="459" y="168"/>
                </a:lnTo>
                <a:lnTo>
                  <a:pt x="455" y="185"/>
                </a:lnTo>
                <a:lnTo>
                  <a:pt x="449" y="200"/>
                </a:lnTo>
                <a:lnTo>
                  <a:pt x="440" y="214"/>
                </a:lnTo>
                <a:lnTo>
                  <a:pt x="426" y="229"/>
                </a:lnTo>
                <a:lnTo>
                  <a:pt x="413" y="244"/>
                </a:lnTo>
                <a:lnTo>
                  <a:pt x="400" y="260"/>
                </a:lnTo>
                <a:lnTo>
                  <a:pt x="384" y="280"/>
                </a:lnTo>
                <a:lnTo>
                  <a:pt x="372" y="296"/>
                </a:lnTo>
                <a:lnTo>
                  <a:pt x="359" y="308"/>
                </a:lnTo>
                <a:lnTo>
                  <a:pt x="349" y="320"/>
                </a:lnTo>
                <a:lnTo>
                  <a:pt x="337" y="330"/>
                </a:lnTo>
                <a:lnTo>
                  <a:pt x="325" y="341"/>
                </a:lnTo>
                <a:lnTo>
                  <a:pt x="317" y="360"/>
                </a:lnTo>
                <a:lnTo>
                  <a:pt x="311" y="381"/>
                </a:lnTo>
                <a:lnTo>
                  <a:pt x="302" y="403"/>
                </a:lnTo>
                <a:lnTo>
                  <a:pt x="294" y="415"/>
                </a:lnTo>
                <a:lnTo>
                  <a:pt x="288" y="425"/>
                </a:lnTo>
                <a:lnTo>
                  <a:pt x="281" y="433"/>
                </a:lnTo>
                <a:lnTo>
                  <a:pt x="274" y="439"/>
                </a:lnTo>
                <a:lnTo>
                  <a:pt x="264" y="443"/>
                </a:lnTo>
                <a:lnTo>
                  <a:pt x="253" y="446"/>
                </a:lnTo>
                <a:lnTo>
                  <a:pt x="242" y="446"/>
                </a:lnTo>
                <a:lnTo>
                  <a:pt x="212" y="444"/>
                </a:lnTo>
                <a:lnTo>
                  <a:pt x="170" y="440"/>
                </a:lnTo>
                <a:lnTo>
                  <a:pt x="125" y="439"/>
                </a:lnTo>
                <a:lnTo>
                  <a:pt x="50" y="449"/>
                </a:lnTo>
                <a:lnTo>
                  <a:pt x="46" y="475"/>
                </a:lnTo>
                <a:lnTo>
                  <a:pt x="41" y="508"/>
                </a:lnTo>
                <a:lnTo>
                  <a:pt x="36" y="548"/>
                </a:lnTo>
                <a:lnTo>
                  <a:pt x="40" y="591"/>
                </a:lnTo>
                <a:lnTo>
                  <a:pt x="45" y="624"/>
                </a:lnTo>
                <a:lnTo>
                  <a:pt x="49" y="666"/>
                </a:lnTo>
                <a:lnTo>
                  <a:pt x="51" y="669"/>
                </a:lnTo>
                <a:lnTo>
                  <a:pt x="56" y="671"/>
                </a:lnTo>
                <a:lnTo>
                  <a:pt x="87" y="671"/>
                </a:lnTo>
                <a:lnTo>
                  <a:pt x="305" y="677"/>
                </a:lnTo>
                <a:lnTo>
                  <a:pt x="305" y="711"/>
                </a:lnTo>
                <a:lnTo>
                  <a:pt x="190" y="705"/>
                </a:lnTo>
                <a:lnTo>
                  <a:pt x="62" y="698"/>
                </a:lnTo>
                <a:lnTo>
                  <a:pt x="15" y="696"/>
                </a:lnTo>
                <a:lnTo>
                  <a:pt x="14" y="661"/>
                </a:lnTo>
                <a:lnTo>
                  <a:pt x="12" y="622"/>
                </a:lnTo>
                <a:lnTo>
                  <a:pt x="9" y="575"/>
                </a:lnTo>
                <a:lnTo>
                  <a:pt x="7" y="522"/>
                </a:lnTo>
                <a:lnTo>
                  <a:pt x="5" y="469"/>
                </a:lnTo>
                <a:lnTo>
                  <a:pt x="2" y="419"/>
                </a:lnTo>
                <a:lnTo>
                  <a:pt x="0" y="349"/>
                </a:lnTo>
                <a:lnTo>
                  <a:pt x="295" y="79"/>
                </a:lnTo>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697" name="Google Shape;1697;p73"/>
          <p:cNvSpPr/>
          <p:nvPr/>
        </p:nvSpPr>
        <p:spPr>
          <a:xfrm>
            <a:off x="5867400" y="2247900"/>
            <a:ext cx="1516063" cy="1508522"/>
          </a:xfrm>
          <a:custGeom>
            <a:rect b="b" l="l" r="r" t="t"/>
            <a:pathLst>
              <a:path extrusionOk="0" h="1267" w="955">
                <a:moveTo>
                  <a:pt x="879" y="275"/>
                </a:moveTo>
                <a:lnTo>
                  <a:pt x="890" y="259"/>
                </a:lnTo>
                <a:lnTo>
                  <a:pt x="901" y="232"/>
                </a:lnTo>
                <a:lnTo>
                  <a:pt x="917" y="209"/>
                </a:lnTo>
                <a:lnTo>
                  <a:pt x="954" y="181"/>
                </a:lnTo>
                <a:lnTo>
                  <a:pt x="898" y="212"/>
                </a:lnTo>
                <a:lnTo>
                  <a:pt x="895" y="208"/>
                </a:lnTo>
                <a:lnTo>
                  <a:pt x="891" y="204"/>
                </a:lnTo>
                <a:lnTo>
                  <a:pt x="954" y="157"/>
                </a:lnTo>
                <a:lnTo>
                  <a:pt x="923" y="172"/>
                </a:lnTo>
                <a:lnTo>
                  <a:pt x="938" y="133"/>
                </a:lnTo>
                <a:lnTo>
                  <a:pt x="906" y="173"/>
                </a:lnTo>
                <a:lnTo>
                  <a:pt x="871" y="190"/>
                </a:lnTo>
                <a:lnTo>
                  <a:pt x="863" y="187"/>
                </a:lnTo>
                <a:lnTo>
                  <a:pt x="922" y="114"/>
                </a:lnTo>
                <a:lnTo>
                  <a:pt x="885" y="136"/>
                </a:lnTo>
                <a:lnTo>
                  <a:pt x="846" y="186"/>
                </a:lnTo>
                <a:lnTo>
                  <a:pt x="884" y="114"/>
                </a:lnTo>
                <a:lnTo>
                  <a:pt x="824" y="163"/>
                </a:lnTo>
                <a:lnTo>
                  <a:pt x="860" y="109"/>
                </a:lnTo>
                <a:lnTo>
                  <a:pt x="813" y="162"/>
                </a:lnTo>
                <a:lnTo>
                  <a:pt x="804" y="154"/>
                </a:lnTo>
                <a:lnTo>
                  <a:pt x="855" y="85"/>
                </a:lnTo>
                <a:lnTo>
                  <a:pt x="791" y="152"/>
                </a:lnTo>
                <a:lnTo>
                  <a:pt x="782" y="152"/>
                </a:lnTo>
                <a:lnTo>
                  <a:pt x="826" y="93"/>
                </a:lnTo>
                <a:lnTo>
                  <a:pt x="779" y="141"/>
                </a:lnTo>
                <a:lnTo>
                  <a:pt x="807" y="82"/>
                </a:lnTo>
                <a:lnTo>
                  <a:pt x="777" y="121"/>
                </a:lnTo>
                <a:lnTo>
                  <a:pt x="754" y="137"/>
                </a:lnTo>
                <a:lnTo>
                  <a:pt x="784" y="64"/>
                </a:lnTo>
                <a:lnTo>
                  <a:pt x="760" y="110"/>
                </a:lnTo>
                <a:lnTo>
                  <a:pt x="738" y="129"/>
                </a:lnTo>
                <a:lnTo>
                  <a:pt x="771" y="9"/>
                </a:lnTo>
                <a:lnTo>
                  <a:pt x="738" y="75"/>
                </a:lnTo>
                <a:lnTo>
                  <a:pt x="721" y="105"/>
                </a:lnTo>
                <a:lnTo>
                  <a:pt x="735" y="59"/>
                </a:lnTo>
                <a:lnTo>
                  <a:pt x="707" y="125"/>
                </a:lnTo>
                <a:lnTo>
                  <a:pt x="721" y="49"/>
                </a:lnTo>
                <a:lnTo>
                  <a:pt x="704" y="0"/>
                </a:lnTo>
                <a:lnTo>
                  <a:pt x="715" y="54"/>
                </a:lnTo>
                <a:lnTo>
                  <a:pt x="701" y="96"/>
                </a:lnTo>
                <a:lnTo>
                  <a:pt x="699" y="49"/>
                </a:lnTo>
                <a:lnTo>
                  <a:pt x="677" y="32"/>
                </a:lnTo>
                <a:lnTo>
                  <a:pt x="694" y="57"/>
                </a:lnTo>
                <a:lnTo>
                  <a:pt x="691" y="111"/>
                </a:lnTo>
                <a:lnTo>
                  <a:pt x="679" y="85"/>
                </a:lnTo>
                <a:lnTo>
                  <a:pt x="685" y="121"/>
                </a:lnTo>
                <a:lnTo>
                  <a:pt x="672" y="136"/>
                </a:lnTo>
                <a:lnTo>
                  <a:pt x="658" y="154"/>
                </a:lnTo>
                <a:lnTo>
                  <a:pt x="647" y="161"/>
                </a:lnTo>
                <a:lnTo>
                  <a:pt x="621" y="172"/>
                </a:lnTo>
                <a:lnTo>
                  <a:pt x="578" y="189"/>
                </a:lnTo>
                <a:lnTo>
                  <a:pt x="553" y="199"/>
                </a:lnTo>
                <a:lnTo>
                  <a:pt x="524" y="210"/>
                </a:lnTo>
                <a:lnTo>
                  <a:pt x="497" y="225"/>
                </a:lnTo>
                <a:lnTo>
                  <a:pt x="469" y="243"/>
                </a:lnTo>
                <a:lnTo>
                  <a:pt x="447" y="261"/>
                </a:lnTo>
                <a:lnTo>
                  <a:pt x="439" y="274"/>
                </a:lnTo>
                <a:lnTo>
                  <a:pt x="436" y="282"/>
                </a:lnTo>
                <a:lnTo>
                  <a:pt x="439" y="287"/>
                </a:lnTo>
                <a:lnTo>
                  <a:pt x="453" y="293"/>
                </a:lnTo>
                <a:lnTo>
                  <a:pt x="488" y="301"/>
                </a:lnTo>
                <a:lnTo>
                  <a:pt x="521" y="308"/>
                </a:lnTo>
                <a:lnTo>
                  <a:pt x="521" y="341"/>
                </a:lnTo>
                <a:lnTo>
                  <a:pt x="499" y="411"/>
                </a:lnTo>
                <a:lnTo>
                  <a:pt x="491" y="439"/>
                </a:lnTo>
                <a:lnTo>
                  <a:pt x="486" y="480"/>
                </a:lnTo>
                <a:lnTo>
                  <a:pt x="486" y="487"/>
                </a:lnTo>
                <a:lnTo>
                  <a:pt x="490" y="493"/>
                </a:lnTo>
                <a:lnTo>
                  <a:pt x="497" y="498"/>
                </a:lnTo>
                <a:lnTo>
                  <a:pt x="505" y="500"/>
                </a:lnTo>
                <a:lnTo>
                  <a:pt x="512" y="501"/>
                </a:lnTo>
                <a:lnTo>
                  <a:pt x="535" y="498"/>
                </a:lnTo>
                <a:lnTo>
                  <a:pt x="552" y="496"/>
                </a:lnTo>
                <a:lnTo>
                  <a:pt x="554" y="515"/>
                </a:lnTo>
                <a:lnTo>
                  <a:pt x="546" y="532"/>
                </a:lnTo>
                <a:lnTo>
                  <a:pt x="517" y="579"/>
                </a:lnTo>
                <a:lnTo>
                  <a:pt x="502" y="606"/>
                </a:lnTo>
                <a:lnTo>
                  <a:pt x="483" y="639"/>
                </a:lnTo>
                <a:lnTo>
                  <a:pt x="452" y="686"/>
                </a:lnTo>
                <a:lnTo>
                  <a:pt x="442" y="726"/>
                </a:lnTo>
                <a:lnTo>
                  <a:pt x="387" y="777"/>
                </a:lnTo>
                <a:lnTo>
                  <a:pt x="342" y="815"/>
                </a:lnTo>
                <a:lnTo>
                  <a:pt x="336" y="834"/>
                </a:lnTo>
                <a:lnTo>
                  <a:pt x="323" y="873"/>
                </a:lnTo>
                <a:lnTo>
                  <a:pt x="315" y="907"/>
                </a:lnTo>
                <a:lnTo>
                  <a:pt x="306" y="943"/>
                </a:lnTo>
                <a:lnTo>
                  <a:pt x="287" y="1007"/>
                </a:lnTo>
                <a:lnTo>
                  <a:pt x="269" y="1051"/>
                </a:lnTo>
                <a:lnTo>
                  <a:pt x="236" y="1116"/>
                </a:lnTo>
                <a:lnTo>
                  <a:pt x="225" y="1127"/>
                </a:lnTo>
                <a:lnTo>
                  <a:pt x="212" y="1137"/>
                </a:lnTo>
                <a:lnTo>
                  <a:pt x="201" y="1145"/>
                </a:lnTo>
                <a:lnTo>
                  <a:pt x="192" y="1150"/>
                </a:lnTo>
                <a:lnTo>
                  <a:pt x="169" y="1154"/>
                </a:lnTo>
                <a:lnTo>
                  <a:pt x="157" y="1155"/>
                </a:lnTo>
                <a:lnTo>
                  <a:pt x="134" y="1162"/>
                </a:lnTo>
                <a:lnTo>
                  <a:pt x="106" y="1170"/>
                </a:lnTo>
                <a:lnTo>
                  <a:pt x="83" y="1179"/>
                </a:lnTo>
                <a:lnTo>
                  <a:pt x="62" y="1191"/>
                </a:lnTo>
                <a:lnTo>
                  <a:pt x="40" y="1204"/>
                </a:lnTo>
                <a:lnTo>
                  <a:pt x="25" y="1213"/>
                </a:lnTo>
                <a:lnTo>
                  <a:pt x="10" y="1224"/>
                </a:lnTo>
                <a:lnTo>
                  <a:pt x="4" y="1230"/>
                </a:lnTo>
                <a:lnTo>
                  <a:pt x="0" y="1241"/>
                </a:lnTo>
                <a:lnTo>
                  <a:pt x="1" y="1247"/>
                </a:lnTo>
                <a:lnTo>
                  <a:pt x="1" y="1256"/>
                </a:lnTo>
                <a:lnTo>
                  <a:pt x="8" y="1257"/>
                </a:lnTo>
                <a:lnTo>
                  <a:pt x="23" y="1259"/>
                </a:lnTo>
                <a:lnTo>
                  <a:pt x="64" y="1266"/>
                </a:lnTo>
                <a:lnTo>
                  <a:pt x="123" y="1261"/>
                </a:lnTo>
                <a:lnTo>
                  <a:pt x="222" y="1266"/>
                </a:lnTo>
                <a:lnTo>
                  <a:pt x="312" y="1266"/>
                </a:lnTo>
                <a:lnTo>
                  <a:pt x="334" y="1264"/>
                </a:lnTo>
                <a:lnTo>
                  <a:pt x="343" y="1262"/>
                </a:lnTo>
                <a:lnTo>
                  <a:pt x="349" y="1261"/>
                </a:lnTo>
                <a:lnTo>
                  <a:pt x="352" y="1243"/>
                </a:lnTo>
                <a:lnTo>
                  <a:pt x="357" y="1186"/>
                </a:lnTo>
                <a:lnTo>
                  <a:pt x="368" y="1066"/>
                </a:lnTo>
                <a:lnTo>
                  <a:pt x="372" y="1013"/>
                </a:lnTo>
                <a:lnTo>
                  <a:pt x="382" y="968"/>
                </a:lnTo>
                <a:lnTo>
                  <a:pt x="390" y="950"/>
                </a:lnTo>
                <a:lnTo>
                  <a:pt x="400" y="941"/>
                </a:lnTo>
                <a:lnTo>
                  <a:pt x="413" y="937"/>
                </a:lnTo>
                <a:lnTo>
                  <a:pt x="432" y="932"/>
                </a:lnTo>
                <a:lnTo>
                  <a:pt x="450" y="928"/>
                </a:lnTo>
                <a:lnTo>
                  <a:pt x="477" y="926"/>
                </a:lnTo>
                <a:lnTo>
                  <a:pt x="513" y="925"/>
                </a:lnTo>
                <a:lnTo>
                  <a:pt x="579" y="929"/>
                </a:lnTo>
                <a:lnTo>
                  <a:pt x="638" y="932"/>
                </a:lnTo>
                <a:lnTo>
                  <a:pt x="654" y="933"/>
                </a:lnTo>
                <a:lnTo>
                  <a:pt x="665" y="932"/>
                </a:lnTo>
                <a:lnTo>
                  <a:pt x="677" y="930"/>
                </a:lnTo>
                <a:lnTo>
                  <a:pt x="686" y="926"/>
                </a:lnTo>
                <a:lnTo>
                  <a:pt x="693" y="923"/>
                </a:lnTo>
                <a:lnTo>
                  <a:pt x="699" y="918"/>
                </a:lnTo>
                <a:lnTo>
                  <a:pt x="704" y="911"/>
                </a:lnTo>
                <a:lnTo>
                  <a:pt x="708" y="902"/>
                </a:lnTo>
                <a:lnTo>
                  <a:pt x="714" y="891"/>
                </a:lnTo>
                <a:lnTo>
                  <a:pt x="719" y="879"/>
                </a:lnTo>
                <a:lnTo>
                  <a:pt x="732" y="853"/>
                </a:lnTo>
                <a:lnTo>
                  <a:pt x="742" y="827"/>
                </a:lnTo>
                <a:lnTo>
                  <a:pt x="754" y="801"/>
                </a:lnTo>
                <a:lnTo>
                  <a:pt x="766" y="778"/>
                </a:lnTo>
                <a:lnTo>
                  <a:pt x="782" y="750"/>
                </a:lnTo>
                <a:lnTo>
                  <a:pt x="793" y="734"/>
                </a:lnTo>
                <a:lnTo>
                  <a:pt x="801" y="720"/>
                </a:lnTo>
                <a:lnTo>
                  <a:pt x="805" y="712"/>
                </a:lnTo>
                <a:lnTo>
                  <a:pt x="807" y="698"/>
                </a:lnTo>
                <a:lnTo>
                  <a:pt x="810" y="659"/>
                </a:lnTo>
                <a:lnTo>
                  <a:pt x="816" y="562"/>
                </a:lnTo>
                <a:lnTo>
                  <a:pt x="821" y="518"/>
                </a:lnTo>
                <a:lnTo>
                  <a:pt x="813" y="479"/>
                </a:lnTo>
                <a:lnTo>
                  <a:pt x="810" y="439"/>
                </a:lnTo>
                <a:lnTo>
                  <a:pt x="840" y="377"/>
                </a:lnTo>
                <a:lnTo>
                  <a:pt x="849" y="347"/>
                </a:lnTo>
                <a:lnTo>
                  <a:pt x="858" y="320"/>
                </a:lnTo>
                <a:lnTo>
                  <a:pt x="865" y="297"/>
                </a:lnTo>
                <a:lnTo>
                  <a:pt x="879" y="275"/>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698" name="Google Shape;1698;p73"/>
          <p:cNvGrpSpPr/>
          <p:nvPr/>
        </p:nvGrpSpPr>
        <p:grpSpPr>
          <a:xfrm>
            <a:off x="6621463" y="2444354"/>
            <a:ext cx="444500" cy="722709"/>
            <a:chOff x="4174" y="2061"/>
            <a:chExt cx="280" cy="607"/>
          </a:xfrm>
        </p:grpSpPr>
        <p:grpSp>
          <p:nvGrpSpPr>
            <p:cNvPr id="1699" name="Google Shape;1699;p73"/>
            <p:cNvGrpSpPr/>
            <p:nvPr/>
          </p:nvGrpSpPr>
          <p:grpSpPr>
            <a:xfrm>
              <a:off x="4341" y="2061"/>
              <a:ext cx="60" cy="116"/>
              <a:chOff x="4341" y="2061"/>
              <a:chExt cx="60" cy="116"/>
            </a:xfrm>
          </p:grpSpPr>
          <p:sp>
            <p:nvSpPr>
              <p:cNvPr id="1700" name="Google Shape;1700;p73"/>
              <p:cNvSpPr/>
              <p:nvPr/>
            </p:nvSpPr>
            <p:spPr>
              <a:xfrm>
                <a:off x="4341" y="2099"/>
                <a:ext cx="8" cy="78"/>
              </a:xfrm>
              <a:prstGeom prst="ellipse">
                <a:avLst/>
              </a:prstGeom>
              <a:solidFill>
                <a:schemeClr val="accent1"/>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01" name="Google Shape;1701;p73"/>
              <p:cNvSpPr/>
              <p:nvPr/>
            </p:nvSpPr>
            <p:spPr>
              <a:xfrm>
                <a:off x="4367" y="2061"/>
                <a:ext cx="34" cy="54"/>
              </a:xfrm>
              <a:custGeom>
                <a:rect b="b" l="l" r="r" t="t"/>
                <a:pathLst>
                  <a:path extrusionOk="0" h="54" w="34">
                    <a:moveTo>
                      <a:pt x="0" y="0"/>
                    </a:moveTo>
                    <a:lnTo>
                      <a:pt x="9" y="1"/>
                    </a:lnTo>
                    <a:lnTo>
                      <a:pt x="16" y="4"/>
                    </a:lnTo>
                    <a:lnTo>
                      <a:pt x="22" y="8"/>
                    </a:lnTo>
                    <a:lnTo>
                      <a:pt x="26" y="13"/>
                    </a:lnTo>
                    <a:lnTo>
                      <a:pt x="29" y="23"/>
                    </a:lnTo>
                    <a:lnTo>
                      <a:pt x="32" y="35"/>
                    </a:lnTo>
                    <a:lnTo>
                      <a:pt x="33" y="43"/>
                    </a:lnTo>
                    <a:lnTo>
                      <a:pt x="31" y="53"/>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02" name="Google Shape;1702;p73"/>
            <p:cNvGrpSpPr/>
            <p:nvPr/>
          </p:nvGrpSpPr>
          <p:grpSpPr>
            <a:xfrm>
              <a:off x="4174" y="2312"/>
              <a:ext cx="280" cy="356"/>
              <a:chOff x="4174" y="2312"/>
              <a:chExt cx="280" cy="356"/>
            </a:xfrm>
          </p:grpSpPr>
          <p:sp>
            <p:nvSpPr>
              <p:cNvPr id="1703" name="Google Shape;1703;p73"/>
              <p:cNvSpPr/>
              <p:nvPr/>
            </p:nvSpPr>
            <p:spPr>
              <a:xfrm>
                <a:off x="4174" y="2514"/>
                <a:ext cx="280" cy="154"/>
              </a:xfrm>
              <a:custGeom>
                <a:rect b="b" l="l" r="r" t="t"/>
                <a:pathLst>
                  <a:path extrusionOk="0" h="154" w="280">
                    <a:moveTo>
                      <a:pt x="279" y="0"/>
                    </a:moveTo>
                    <a:lnTo>
                      <a:pt x="266" y="16"/>
                    </a:lnTo>
                    <a:lnTo>
                      <a:pt x="242" y="42"/>
                    </a:lnTo>
                    <a:lnTo>
                      <a:pt x="216" y="70"/>
                    </a:lnTo>
                    <a:lnTo>
                      <a:pt x="191" y="96"/>
                    </a:lnTo>
                    <a:lnTo>
                      <a:pt x="171" y="115"/>
                    </a:lnTo>
                    <a:lnTo>
                      <a:pt x="154" y="129"/>
                    </a:lnTo>
                    <a:lnTo>
                      <a:pt x="143" y="136"/>
                    </a:lnTo>
                    <a:lnTo>
                      <a:pt x="130" y="142"/>
                    </a:lnTo>
                    <a:lnTo>
                      <a:pt x="114" y="147"/>
                    </a:lnTo>
                    <a:lnTo>
                      <a:pt x="94" y="150"/>
                    </a:lnTo>
                    <a:lnTo>
                      <a:pt x="77" y="153"/>
                    </a:lnTo>
                    <a:lnTo>
                      <a:pt x="64" y="152"/>
                    </a:lnTo>
                    <a:lnTo>
                      <a:pt x="51" y="147"/>
                    </a:lnTo>
                    <a:lnTo>
                      <a:pt x="39" y="142"/>
                    </a:lnTo>
                    <a:lnTo>
                      <a:pt x="28" y="139"/>
                    </a:lnTo>
                    <a:lnTo>
                      <a:pt x="15" y="136"/>
                    </a:lnTo>
                    <a:lnTo>
                      <a:pt x="0" y="134"/>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04" name="Google Shape;1704;p73"/>
              <p:cNvSpPr/>
              <p:nvPr/>
            </p:nvSpPr>
            <p:spPr>
              <a:xfrm>
                <a:off x="4252" y="2312"/>
                <a:ext cx="163" cy="262"/>
              </a:xfrm>
              <a:custGeom>
                <a:rect b="b" l="l" r="r" t="t"/>
                <a:pathLst>
                  <a:path extrusionOk="0" h="262" w="163">
                    <a:moveTo>
                      <a:pt x="0" y="98"/>
                    </a:moveTo>
                    <a:lnTo>
                      <a:pt x="6" y="80"/>
                    </a:lnTo>
                    <a:lnTo>
                      <a:pt x="8" y="65"/>
                    </a:lnTo>
                    <a:lnTo>
                      <a:pt x="10" y="46"/>
                    </a:lnTo>
                    <a:lnTo>
                      <a:pt x="8" y="34"/>
                    </a:lnTo>
                    <a:lnTo>
                      <a:pt x="5" y="25"/>
                    </a:lnTo>
                    <a:lnTo>
                      <a:pt x="7" y="13"/>
                    </a:lnTo>
                    <a:lnTo>
                      <a:pt x="10" y="3"/>
                    </a:lnTo>
                    <a:lnTo>
                      <a:pt x="13" y="2"/>
                    </a:lnTo>
                    <a:lnTo>
                      <a:pt x="16" y="3"/>
                    </a:lnTo>
                    <a:lnTo>
                      <a:pt x="23" y="13"/>
                    </a:lnTo>
                    <a:lnTo>
                      <a:pt x="32" y="21"/>
                    </a:lnTo>
                    <a:lnTo>
                      <a:pt x="44" y="21"/>
                    </a:lnTo>
                    <a:lnTo>
                      <a:pt x="50" y="10"/>
                    </a:lnTo>
                    <a:lnTo>
                      <a:pt x="55" y="4"/>
                    </a:lnTo>
                    <a:lnTo>
                      <a:pt x="65" y="2"/>
                    </a:lnTo>
                    <a:lnTo>
                      <a:pt x="75" y="0"/>
                    </a:lnTo>
                    <a:lnTo>
                      <a:pt x="80" y="10"/>
                    </a:lnTo>
                    <a:lnTo>
                      <a:pt x="84" y="20"/>
                    </a:lnTo>
                    <a:lnTo>
                      <a:pt x="100" y="20"/>
                    </a:lnTo>
                    <a:lnTo>
                      <a:pt x="104" y="16"/>
                    </a:lnTo>
                    <a:lnTo>
                      <a:pt x="109" y="10"/>
                    </a:lnTo>
                    <a:lnTo>
                      <a:pt x="115" y="7"/>
                    </a:lnTo>
                    <a:lnTo>
                      <a:pt x="119" y="8"/>
                    </a:lnTo>
                    <a:lnTo>
                      <a:pt x="125" y="11"/>
                    </a:lnTo>
                    <a:lnTo>
                      <a:pt x="128" y="16"/>
                    </a:lnTo>
                    <a:lnTo>
                      <a:pt x="128" y="45"/>
                    </a:lnTo>
                    <a:lnTo>
                      <a:pt x="137" y="43"/>
                    </a:lnTo>
                    <a:lnTo>
                      <a:pt x="148" y="39"/>
                    </a:lnTo>
                    <a:lnTo>
                      <a:pt x="157" y="41"/>
                    </a:lnTo>
                    <a:lnTo>
                      <a:pt x="158" y="44"/>
                    </a:lnTo>
                    <a:lnTo>
                      <a:pt x="158" y="49"/>
                    </a:lnTo>
                    <a:lnTo>
                      <a:pt x="155" y="63"/>
                    </a:lnTo>
                    <a:lnTo>
                      <a:pt x="150" y="78"/>
                    </a:lnTo>
                    <a:lnTo>
                      <a:pt x="148" y="86"/>
                    </a:lnTo>
                    <a:lnTo>
                      <a:pt x="162" y="143"/>
                    </a:lnTo>
                    <a:lnTo>
                      <a:pt x="155" y="148"/>
                    </a:lnTo>
                    <a:lnTo>
                      <a:pt x="141" y="157"/>
                    </a:lnTo>
                    <a:lnTo>
                      <a:pt x="101" y="180"/>
                    </a:lnTo>
                    <a:lnTo>
                      <a:pt x="85" y="180"/>
                    </a:lnTo>
                    <a:lnTo>
                      <a:pt x="64" y="200"/>
                    </a:lnTo>
                    <a:lnTo>
                      <a:pt x="9" y="261"/>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705" name="Google Shape;1705;p73"/>
          <p:cNvSpPr/>
          <p:nvPr/>
        </p:nvSpPr>
        <p:spPr>
          <a:xfrm>
            <a:off x="3840163" y="1950244"/>
            <a:ext cx="2646363" cy="808434"/>
          </a:xfrm>
          <a:custGeom>
            <a:rect b="b" l="l" r="r" t="t"/>
            <a:pathLst>
              <a:path extrusionOk="0" h="679" w="1667">
                <a:moveTo>
                  <a:pt x="1666" y="116"/>
                </a:moveTo>
                <a:lnTo>
                  <a:pt x="1586" y="68"/>
                </a:lnTo>
                <a:lnTo>
                  <a:pt x="1551" y="56"/>
                </a:lnTo>
                <a:lnTo>
                  <a:pt x="1510" y="43"/>
                </a:lnTo>
                <a:lnTo>
                  <a:pt x="1475" y="33"/>
                </a:lnTo>
                <a:lnTo>
                  <a:pt x="1432" y="24"/>
                </a:lnTo>
                <a:lnTo>
                  <a:pt x="1388" y="16"/>
                </a:lnTo>
                <a:lnTo>
                  <a:pt x="1337" y="9"/>
                </a:lnTo>
                <a:lnTo>
                  <a:pt x="1299" y="5"/>
                </a:lnTo>
                <a:lnTo>
                  <a:pt x="1257" y="1"/>
                </a:lnTo>
                <a:lnTo>
                  <a:pt x="1197" y="0"/>
                </a:lnTo>
                <a:lnTo>
                  <a:pt x="1144" y="1"/>
                </a:lnTo>
                <a:lnTo>
                  <a:pt x="1081" y="4"/>
                </a:lnTo>
                <a:lnTo>
                  <a:pt x="996" y="8"/>
                </a:lnTo>
                <a:lnTo>
                  <a:pt x="928" y="14"/>
                </a:lnTo>
                <a:lnTo>
                  <a:pt x="873" y="22"/>
                </a:lnTo>
                <a:lnTo>
                  <a:pt x="793" y="34"/>
                </a:lnTo>
                <a:lnTo>
                  <a:pt x="732" y="46"/>
                </a:lnTo>
                <a:lnTo>
                  <a:pt x="673" y="60"/>
                </a:lnTo>
                <a:lnTo>
                  <a:pt x="612" y="75"/>
                </a:lnTo>
                <a:lnTo>
                  <a:pt x="552" y="94"/>
                </a:lnTo>
                <a:lnTo>
                  <a:pt x="499" y="113"/>
                </a:lnTo>
                <a:lnTo>
                  <a:pt x="447" y="135"/>
                </a:lnTo>
                <a:lnTo>
                  <a:pt x="399" y="161"/>
                </a:lnTo>
                <a:lnTo>
                  <a:pt x="352" y="186"/>
                </a:lnTo>
                <a:lnTo>
                  <a:pt x="306" y="216"/>
                </a:lnTo>
                <a:lnTo>
                  <a:pt x="264" y="251"/>
                </a:lnTo>
                <a:lnTo>
                  <a:pt x="233" y="281"/>
                </a:lnTo>
                <a:lnTo>
                  <a:pt x="201" y="318"/>
                </a:lnTo>
                <a:lnTo>
                  <a:pt x="176" y="346"/>
                </a:lnTo>
                <a:lnTo>
                  <a:pt x="146" y="384"/>
                </a:lnTo>
                <a:lnTo>
                  <a:pt x="0" y="276"/>
                </a:lnTo>
                <a:lnTo>
                  <a:pt x="13" y="310"/>
                </a:lnTo>
                <a:lnTo>
                  <a:pt x="25" y="339"/>
                </a:lnTo>
                <a:lnTo>
                  <a:pt x="32" y="370"/>
                </a:lnTo>
                <a:lnTo>
                  <a:pt x="40" y="406"/>
                </a:lnTo>
                <a:lnTo>
                  <a:pt x="43" y="441"/>
                </a:lnTo>
                <a:lnTo>
                  <a:pt x="47" y="470"/>
                </a:lnTo>
                <a:lnTo>
                  <a:pt x="45" y="505"/>
                </a:lnTo>
                <a:lnTo>
                  <a:pt x="45" y="538"/>
                </a:lnTo>
                <a:lnTo>
                  <a:pt x="38" y="581"/>
                </a:lnTo>
                <a:lnTo>
                  <a:pt x="33" y="619"/>
                </a:lnTo>
                <a:lnTo>
                  <a:pt x="27" y="645"/>
                </a:lnTo>
                <a:lnTo>
                  <a:pt x="20" y="678"/>
                </a:lnTo>
                <a:lnTo>
                  <a:pt x="57" y="661"/>
                </a:lnTo>
                <a:lnTo>
                  <a:pt x="91" y="645"/>
                </a:lnTo>
                <a:lnTo>
                  <a:pt x="136" y="630"/>
                </a:lnTo>
                <a:lnTo>
                  <a:pt x="176" y="618"/>
                </a:lnTo>
                <a:lnTo>
                  <a:pt x="203" y="611"/>
                </a:lnTo>
                <a:lnTo>
                  <a:pt x="228" y="607"/>
                </a:lnTo>
                <a:lnTo>
                  <a:pt x="268" y="602"/>
                </a:lnTo>
                <a:lnTo>
                  <a:pt x="306" y="599"/>
                </a:lnTo>
                <a:lnTo>
                  <a:pt x="339" y="598"/>
                </a:lnTo>
                <a:lnTo>
                  <a:pt x="379" y="601"/>
                </a:lnTo>
                <a:lnTo>
                  <a:pt x="422" y="602"/>
                </a:lnTo>
                <a:lnTo>
                  <a:pt x="482" y="610"/>
                </a:lnTo>
                <a:lnTo>
                  <a:pt x="304" y="495"/>
                </a:lnTo>
                <a:lnTo>
                  <a:pt x="344" y="457"/>
                </a:lnTo>
                <a:lnTo>
                  <a:pt x="391" y="414"/>
                </a:lnTo>
                <a:lnTo>
                  <a:pt x="432" y="380"/>
                </a:lnTo>
                <a:lnTo>
                  <a:pt x="486" y="336"/>
                </a:lnTo>
                <a:lnTo>
                  <a:pt x="522" y="314"/>
                </a:lnTo>
                <a:lnTo>
                  <a:pt x="554" y="291"/>
                </a:lnTo>
                <a:lnTo>
                  <a:pt x="602" y="260"/>
                </a:lnTo>
                <a:lnTo>
                  <a:pt x="650" y="233"/>
                </a:lnTo>
                <a:lnTo>
                  <a:pt x="707" y="207"/>
                </a:lnTo>
                <a:lnTo>
                  <a:pt x="757" y="187"/>
                </a:lnTo>
                <a:lnTo>
                  <a:pt x="810" y="168"/>
                </a:lnTo>
                <a:lnTo>
                  <a:pt x="866" y="147"/>
                </a:lnTo>
                <a:lnTo>
                  <a:pt x="909" y="135"/>
                </a:lnTo>
                <a:lnTo>
                  <a:pt x="969" y="122"/>
                </a:lnTo>
                <a:lnTo>
                  <a:pt x="1033" y="110"/>
                </a:lnTo>
                <a:lnTo>
                  <a:pt x="1089" y="99"/>
                </a:lnTo>
                <a:lnTo>
                  <a:pt x="1151" y="90"/>
                </a:lnTo>
                <a:lnTo>
                  <a:pt x="1222" y="81"/>
                </a:lnTo>
                <a:lnTo>
                  <a:pt x="1294" y="72"/>
                </a:lnTo>
                <a:lnTo>
                  <a:pt x="1358" y="71"/>
                </a:lnTo>
                <a:lnTo>
                  <a:pt x="1403" y="68"/>
                </a:lnTo>
                <a:lnTo>
                  <a:pt x="1450" y="69"/>
                </a:lnTo>
                <a:lnTo>
                  <a:pt x="1488" y="73"/>
                </a:lnTo>
                <a:lnTo>
                  <a:pt x="1523" y="77"/>
                </a:lnTo>
                <a:lnTo>
                  <a:pt x="1556" y="86"/>
                </a:lnTo>
                <a:lnTo>
                  <a:pt x="1666" y="116"/>
                </a:ln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06" name="Google Shape;1706;p73"/>
          <p:cNvSpPr/>
          <p:nvPr/>
        </p:nvSpPr>
        <p:spPr>
          <a:xfrm>
            <a:off x="3929063" y="3065860"/>
            <a:ext cx="2392363" cy="167878"/>
          </a:xfrm>
          <a:custGeom>
            <a:rect b="b" l="l" r="r" t="t"/>
            <a:pathLst>
              <a:path extrusionOk="0" h="141" w="1507">
                <a:moveTo>
                  <a:pt x="1128" y="140"/>
                </a:moveTo>
                <a:lnTo>
                  <a:pt x="1506" y="84"/>
                </a:lnTo>
                <a:lnTo>
                  <a:pt x="1128" y="28"/>
                </a:lnTo>
                <a:lnTo>
                  <a:pt x="1128" y="56"/>
                </a:lnTo>
                <a:lnTo>
                  <a:pt x="378" y="56"/>
                </a:lnTo>
                <a:lnTo>
                  <a:pt x="323" y="52"/>
                </a:lnTo>
                <a:lnTo>
                  <a:pt x="284" y="44"/>
                </a:lnTo>
                <a:lnTo>
                  <a:pt x="259" y="34"/>
                </a:lnTo>
                <a:lnTo>
                  <a:pt x="251" y="18"/>
                </a:lnTo>
                <a:lnTo>
                  <a:pt x="251" y="0"/>
                </a:lnTo>
                <a:lnTo>
                  <a:pt x="0" y="0"/>
                </a:lnTo>
                <a:lnTo>
                  <a:pt x="3" y="27"/>
                </a:lnTo>
                <a:lnTo>
                  <a:pt x="11" y="39"/>
                </a:lnTo>
                <a:lnTo>
                  <a:pt x="22" y="52"/>
                </a:lnTo>
                <a:lnTo>
                  <a:pt x="36" y="61"/>
                </a:lnTo>
                <a:lnTo>
                  <a:pt x="58" y="71"/>
                </a:lnTo>
                <a:lnTo>
                  <a:pt x="83" y="79"/>
                </a:lnTo>
                <a:lnTo>
                  <a:pt x="121" y="89"/>
                </a:lnTo>
                <a:lnTo>
                  <a:pt x="163" y="97"/>
                </a:lnTo>
                <a:lnTo>
                  <a:pt x="207" y="103"/>
                </a:lnTo>
                <a:lnTo>
                  <a:pt x="257" y="108"/>
                </a:lnTo>
                <a:lnTo>
                  <a:pt x="320" y="112"/>
                </a:lnTo>
                <a:lnTo>
                  <a:pt x="378" y="112"/>
                </a:lnTo>
                <a:lnTo>
                  <a:pt x="1128" y="112"/>
                </a:lnTo>
                <a:lnTo>
                  <a:pt x="1128" y="140"/>
                </a:ln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07" name="Google Shape;1707;p73"/>
          <p:cNvSpPr/>
          <p:nvPr/>
        </p:nvSpPr>
        <p:spPr>
          <a:xfrm>
            <a:off x="2136775" y="2811066"/>
            <a:ext cx="866775" cy="272653"/>
          </a:xfrm>
          <a:custGeom>
            <a:rect b="b" l="l" r="r" t="t"/>
            <a:pathLst>
              <a:path extrusionOk="0" h="229" w="546">
                <a:moveTo>
                  <a:pt x="136" y="228"/>
                </a:moveTo>
                <a:lnTo>
                  <a:pt x="0" y="137"/>
                </a:lnTo>
                <a:lnTo>
                  <a:pt x="136" y="46"/>
                </a:lnTo>
                <a:lnTo>
                  <a:pt x="136" y="91"/>
                </a:lnTo>
                <a:lnTo>
                  <a:pt x="409" y="91"/>
                </a:lnTo>
                <a:lnTo>
                  <a:pt x="429" y="85"/>
                </a:lnTo>
                <a:lnTo>
                  <a:pt x="443" y="72"/>
                </a:lnTo>
                <a:lnTo>
                  <a:pt x="452" y="55"/>
                </a:lnTo>
                <a:lnTo>
                  <a:pt x="454" y="29"/>
                </a:lnTo>
                <a:lnTo>
                  <a:pt x="454" y="0"/>
                </a:lnTo>
                <a:lnTo>
                  <a:pt x="545" y="0"/>
                </a:lnTo>
                <a:lnTo>
                  <a:pt x="545" y="44"/>
                </a:lnTo>
                <a:lnTo>
                  <a:pt x="542" y="64"/>
                </a:lnTo>
                <a:lnTo>
                  <a:pt x="538" y="85"/>
                </a:lnTo>
                <a:lnTo>
                  <a:pt x="532" y="100"/>
                </a:lnTo>
                <a:lnTo>
                  <a:pt x="524" y="116"/>
                </a:lnTo>
                <a:lnTo>
                  <a:pt x="516" y="129"/>
                </a:lnTo>
                <a:lnTo>
                  <a:pt x="502" y="145"/>
                </a:lnTo>
                <a:lnTo>
                  <a:pt x="487" y="158"/>
                </a:lnTo>
                <a:lnTo>
                  <a:pt x="471" y="167"/>
                </a:lnTo>
                <a:lnTo>
                  <a:pt x="453" y="176"/>
                </a:lnTo>
                <a:lnTo>
                  <a:pt x="430" y="181"/>
                </a:lnTo>
                <a:lnTo>
                  <a:pt x="409" y="182"/>
                </a:lnTo>
                <a:lnTo>
                  <a:pt x="136" y="182"/>
                </a:lnTo>
                <a:lnTo>
                  <a:pt x="136" y="228"/>
                </a:lnTo>
              </a:path>
            </a:pathLst>
          </a:custGeom>
          <a:solidFill>
            <a:srgbClr val="F39F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08" name="Google Shape;1708;p73"/>
          <p:cNvSpPr/>
          <p:nvPr/>
        </p:nvSpPr>
        <p:spPr>
          <a:xfrm>
            <a:off x="5899150" y="3773091"/>
            <a:ext cx="15495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designer</a:t>
            </a:r>
            <a:endParaRPr b="0" i="0" sz="1400" u="none" cap="none" strike="noStrike">
              <a:solidFill>
                <a:srgbClr val="000000"/>
              </a:solidFill>
              <a:latin typeface="Arial"/>
              <a:ea typeface="Arial"/>
              <a:cs typeface="Arial"/>
              <a:sym typeface="Arial"/>
            </a:endParaRPr>
          </a:p>
        </p:txBody>
      </p:sp>
      <p:sp>
        <p:nvSpPr>
          <p:cNvPr id="1709" name="Google Shape;1709;p73"/>
          <p:cNvSpPr/>
          <p:nvPr/>
        </p:nvSpPr>
        <p:spPr>
          <a:xfrm>
            <a:off x="1522413" y="3757613"/>
            <a:ext cx="8748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p:txBody>
      </p:sp>
      <p:sp>
        <p:nvSpPr>
          <p:cNvPr id="1710" name="Google Shape;1710;p73"/>
          <p:cNvSpPr/>
          <p:nvPr/>
        </p:nvSpPr>
        <p:spPr>
          <a:xfrm>
            <a:off x="2487613" y="3767138"/>
            <a:ext cx="16668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computer</a:t>
            </a:r>
            <a:endParaRPr b="0" i="0" sz="1400" u="none" cap="none" strike="noStrike">
              <a:solidFill>
                <a:srgbClr val="000000"/>
              </a:solidFill>
              <a:latin typeface="Arial"/>
              <a:ea typeface="Arial"/>
              <a:cs typeface="Arial"/>
              <a:sym typeface="Arial"/>
            </a:endParaRPr>
          </a:p>
        </p:txBody>
      </p:sp>
      <p:grpSp>
        <p:nvGrpSpPr>
          <p:cNvPr id="1711" name="Google Shape;1711;p73"/>
          <p:cNvGrpSpPr/>
          <p:nvPr/>
        </p:nvGrpSpPr>
        <p:grpSpPr>
          <a:xfrm>
            <a:off x="2232025" y="3042047"/>
            <a:ext cx="1189038" cy="747713"/>
            <a:chOff x="1406" y="2555"/>
            <a:chExt cx="749" cy="628"/>
          </a:xfrm>
        </p:grpSpPr>
        <p:sp>
          <p:nvSpPr>
            <p:cNvPr id="1712" name="Google Shape;1712;p73"/>
            <p:cNvSpPr/>
            <p:nvPr/>
          </p:nvSpPr>
          <p:spPr>
            <a:xfrm>
              <a:off x="1406" y="2560"/>
              <a:ext cx="749" cy="623"/>
            </a:xfrm>
            <a:custGeom>
              <a:rect b="b" l="l" r="r" t="t"/>
              <a:pathLst>
                <a:path extrusionOk="0" h="623" w="749">
                  <a:moveTo>
                    <a:pt x="748" y="621"/>
                  </a:moveTo>
                  <a:lnTo>
                    <a:pt x="748" y="299"/>
                  </a:lnTo>
                  <a:lnTo>
                    <a:pt x="737" y="43"/>
                  </a:lnTo>
                  <a:lnTo>
                    <a:pt x="358" y="0"/>
                  </a:lnTo>
                  <a:lnTo>
                    <a:pt x="13" y="38"/>
                  </a:lnTo>
                  <a:lnTo>
                    <a:pt x="11" y="129"/>
                  </a:lnTo>
                  <a:lnTo>
                    <a:pt x="0" y="618"/>
                  </a:lnTo>
                  <a:lnTo>
                    <a:pt x="78" y="618"/>
                  </a:lnTo>
                  <a:lnTo>
                    <a:pt x="78" y="175"/>
                  </a:lnTo>
                  <a:lnTo>
                    <a:pt x="226" y="165"/>
                  </a:lnTo>
                  <a:lnTo>
                    <a:pt x="679" y="165"/>
                  </a:lnTo>
                  <a:lnTo>
                    <a:pt x="685" y="622"/>
                  </a:lnTo>
                  <a:lnTo>
                    <a:pt x="748" y="621"/>
                  </a:lnTo>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13" name="Google Shape;1713;p73"/>
            <p:cNvSpPr/>
            <p:nvPr/>
          </p:nvSpPr>
          <p:spPr>
            <a:xfrm>
              <a:off x="1463" y="2555"/>
              <a:ext cx="293" cy="160"/>
            </a:xfrm>
            <a:custGeom>
              <a:rect b="b" l="l" r="r" t="t"/>
              <a:pathLst>
                <a:path extrusionOk="0" h="160" w="293">
                  <a:moveTo>
                    <a:pt x="55" y="31"/>
                  </a:moveTo>
                  <a:lnTo>
                    <a:pt x="93" y="25"/>
                  </a:lnTo>
                  <a:lnTo>
                    <a:pt x="130" y="0"/>
                  </a:lnTo>
                  <a:lnTo>
                    <a:pt x="167" y="37"/>
                  </a:lnTo>
                  <a:lnTo>
                    <a:pt x="285" y="110"/>
                  </a:lnTo>
                  <a:lnTo>
                    <a:pt x="292" y="137"/>
                  </a:lnTo>
                  <a:lnTo>
                    <a:pt x="225" y="159"/>
                  </a:lnTo>
                  <a:lnTo>
                    <a:pt x="0" y="49"/>
                  </a:lnTo>
                  <a:lnTo>
                    <a:pt x="55" y="31"/>
                  </a:lnTo>
                </a:path>
              </a:pathLst>
            </a:custGeom>
            <a:solidFill>
              <a:schemeClr va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14" name="Google Shape;1714;p73"/>
          <p:cNvGrpSpPr/>
          <p:nvPr/>
        </p:nvGrpSpPr>
        <p:grpSpPr>
          <a:xfrm>
            <a:off x="2608263" y="2375297"/>
            <a:ext cx="1111250" cy="1110853"/>
            <a:chOff x="1643" y="1995"/>
            <a:chExt cx="700" cy="933"/>
          </a:xfrm>
        </p:grpSpPr>
        <p:grpSp>
          <p:nvGrpSpPr>
            <p:cNvPr id="1715" name="Google Shape;1715;p73"/>
            <p:cNvGrpSpPr/>
            <p:nvPr/>
          </p:nvGrpSpPr>
          <p:grpSpPr>
            <a:xfrm>
              <a:off x="1643" y="1995"/>
              <a:ext cx="700" cy="712"/>
              <a:chOff x="1643" y="1995"/>
              <a:chExt cx="700" cy="712"/>
            </a:xfrm>
          </p:grpSpPr>
          <p:sp>
            <p:nvSpPr>
              <p:cNvPr id="1716" name="Google Shape;1716;p73"/>
              <p:cNvSpPr/>
              <p:nvPr/>
            </p:nvSpPr>
            <p:spPr>
              <a:xfrm>
                <a:off x="1643" y="1995"/>
                <a:ext cx="700" cy="712"/>
              </a:xfrm>
              <a:custGeom>
                <a:rect b="b" l="l" r="r" t="t"/>
                <a:pathLst>
                  <a:path extrusionOk="0" h="712" w="700">
                    <a:moveTo>
                      <a:pt x="131" y="145"/>
                    </a:moveTo>
                    <a:lnTo>
                      <a:pt x="148" y="96"/>
                    </a:lnTo>
                    <a:lnTo>
                      <a:pt x="159" y="64"/>
                    </a:lnTo>
                    <a:lnTo>
                      <a:pt x="163" y="55"/>
                    </a:lnTo>
                    <a:lnTo>
                      <a:pt x="169" y="47"/>
                    </a:lnTo>
                    <a:lnTo>
                      <a:pt x="173" y="44"/>
                    </a:lnTo>
                    <a:lnTo>
                      <a:pt x="180" y="41"/>
                    </a:lnTo>
                    <a:lnTo>
                      <a:pt x="268" y="24"/>
                    </a:lnTo>
                    <a:lnTo>
                      <a:pt x="363" y="7"/>
                    </a:lnTo>
                    <a:lnTo>
                      <a:pt x="449" y="0"/>
                    </a:lnTo>
                    <a:lnTo>
                      <a:pt x="498" y="0"/>
                    </a:lnTo>
                    <a:lnTo>
                      <a:pt x="599" y="6"/>
                    </a:lnTo>
                    <a:lnTo>
                      <a:pt x="673" y="9"/>
                    </a:lnTo>
                    <a:lnTo>
                      <a:pt x="684" y="11"/>
                    </a:lnTo>
                    <a:lnTo>
                      <a:pt x="691" y="14"/>
                    </a:lnTo>
                    <a:lnTo>
                      <a:pt x="695" y="17"/>
                    </a:lnTo>
                    <a:lnTo>
                      <a:pt x="699" y="22"/>
                    </a:lnTo>
                    <a:lnTo>
                      <a:pt x="699" y="29"/>
                    </a:lnTo>
                    <a:lnTo>
                      <a:pt x="695" y="48"/>
                    </a:lnTo>
                    <a:lnTo>
                      <a:pt x="681" y="112"/>
                    </a:lnTo>
                    <a:lnTo>
                      <a:pt x="670" y="160"/>
                    </a:lnTo>
                    <a:lnTo>
                      <a:pt x="646" y="267"/>
                    </a:lnTo>
                    <a:lnTo>
                      <a:pt x="631" y="333"/>
                    </a:lnTo>
                    <a:lnTo>
                      <a:pt x="589" y="489"/>
                    </a:lnTo>
                    <a:lnTo>
                      <a:pt x="549" y="613"/>
                    </a:lnTo>
                    <a:lnTo>
                      <a:pt x="541" y="637"/>
                    </a:lnTo>
                    <a:lnTo>
                      <a:pt x="537" y="650"/>
                    </a:lnTo>
                    <a:lnTo>
                      <a:pt x="533" y="663"/>
                    </a:lnTo>
                    <a:lnTo>
                      <a:pt x="529" y="671"/>
                    </a:lnTo>
                    <a:lnTo>
                      <a:pt x="521" y="679"/>
                    </a:lnTo>
                    <a:lnTo>
                      <a:pt x="514" y="682"/>
                    </a:lnTo>
                    <a:lnTo>
                      <a:pt x="502" y="686"/>
                    </a:lnTo>
                    <a:lnTo>
                      <a:pt x="478" y="688"/>
                    </a:lnTo>
                    <a:lnTo>
                      <a:pt x="438" y="688"/>
                    </a:lnTo>
                    <a:lnTo>
                      <a:pt x="404" y="692"/>
                    </a:lnTo>
                    <a:lnTo>
                      <a:pt x="360" y="699"/>
                    </a:lnTo>
                    <a:lnTo>
                      <a:pt x="315" y="706"/>
                    </a:lnTo>
                    <a:lnTo>
                      <a:pt x="284" y="711"/>
                    </a:lnTo>
                    <a:lnTo>
                      <a:pt x="245" y="711"/>
                    </a:lnTo>
                    <a:lnTo>
                      <a:pt x="237" y="706"/>
                    </a:lnTo>
                    <a:lnTo>
                      <a:pt x="22" y="565"/>
                    </a:lnTo>
                    <a:lnTo>
                      <a:pt x="11" y="556"/>
                    </a:lnTo>
                    <a:lnTo>
                      <a:pt x="4" y="546"/>
                    </a:lnTo>
                    <a:lnTo>
                      <a:pt x="0" y="535"/>
                    </a:lnTo>
                    <a:lnTo>
                      <a:pt x="0" y="522"/>
                    </a:lnTo>
                    <a:lnTo>
                      <a:pt x="4" y="511"/>
                    </a:lnTo>
                    <a:lnTo>
                      <a:pt x="65" y="335"/>
                    </a:lnTo>
                    <a:lnTo>
                      <a:pt x="104" y="225"/>
                    </a:lnTo>
                    <a:lnTo>
                      <a:pt x="131" y="145"/>
                    </a:lnTo>
                  </a:path>
                </a:pathLst>
              </a:custGeom>
              <a:solidFill>
                <a:srgbClr val="C0C0C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17" name="Google Shape;1717;p73"/>
              <p:cNvSpPr/>
              <p:nvPr/>
            </p:nvSpPr>
            <p:spPr>
              <a:xfrm>
                <a:off x="1680" y="2066"/>
                <a:ext cx="416" cy="541"/>
              </a:xfrm>
              <a:custGeom>
                <a:rect b="b" l="l" r="r" t="t"/>
                <a:pathLst>
                  <a:path extrusionOk="0" h="541" w="416">
                    <a:moveTo>
                      <a:pt x="95" y="161"/>
                    </a:moveTo>
                    <a:lnTo>
                      <a:pt x="125" y="83"/>
                    </a:lnTo>
                    <a:lnTo>
                      <a:pt x="151" y="14"/>
                    </a:lnTo>
                    <a:lnTo>
                      <a:pt x="155" y="11"/>
                    </a:lnTo>
                    <a:lnTo>
                      <a:pt x="160" y="10"/>
                    </a:lnTo>
                    <a:lnTo>
                      <a:pt x="169" y="9"/>
                    </a:lnTo>
                    <a:lnTo>
                      <a:pt x="288" y="1"/>
                    </a:lnTo>
                    <a:lnTo>
                      <a:pt x="403" y="0"/>
                    </a:lnTo>
                    <a:lnTo>
                      <a:pt x="410" y="1"/>
                    </a:lnTo>
                    <a:lnTo>
                      <a:pt x="412" y="3"/>
                    </a:lnTo>
                    <a:lnTo>
                      <a:pt x="415" y="10"/>
                    </a:lnTo>
                    <a:lnTo>
                      <a:pt x="406" y="59"/>
                    </a:lnTo>
                    <a:lnTo>
                      <a:pt x="388" y="101"/>
                    </a:lnTo>
                    <a:lnTo>
                      <a:pt x="357" y="179"/>
                    </a:lnTo>
                    <a:lnTo>
                      <a:pt x="298" y="312"/>
                    </a:lnTo>
                    <a:lnTo>
                      <a:pt x="247" y="428"/>
                    </a:lnTo>
                    <a:lnTo>
                      <a:pt x="234" y="472"/>
                    </a:lnTo>
                    <a:lnTo>
                      <a:pt x="226" y="501"/>
                    </a:lnTo>
                    <a:lnTo>
                      <a:pt x="218" y="518"/>
                    </a:lnTo>
                    <a:lnTo>
                      <a:pt x="210" y="530"/>
                    </a:lnTo>
                    <a:lnTo>
                      <a:pt x="205" y="536"/>
                    </a:lnTo>
                    <a:lnTo>
                      <a:pt x="200" y="539"/>
                    </a:lnTo>
                    <a:lnTo>
                      <a:pt x="193" y="540"/>
                    </a:lnTo>
                    <a:lnTo>
                      <a:pt x="186" y="538"/>
                    </a:lnTo>
                    <a:lnTo>
                      <a:pt x="175" y="532"/>
                    </a:lnTo>
                    <a:lnTo>
                      <a:pt x="162" y="523"/>
                    </a:lnTo>
                    <a:lnTo>
                      <a:pt x="150" y="512"/>
                    </a:lnTo>
                    <a:lnTo>
                      <a:pt x="136" y="501"/>
                    </a:lnTo>
                    <a:lnTo>
                      <a:pt x="123" y="492"/>
                    </a:lnTo>
                    <a:lnTo>
                      <a:pt x="6" y="444"/>
                    </a:lnTo>
                    <a:lnTo>
                      <a:pt x="2" y="441"/>
                    </a:lnTo>
                    <a:lnTo>
                      <a:pt x="0" y="436"/>
                    </a:lnTo>
                    <a:lnTo>
                      <a:pt x="1" y="430"/>
                    </a:lnTo>
                    <a:lnTo>
                      <a:pt x="3" y="424"/>
                    </a:lnTo>
                    <a:lnTo>
                      <a:pt x="95" y="161"/>
                    </a:lnTo>
                  </a:path>
                </a:pathLst>
              </a:custGeom>
              <a:solidFill>
                <a:srgbClr val="005F5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18" name="Google Shape;1718;p73"/>
            <p:cNvGrpSpPr/>
            <p:nvPr/>
          </p:nvGrpSpPr>
          <p:grpSpPr>
            <a:xfrm>
              <a:off x="2149" y="2625"/>
              <a:ext cx="108" cy="303"/>
              <a:chOff x="2149" y="2625"/>
              <a:chExt cx="108" cy="303"/>
            </a:xfrm>
          </p:grpSpPr>
          <p:sp>
            <p:nvSpPr>
              <p:cNvPr id="1719" name="Google Shape;1719;p73"/>
              <p:cNvSpPr/>
              <p:nvPr/>
            </p:nvSpPr>
            <p:spPr>
              <a:xfrm>
                <a:off x="2154" y="2632"/>
                <a:ext cx="103" cy="296"/>
              </a:xfrm>
              <a:custGeom>
                <a:rect b="b" l="l" r="r" t="t"/>
                <a:pathLst>
                  <a:path extrusionOk="0" h="296" w="103">
                    <a:moveTo>
                      <a:pt x="0" y="0"/>
                    </a:moveTo>
                    <a:lnTo>
                      <a:pt x="3" y="20"/>
                    </a:lnTo>
                    <a:lnTo>
                      <a:pt x="9" y="35"/>
                    </a:lnTo>
                    <a:lnTo>
                      <a:pt x="17" y="48"/>
                    </a:lnTo>
                    <a:lnTo>
                      <a:pt x="30" y="56"/>
                    </a:lnTo>
                    <a:lnTo>
                      <a:pt x="47" y="63"/>
                    </a:lnTo>
                    <a:lnTo>
                      <a:pt x="60" y="74"/>
                    </a:lnTo>
                    <a:lnTo>
                      <a:pt x="71" y="89"/>
                    </a:lnTo>
                    <a:lnTo>
                      <a:pt x="82" y="112"/>
                    </a:lnTo>
                    <a:lnTo>
                      <a:pt x="86" y="132"/>
                    </a:lnTo>
                    <a:lnTo>
                      <a:pt x="83" y="148"/>
                    </a:lnTo>
                    <a:lnTo>
                      <a:pt x="71" y="162"/>
                    </a:lnTo>
                    <a:lnTo>
                      <a:pt x="61" y="175"/>
                    </a:lnTo>
                    <a:lnTo>
                      <a:pt x="54" y="188"/>
                    </a:lnTo>
                    <a:lnTo>
                      <a:pt x="48" y="206"/>
                    </a:lnTo>
                    <a:lnTo>
                      <a:pt x="46" y="225"/>
                    </a:lnTo>
                    <a:lnTo>
                      <a:pt x="51" y="243"/>
                    </a:lnTo>
                    <a:lnTo>
                      <a:pt x="58" y="255"/>
                    </a:lnTo>
                    <a:lnTo>
                      <a:pt x="74" y="272"/>
                    </a:lnTo>
                    <a:lnTo>
                      <a:pt x="86" y="283"/>
                    </a:lnTo>
                    <a:lnTo>
                      <a:pt x="102" y="29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20" name="Google Shape;1720;p73"/>
              <p:cNvSpPr/>
              <p:nvPr/>
            </p:nvSpPr>
            <p:spPr>
              <a:xfrm>
                <a:off x="2149" y="2625"/>
                <a:ext cx="7" cy="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721" name="Google Shape;1721;p73"/>
          <p:cNvSpPr/>
          <p:nvPr/>
        </p:nvSpPr>
        <p:spPr>
          <a:xfrm>
            <a:off x="1422400" y="2888456"/>
            <a:ext cx="736600" cy="878681"/>
          </a:xfrm>
          <a:custGeom>
            <a:rect b="b" l="l" r="r" t="t"/>
            <a:pathLst>
              <a:path extrusionOk="0" h="738" w="464">
                <a:moveTo>
                  <a:pt x="463" y="347"/>
                </a:moveTo>
                <a:lnTo>
                  <a:pt x="332" y="273"/>
                </a:lnTo>
                <a:lnTo>
                  <a:pt x="186" y="14"/>
                </a:lnTo>
                <a:lnTo>
                  <a:pt x="180" y="10"/>
                </a:lnTo>
                <a:lnTo>
                  <a:pt x="170" y="5"/>
                </a:lnTo>
                <a:lnTo>
                  <a:pt x="158" y="2"/>
                </a:lnTo>
                <a:lnTo>
                  <a:pt x="143" y="0"/>
                </a:lnTo>
                <a:lnTo>
                  <a:pt x="128" y="2"/>
                </a:lnTo>
                <a:lnTo>
                  <a:pt x="115" y="7"/>
                </a:lnTo>
                <a:lnTo>
                  <a:pt x="99" y="14"/>
                </a:lnTo>
                <a:lnTo>
                  <a:pt x="79" y="25"/>
                </a:lnTo>
                <a:lnTo>
                  <a:pt x="63" y="36"/>
                </a:lnTo>
                <a:lnTo>
                  <a:pt x="49" y="46"/>
                </a:lnTo>
                <a:lnTo>
                  <a:pt x="38" y="56"/>
                </a:lnTo>
                <a:lnTo>
                  <a:pt x="27" y="69"/>
                </a:lnTo>
                <a:lnTo>
                  <a:pt x="15" y="87"/>
                </a:lnTo>
                <a:lnTo>
                  <a:pt x="8" y="100"/>
                </a:lnTo>
                <a:lnTo>
                  <a:pt x="2" y="119"/>
                </a:lnTo>
                <a:lnTo>
                  <a:pt x="0" y="140"/>
                </a:lnTo>
                <a:lnTo>
                  <a:pt x="0" y="172"/>
                </a:lnTo>
                <a:lnTo>
                  <a:pt x="4" y="208"/>
                </a:lnTo>
                <a:lnTo>
                  <a:pt x="11" y="242"/>
                </a:lnTo>
                <a:lnTo>
                  <a:pt x="23" y="284"/>
                </a:lnTo>
                <a:lnTo>
                  <a:pt x="36" y="318"/>
                </a:lnTo>
                <a:lnTo>
                  <a:pt x="47" y="342"/>
                </a:lnTo>
                <a:lnTo>
                  <a:pt x="63" y="366"/>
                </a:lnTo>
                <a:lnTo>
                  <a:pt x="76" y="383"/>
                </a:lnTo>
                <a:lnTo>
                  <a:pt x="89" y="402"/>
                </a:lnTo>
                <a:lnTo>
                  <a:pt x="105" y="422"/>
                </a:lnTo>
                <a:lnTo>
                  <a:pt x="120" y="433"/>
                </a:lnTo>
                <a:lnTo>
                  <a:pt x="181" y="426"/>
                </a:lnTo>
                <a:lnTo>
                  <a:pt x="228" y="411"/>
                </a:lnTo>
                <a:lnTo>
                  <a:pt x="257" y="419"/>
                </a:lnTo>
                <a:lnTo>
                  <a:pt x="325" y="422"/>
                </a:lnTo>
                <a:lnTo>
                  <a:pt x="408" y="411"/>
                </a:lnTo>
                <a:lnTo>
                  <a:pt x="420" y="438"/>
                </a:lnTo>
                <a:lnTo>
                  <a:pt x="420" y="632"/>
                </a:lnTo>
                <a:lnTo>
                  <a:pt x="418" y="650"/>
                </a:lnTo>
                <a:lnTo>
                  <a:pt x="415" y="662"/>
                </a:lnTo>
                <a:lnTo>
                  <a:pt x="410" y="674"/>
                </a:lnTo>
                <a:lnTo>
                  <a:pt x="402" y="683"/>
                </a:lnTo>
                <a:lnTo>
                  <a:pt x="393" y="691"/>
                </a:lnTo>
                <a:lnTo>
                  <a:pt x="383" y="697"/>
                </a:lnTo>
                <a:lnTo>
                  <a:pt x="374" y="700"/>
                </a:lnTo>
                <a:lnTo>
                  <a:pt x="362" y="702"/>
                </a:lnTo>
                <a:lnTo>
                  <a:pt x="49" y="701"/>
                </a:lnTo>
                <a:lnTo>
                  <a:pt x="49" y="737"/>
                </a:lnTo>
                <a:lnTo>
                  <a:pt x="371" y="736"/>
                </a:lnTo>
                <a:lnTo>
                  <a:pt x="387" y="735"/>
                </a:lnTo>
                <a:lnTo>
                  <a:pt x="398" y="733"/>
                </a:lnTo>
                <a:lnTo>
                  <a:pt x="411" y="730"/>
                </a:lnTo>
                <a:lnTo>
                  <a:pt x="421" y="726"/>
                </a:lnTo>
                <a:lnTo>
                  <a:pt x="431" y="717"/>
                </a:lnTo>
                <a:lnTo>
                  <a:pt x="441" y="704"/>
                </a:lnTo>
                <a:lnTo>
                  <a:pt x="449" y="691"/>
                </a:lnTo>
                <a:lnTo>
                  <a:pt x="455" y="679"/>
                </a:lnTo>
                <a:lnTo>
                  <a:pt x="459" y="664"/>
                </a:lnTo>
                <a:lnTo>
                  <a:pt x="462" y="647"/>
                </a:lnTo>
                <a:lnTo>
                  <a:pt x="463" y="628"/>
                </a:lnTo>
                <a:lnTo>
                  <a:pt x="463" y="347"/>
                </a:lnTo>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22" name="Google Shape;1722;p73"/>
          <p:cNvGrpSpPr/>
          <p:nvPr/>
        </p:nvGrpSpPr>
        <p:grpSpPr>
          <a:xfrm>
            <a:off x="1571625" y="2166938"/>
            <a:ext cx="1120775" cy="1590675"/>
            <a:chOff x="990" y="1820"/>
            <a:chExt cx="706" cy="1336"/>
          </a:xfrm>
        </p:grpSpPr>
        <p:sp>
          <p:nvSpPr>
            <p:cNvPr id="1723" name="Google Shape;1723;p73"/>
            <p:cNvSpPr/>
            <p:nvPr/>
          </p:nvSpPr>
          <p:spPr>
            <a:xfrm>
              <a:off x="990" y="1820"/>
              <a:ext cx="706" cy="1336"/>
            </a:xfrm>
            <a:custGeom>
              <a:rect b="b" l="l" r="r" t="t"/>
              <a:pathLst>
                <a:path extrusionOk="0" h="1336" w="706">
                  <a:moveTo>
                    <a:pt x="241" y="286"/>
                  </a:moveTo>
                  <a:lnTo>
                    <a:pt x="260" y="225"/>
                  </a:lnTo>
                  <a:lnTo>
                    <a:pt x="275" y="153"/>
                  </a:lnTo>
                  <a:lnTo>
                    <a:pt x="283" y="92"/>
                  </a:lnTo>
                  <a:lnTo>
                    <a:pt x="267" y="57"/>
                  </a:lnTo>
                  <a:lnTo>
                    <a:pt x="251" y="40"/>
                  </a:lnTo>
                  <a:lnTo>
                    <a:pt x="275" y="59"/>
                  </a:lnTo>
                  <a:lnTo>
                    <a:pt x="294" y="90"/>
                  </a:lnTo>
                  <a:lnTo>
                    <a:pt x="279" y="21"/>
                  </a:lnTo>
                  <a:lnTo>
                    <a:pt x="292" y="54"/>
                  </a:lnTo>
                  <a:lnTo>
                    <a:pt x="319" y="96"/>
                  </a:lnTo>
                  <a:lnTo>
                    <a:pt x="331" y="101"/>
                  </a:lnTo>
                  <a:lnTo>
                    <a:pt x="323" y="65"/>
                  </a:lnTo>
                  <a:lnTo>
                    <a:pt x="329" y="69"/>
                  </a:lnTo>
                  <a:lnTo>
                    <a:pt x="333" y="38"/>
                  </a:lnTo>
                  <a:lnTo>
                    <a:pt x="324" y="5"/>
                  </a:lnTo>
                  <a:lnTo>
                    <a:pt x="366" y="92"/>
                  </a:lnTo>
                  <a:lnTo>
                    <a:pt x="369" y="78"/>
                  </a:lnTo>
                  <a:lnTo>
                    <a:pt x="375" y="88"/>
                  </a:lnTo>
                  <a:lnTo>
                    <a:pt x="377" y="75"/>
                  </a:lnTo>
                  <a:lnTo>
                    <a:pt x="368" y="53"/>
                  </a:lnTo>
                  <a:lnTo>
                    <a:pt x="370" y="11"/>
                  </a:lnTo>
                  <a:lnTo>
                    <a:pt x="385" y="92"/>
                  </a:lnTo>
                  <a:lnTo>
                    <a:pt x="393" y="19"/>
                  </a:lnTo>
                  <a:lnTo>
                    <a:pt x="393" y="76"/>
                  </a:lnTo>
                  <a:lnTo>
                    <a:pt x="400" y="90"/>
                  </a:lnTo>
                  <a:lnTo>
                    <a:pt x="412" y="26"/>
                  </a:lnTo>
                  <a:lnTo>
                    <a:pt x="440" y="0"/>
                  </a:lnTo>
                  <a:lnTo>
                    <a:pt x="422" y="26"/>
                  </a:lnTo>
                  <a:lnTo>
                    <a:pt x="411" y="77"/>
                  </a:lnTo>
                  <a:lnTo>
                    <a:pt x="414" y="86"/>
                  </a:lnTo>
                  <a:lnTo>
                    <a:pt x="433" y="50"/>
                  </a:lnTo>
                  <a:lnTo>
                    <a:pt x="420" y="81"/>
                  </a:lnTo>
                  <a:lnTo>
                    <a:pt x="420" y="94"/>
                  </a:lnTo>
                  <a:lnTo>
                    <a:pt x="460" y="19"/>
                  </a:lnTo>
                  <a:lnTo>
                    <a:pt x="461" y="32"/>
                  </a:lnTo>
                  <a:lnTo>
                    <a:pt x="443" y="75"/>
                  </a:lnTo>
                  <a:lnTo>
                    <a:pt x="443" y="101"/>
                  </a:lnTo>
                  <a:lnTo>
                    <a:pt x="449" y="105"/>
                  </a:lnTo>
                  <a:lnTo>
                    <a:pt x="458" y="57"/>
                  </a:lnTo>
                  <a:lnTo>
                    <a:pt x="476" y="25"/>
                  </a:lnTo>
                  <a:lnTo>
                    <a:pt x="461" y="61"/>
                  </a:lnTo>
                  <a:lnTo>
                    <a:pt x="465" y="111"/>
                  </a:lnTo>
                  <a:lnTo>
                    <a:pt x="474" y="108"/>
                  </a:lnTo>
                  <a:lnTo>
                    <a:pt x="493" y="43"/>
                  </a:lnTo>
                  <a:lnTo>
                    <a:pt x="479" y="113"/>
                  </a:lnTo>
                  <a:lnTo>
                    <a:pt x="510" y="57"/>
                  </a:lnTo>
                  <a:lnTo>
                    <a:pt x="536" y="38"/>
                  </a:lnTo>
                  <a:lnTo>
                    <a:pt x="515" y="65"/>
                  </a:lnTo>
                  <a:lnTo>
                    <a:pt x="501" y="94"/>
                  </a:lnTo>
                  <a:lnTo>
                    <a:pt x="525" y="85"/>
                  </a:lnTo>
                  <a:lnTo>
                    <a:pt x="495" y="106"/>
                  </a:lnTo>
                  <a:lnTo>
                    <a:pt x="490" y="128"/>
                  </a:lnTo>
                  <a:lnTo>
                    <a:pt x="499" y="132"/>
                  </a:lnTo>
                  <a:lnTo>
                    <a:pt x="528" y="86"/>
                  </a:lnTo>
                  <a:lnTo>
                    <a:pt x="565" y="59"/>
                  </a:lnTo>
                  <a:lnTo>
                    <a:pt x="517" y="121"/>
                  </a:lnTo>
                  <a:lnTo>
                    <a:pt x="540" y="101"/>
                  </a:lnTo>
                  <a:lnTo>
                    <a:pt x="661" y="82"/>
                  </a:lnTo>
                  <a:lnTo>
                    <a:pt x="534" y="112"/>
                  </a:lnTo>
                  <a:lnTo>
                    <a:pt x="521" y="133"/>
                  </a:lnTo>
                  <a:lnTo>
                    <a:pt x="534" y="129"/>
                  </a:lnTo>
                  <a:lnTo>
                    <a:pt x="570" y="110"/>
                  </a:lnTo>
                  <a:lnTo>
                    <a:pt x="541" y="139"/>
                  </a:lnTo>
                  <a:lnTo>
                    <a:pt x="518" y="152"/>
                  </a:lnTo>
                  <a:lnTo>
                    <a:pt x="518" y="170"/>
                  </a:lnTo>
                  <a:lnTo>
                    <a:pt x="525" y="183"/>
                  </a:lnTo>
                  <a:lnTo>
                    <a:pt x="537" y="198"/>
                  </a:lnTo>
                  <a:lnTo>
                    <a:pt x="553" y="219"/>
                  </a:lnTo>
                  <a:lnTo>
                    <a:pt x="566" y="237"/>
                  </a:lnTo>
                  <a:lnTo>
                    <a:pt x="580" y="256"/>
                  </a:lnTo>
                  <a:lnTo>
                    <a:pt x="592" y="274"/>
                  </a:lnTo>
                  <a:lnTo>
                    <a:pt x="601" y="288"/>
                  </a:lnTo>
                  <a:lnTo>
                    <a:pt x="615" y="313"/>
                  </a:lnTo>
                  <a:lnTo>
                    <a:pt x="630" y="340"/>
                  </a:lnTo>
                  <a:lnTo>
                    <a:pt x="641" y="365"/>
                  </a:lnTo>
                  <a:lnTo>
                    <a:pt x="640" y="370"/>
                  </a:lnTo>
                  <a:lnTo>
                    <a:pt x="637" y="376"/>
                  </a:lnTo>
                  <a:lnTo>
                    <a:pt x="633" y="380"/>
                  </a:lnTo>
                  <a:lnTo>
                    <a:pt x="628" y="381"/>
                  </a:lnTo>
                  <a:lnTo>
                    <a:pt x="619" y="383"/>
                  </a:lnTo>
                  <a:lnTo>
                    <a:pt x="532" y="375"/>
                  </a:lnTo>
                  <a:lnTo>
                    <a:pt x="525" y="393"/>
                  </a:lnTo>
                  <a:lnTo>
                    <a:pt x="513" y="455"/>
                  </a:lnTo>
                  <a:lnTo>
                    <a:pt x="505" y="499"/>
                  </a:lnTo>
                  <a:lnTo>
                    <a:pt x="494" y="535"/>
                  </a:lnTo>
                  <a:lnTo>
                    <a:pt x="488" y="538"/>
                  </a:lnTo>
                  <a:lnTo>
                    <a:pt x="480" y="540"/>
                  </a:lnTo>
                  <a:lnTo>
                    <a:pt x="472" y="541"/>
                  </a:lnTo>
                  <a:lnTo>
                    <a:pt x="443" y="541"/>
                  </a:lnTo>
                  <a:lnTo>
                    <a:pt x="374" y="512"/>
                  </a:lnTo>
                  <a:lnTo>
                    <a:pt x="367" y="524"/>
                  </a:lnTo>
                  <a:lnTo>
                    <a:pt x="356" y="568"/>
                  </a:lnTo>
                  <a:lnTo>
                    <a:pt x="348" y="602"/>
                  </a:lnTo>
                  <a:lnTo>
                    <a:pt x="338" y="648"/>
                  </a:lnTo>
                  <a:lnTo>
                    <a:pt x="335" y="678"/>
                  </a:lnTo>
                  <a:lnTo>
                    <a:pt x="350" y="698"/>
                  </a:lnTo>
                  <a:lnTo>
                    <a:pt x="369" y="722"/>
                  </a:lnTo>
                  <a:lnTo>
                    <a:pt x="392" y="755"/>
                  </a:lnTo>
                  <a:lnTo>
                    <a:pt x="427" y="763"/>
                  </a:lnTo>
                  <a:lnTo>
                    <a:pt x="454" y="769"/>
                  </a:lnTo>
                  <a:lnTo>
                    <a:pt x="492" y="776"/>
                  </a:lnTo>
                  <a:lnTo>
                    <a:pt x="514" y="780"/>
                  </a:lnTo>
                  <a:lnTo>
                    <a:pt x="534" y="781"/>
                  </a:lnTo>
                  <a:lnTo>
                    <a:pt x="549" y="783"/>
                  </a:lnTo>
                  <a:lnTo>
                    <a:pt x="563" y="783"/>
                  </a:lnTo>
                  <a:lnTo>
                    <a:pt x="580" y="781"/>
                  </a:lnTo>
                  <a:lnTo>
                    <a:pt x="604" y="780"/>
                  </a:lnTo>
                  <a:lnTo>
                    <a:pt x="631" y="765"/>
                  </a:lnTo>
                  <a:lnTo>
                    <a:pt x="639" y="762"/>
                  </a:lnTo>
                  <a:lnTo>
                    <a:pt x="646" y="763"/>
                  </a:lnTo>
                  <a:lnTo>
                    <a:pt x="651" y="766"/>
                  </a:lnTo>
                  <a:lnTo>
                    <a:pt x="659" y="774"/>
                  </a:lnTo>
                  <a:lnTo>
                    <a:pt x="661" y="780"/>
                  </a:lnTo>
                  <a:lnTo>
                    <a:pt x="663" y="790"/>
                  </a:lnTo>
                  <a:lnTo>
                    <a:pt x="664" y="801"/>
                  </a:lnTo>
                  <a:lnTo>
                    <a:pt x="673" y="805"/>
                  </a:lnTo>
                  <a:lnTo>
                    <a:pt x="685" y="812"/>
                  </a:lnTo>
                  <a:lnTo>
                    <a:pt x="694" y="819"/>
                  </a:lnTo>
                  <a:lnTo>
                    <a:pt x="705" y="828"/>
                  </a:lnTo>
                  <a:lnTo>
                    <a:pt x="704" y="834"/>
                  </a:lnTo>
                  <a:lnTo>
                    <a:pt x="701" y="843"/>
                  </a:lnTo>
                  <a:lnTo>
                    <a:pt x="696" y="849"/>
                  </a:lnTo>
                  <a:lnTo>
                    <a:pt x="689" y="855"/>
                  </a:lnTo>
                  <a:lnTo>
                    <a:pt x="692" y="861"/>
                  </a:lnTo>
                  <a:lnTo>
                    <a:pt x="695" y="868"/>
                  </a:lnTo>
                  <a:lnTo>
                    <a:pt x="698" y="879"/>
                  </a:lnTo>
                  <a:lnTo>
                    <a:pt x="698" y="886"/>
                  </a:lnTo>
                  <a:lnTo>
                    <a:pt x="695" y="896"/>
                  </a:lnTo>
                  <a:lnTo>
                    <a:pt x="689" y="901"/>
                  </a:lnTo>
                  <a:lnTo>
                    <a:pt x="675" y="910"/>
                  </a:lnTo>
                  <a:lnTo>
                    <a:pt x="677" y="923"/>
                  </a:lnTo>
                  <a:lnTo>
                    <a:pt x="677" y="931"/>
                  </a:lnTo>
                  <a:lnTo>
                    <a:pt x="675" y="936"/>
                  </a:lnTo>
                  <a:lnTo>
                    <a:pt x="671" y="940"/>
                  </a:lnTo>
                  <a:lnTo>
                    <a:pt x="666" y="943"/>
                  </a:lnTo>
                  <a:lnTo>
                    <a:pt x="660" y="941"/>
                  </a:lnTo>
                  <a:lnTo>
                    <a:pt x="648" y="937"/>
                  </a:lnTo>
                  <a:lnTo>
                    <a:pt x="618" y="925"/>
                  </a:lnTo>
                  <a:lnTo>
                    <a:pt x="581" y="910"/>
                  </a:lnTo>
                  <a:lnTo>
                    <a:pt x="528" y="895"/>
                  </a:lnTo>
                  <a:lnTo>
                    <a:pt x="520" y="895"/>
                  </a:lnTo>
                  <a:lnTo>
                    <a:pt x="490" y="888"/>
                  </a:lnTo>
                  <a:lnTo>
                    <a:pt x="430" y="872"/>
                  </a:lnTo>
                  <a:lnTo>
                    <a:pt x="380" y="865"/>
                  </a:lnTo>
                  <a:lnTo>
                    <a:pt x="369" y="867"/>
                  </a:lnTo>
                  <a:lnTo>
                    <a:pt x="343" y="868"/>
                  </a:lnTo>
                  <a:lnTo>
                    <a:pt x="330" y="857"/>
                  </a:lnTo>
                  <a:lnTo>
                    <a:pt x="321" y="849"/>
                  </a:lnTo>
                  <a:lnTo>
                    <a:pt x="315" y="843"/>
                  </a:lnTo>
                  <a:lnTo>
                    <a:pt x="311" y="834"/>
                  </a:lnTo>
                  <a:lnTo>
                    <a:pt x="306" y="824"/>
                  </a:lnTo>
                  <a:lnTo>
                    <a:pt x="276" y="783"/>
                  </a:lnTo>
                  <a:lnTo>
                    <a:pt x="303" y="819"/>
                  </a:lnTo>
                  <a:lnTo>
                    <a:pt x="313" y="834"/>
                  </a:lnTo>
                  <a:lnTo>
                    <a:pt x="317" y="845"/>
                  </a:lnTo>
                  <a:lnTo>
                    <a:pt x="341" y="867"/>
                  </a:lnTo>
                  <a:lnTo>
                    <a:pt x="353" y="869"/>
                  </a:lnTo>
                  <a:lnTo>
                    <a:pt x="370" y="866"/>
                  </a:lnTo>
                  <a:lnTo>
                    <a:pt x="382" y="867"/>
                  </a:lnTo>
                  <a:lnTo>
                    <a:pt x="403" y="875"/>
                  </a:lnTo>
                  <a:lnTo>
                    <a:pt x="414" y="885"/>
                  </a:lnTo>
                  <a:lnTo>
                    <a:pt x="425" y="894"/>
                  </a:lnTo>
                  <a:lnTo>
                    <a:pt x="436" y="907"/>
                  </a:lnTo>
                  <a:lnTo>
                    <a:pt x="441" y="915"/>
                  </a:lnTo>
                  <a:lnTo>
                    <a:pt x="440" y="924"/>
                  </a:lnTo>
                  <a:lnTo>
                    <a:pt x="432" y="935"/>
                  </a:lnTo>
                  <a:lnTo>
                    <a:pt x="423" y="948"/>
                  </a:lnTo>
                  <a:lnTo>
                    <a:pt x="405" y="968"/>
                  </a:lnTo>
                  <a:lnTo>
                    <a:pt x="379" y="994"/>
                  </a:lnTo>
                  <a:lnTo>
                    <a:pt x="362" y="1013"/>
                  </a:lnTo>
                  <a:lnTo>
                    <a:pt x="325" y="1036"/>
                  </a:lnTo>
                  <a:lnTo>
                    <a:pt x="271" y="1067"/>
                  </a:lnTo>
                  <a:lnTo>
                    <a:pt x="233" y="1087"/>
                  </a:lnTo>
                  <a:lnTo>
                    <a:pt x="224" y="1098"/>
                  </a:lnTo>
                  <a:lnTo>
                    <a:pt x="213" y="1110"/>
                  </a:lnTo>
                  <a:lnTo>
                    <a:pt x="193" y="1125"/>
                  </a:lnTo>
                  <a:lnTo>
                    <a:pt x="188" y="1147"/>
                  </a:lnTo>
                  <a:lnTo>
                    <a:pt x="188" y="1189"/>
                  </a:lnTo>
                  <a:lnTo>
                    <a:pt x="192" y="1223"/>
                  </a:lnTo>
                  <a:lnTo>
                    <a:pt x="199" y="1246"/>
                  </a:lnTo>
                  <a:lnTo>
                    <a:pt x="233" y="1290"/>
                  </a:lnTo>
                  <a:lnTo>
                    <a:pt x="253" y="1310"/>
                  </a:lnTo>
                  <a:lnTo>
                    <a:pt x="255" y="1315"/>
                  </a:lnTo>
                  <a:lnTo>
                    <a:pt x="254" y="1322"/>
                  </a:lnTo>
                  <a:lnTo>
                    <a:pt x="216" y="1335"/>
                  </a:lnTo>
                  <a:lnTo>
                    <a:pt x="175" y="1330"/>
                  </a:lnTo>
                  <a:lnTo>
                    <a:pt x="153" y="1328"/>
                  </a:lnTo>
                  <a:lnTo>
                    <a:pt x="132" y="1332"/>
                  </a:lnTo>
                  <a:lnTo>
                    <a:pt x="111" y="1332"/>
                  </a:lnTo>
                  <a:lnTo>
                    <a:pt x="90" y="1328"/>
                  </a:lnTo>
                  <a:lnTo>
                    <a:pt x="87" y="1324"/>
                  </a:lnTo>
                  <a:lnTo>
                    <a:pt x="84" y="1318"/>
                  </a:lnTo>
                  <a:lnTo>
                    <a:pt x="87" y="1248"/>
                  </a:lnTo>
                  <a:lnTo>
                    <a:pt x="97" y="1177"/>
                  </a:lnTo>
                  <a:lnTo>
                    <a:pt x="89" y="1154"/>
                  </a:lnTo>
                  <a:lnTo>
                    <a:pt x="74" y="1133"/>
                  </a:lnTo>
                  <a:lnTo>
                    <a:pt x="69" y="1127"/>
                  </a:lnTo>
                  <a:lnTo>
                    <a:pt x="57" y="1116"/>
                  </a:lnTo>
                  <a:lnTo>
                    <a:pt x="49" y="1110"/>
                  </a:lnTo>
                  <a:lnTo>
                    <a:pt x="48" y="1102"/>
                  </a:lnTo>
                  <a:lnTo>
                    <a:pt x="49" y="1096"/>
                  </a:lnTo>
                  <a:lnTo>
                    <a:pt x="60" y="1083"/>
                  </a:lnTo>
                  <a:lnTo>
                    <a:pt x="74" y="1069"/>
                  </a:lnTo>
                  <a:lnTo>
                    <a:pt x="87" y="1060"/>
                  </a:lnTo>
                  <a:lnTo>
                    <a:pt x="105" y="1059"/>
                  </a:lnTo>
                  <a:lnTo>
                    <a:pt x="121" y="1060"/>
                  </a:lnTo>
                  <a:lnTo>
                    <a:pt x="192" y="1015"/>
                  </a:lnTo>
                  <a:lnTo>
                    <a:pt x="245" y="980"/>
                  </a:lnTo>
                  <a:lnTo>
                    <a:pt x="293" y="952"/>
                  </a:lnTo>
                  <a:lnTo>
                    <a:pt x="277" y="954"/>
                  </a:lnTo>
                  <a:lnTo>
                    <a:pt x="231" y="941"/>
                  </a:lnTo>
                  <a:lnTo>
                    <a:pt x="183" y="937"/>
                  </a:lnTo>
                  <a:lnTo>
                    <a:pt x="117" y="927"/>
                  </a:lnTo>
                  <a:lnTo>
                    <a:pt x="97" y="931"/>
                  </a:lnTo>
                  <a:lnTo>
                    <a:pt x="49" y="925"/>
                  </a:lnTo>
                  <a:lnTo>
                    <a:pt x="38" y="923"/>
                  </a:lnTo>
                  <a:lnTo>
                    <a:pt x="26" y="918"/>
                  </a:lnTo>
                  <a:lnTo>
                    <a:pt x="17" y="912"/>
                  </a:lnTo>
                  <a:lnTo>
                    <a:pt x="11" y="905"/>
                  </a:lnTo>
                  <a:lnTo>
                    <a:pt x="6" y="893"/>
                  </a:lnTo>
                  <a:lnTo>
                    <a:pt x="2" y="876"/>
                  </a:lnTo>
                  <a:lnTo>
                    <a:pt x="0" y="861"/>
                  </a:lnTo>
                  <a:lnTo>
                    <a:pt x="0" y="839"/>
                  </a:lnTo>
                  <a:lnTo>
                    <a:pt x="1" y="822"/>
                  </a:lnTo>
                  <a:lnTo>
                    <a:pt x="3" y="803"/>
                  </a:lnTo>
                  <a:lnTo>
                    <a:pt x="5" y="786"/>
                  </a:lnTo>
                  <a:lnTo>
                    <a:pt x="11" y="773"/>
                  </a:lnTo>
                  <a:lnTo>
                    <a:pt x="27" y="724"/>
                  </a:lnTo>
                  <a:lnTo>
                    <a:pt x="46" y="664"/>
                  </a:lnTo>
                  <a:lnTo>
                    <a:pt x="60" y="624"/>
                  </a:lnTo>
                  <a:lnTo>
                    <a:pt x="94" y="557"/>
                  </a:lnTo>
                  <a:lnTo>
                    <a:pt x="129" y="504"/>
                  </a:lnTo>
                  <a:lnTo>
                    <a:pt x="159" y="464"/>
                  </a:lnTo>
                  <a:lnTo>
                    <a:pt x="178" y="438"/>
                  </a:lnTo>
                  <a:lnTo>
                    <a:pt x="192" y="414"/>
                  </a:lnTo>
                  <a:lnTo>
                    <a:pt x="209" y="393"/>
                  </a:lnTo>
                  <a:lnTo>
                    <a:pt x="213" y="362"/>
                  </a:lnTo>
                  <a:lnTo>
                    <a:pt x="230" y="322"/>
                  </a:lnTo>
                  <a:lnTo>
                    <a:pt x="241" y="286"/>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24" name="Google Shape;1724;p73"/>
            <p:cNvGrpSpPr/>
            <p:nvPr/>
          </p:nvGrpSpPr>
          <p:grpSpPr>
            <a:xfrm>
              <a:off x="1402" y="1984"/>
              <a:ext cx="92" cy="122"/>
              <a:chOff x="1402" y="1984"/>
              <a:chExt cx="92" cy="122"/>
            </a:xfrm>
          </p:grpSpPr>
          <p:sp>
            <p:nvSpPr>
              <p:cNvPr id="1725" name="Google Shape;1725;p73"/>
              <p:cNvSpPr/>
              <p:nvPr/>
            </p:nvSpPr>
            <p:spPr>
              <a:xfrm>
                <a:off x="1402" y="1984"/>
                <a:ext cx="92" cy="45"/>
              </a:xfrm>
              <a:custGeom>
                <a:rect b="b" l="l" r="r" t="t"/>
                <a:pathLst>
                  <a:path extrusionOk="0" h="45" w="92">
                    <a:moveTo>
                      <a:pt x="0" y="14"/>
                    </a:moveTo>
                    <a:lnTo>
                      <a:pt x="11" y="9"/>
                    </a:lnTo>
                    <a:lnTo>
                      <a:pt x="22" y="4"/>
                    </a:lnTo>
                    <a:lnTo>
                      <a:pt x="31" y="2"/>
                    </a:lnTo>
                    <a:lnTo>
                      <a:pt x="40" y="0"/>
                    </a:lnTo>
                    <a:lnTo>
                      <a:pt x="48" y="0"/>
                    </a:lnTo>
                    <a:lnTo>
                      <a:pt x="55" y="2"/>
                    </a:lnTo>
                    <a:lnTo>
                      <a:pt x="58" y="6"/>
                    </a:lnTo>
                    <a:lnTo>
                      <a:pt x="62" y="13"/>
                    </a:lnTo>
                    <a:lnTo>
                      <a:pt x="66" y="20"/>
                    </a:lnTo>
                    <a:lnTo>
                      <a:pt x="71" y="29"/>
                    </a:lnTo>
                    <a:lnTo>
                      <a:pt x="75" y="35"/>
                    </a:lnTo>
                    <a:lnTo>
                      <a:pt x="82" y="41"/>
                    </a:lnTo>
                    <a:lnTo>
                      <a:pt x="91" y="44"/>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26" name="Google Shape;1726;p73"/>
              <p:cNvSpPr/>
              <p:nvPr/>
            </p:nvSpPr>
            <p:spPr>
              <a:xfrm>
                <a:off x="1463" y="2033"/>
                <a:ext cx="29" cy="73"/>
              </a:xfrm>
              <a:custGeom>
                <a:rect b="b" l="l" r="r" t="t"/>
                <a:pathLst>
                  <a:path extrusionOk="0" h="73" w="29">
                    <a:moveTo>
                      <a:pt x="25" y="0"/>
                    </a:moveTo>
                    <a:lnTo>
                      <a:pt x="19" y="4"/>
                    </a:lnTo>
                    <a:lnTo>
                      <a:pt x="14" y="11"/>
                    </a:lnTo>
                    <a:lnTo>
                      <a:pt x="8" y="20"/>
                    </a:lnTo>
                    <a:lnTo>
                      <a:pt x="4" y="29"/>
                    </a:lnTo>
                    <a:lnTo>
                      <a:pt x="1" y="38"/>
                    </a:lnTo>
                    <a:lnTo>
                      <a:pt x="0" y="47"/>
                    </a:lnTo>
                    <a:lnTo>
                      <a:pt x="0" y="56"/>
                    </a:lnTo>
                    <a:lnTo>
                      <a:pt x="2" y="67"/>
                    </a:lnTo>
                    <a:lnTo>
                      <a:pt x="4" y="72"/>
                    </a:lnTo>
                    <a:lnTo>
                      <a:pt x="9" y="67"/>
                    </a:lnTo>
                    <a:lnTo>
                      <a:pt x="13" y="62"/>
                    </a:lnTo>
                    <a:lnTo>
                      <a:pt x="17" y="56"/>
                    </a:lnTo>
                    <a:lnTo>
                      <a:pt x="21" y="50"/>
                    </a:lnTo>
                    <a:lnTo>
                      <a:pt x="24" y="42"/>
                    </a:lnTo>
                    <a:lnTo>
                      <a:pt x="26" y="34"/>
                    </a:lnTo>
                    <a:lnTo>
                      <a:pt x="28" y="24"/>
                    </a:lnTo>
                    <a:lnTo>
                      <a:pt x="28" y="16"/>
                    </a:lnTo>
                    <a:lnTo>
                      <a:pt x="27" y="7"/>
                    </a:lnTo>
                    <a:lnTo>
                      <a:pt x="25"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sp>
        <p:nvSpPr>
          <p:cNvPr id="1731" name="Google Shape;1731;p74"/>
          <p:cNvSpPr/>
          <p:nvPr/>
        </p:nvSpPr>
        <p:spPr>
          <a:xfrm>
            <a:off x="2346325" y="4542235"/>
            <a:ext cx="4452938" cy="235744"/>
          </a:xfrm>
          <a:custGeom>
            <a:rect b="b" l="l" r="r" t="t"/>
            <a:pathLst>
              <a:path extrusionOk="0" h="198" w="2805">
                <a:moveTo>
                  <a:pt x="2804" y="0"/>
                </a:moveTo>
                <a:lnTo>
                  <a:pt x="0" y="0"/>
                </a:lnTo>
                <a:lnTo>
                  <a:pt x="0" y="197"/>
                </a:lnTo>
                <a:lnTo>
                  <a:pt x="2804" y="197"/>
                </a:lnTo>
                <a:lnTo>
                  <a:pt x="2804"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32" name="Google Shape;1732;p7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design information</a:t>
            </a:r>
            <a:endParaRPr/>
          </a:p>
        </p:txBody>
      </p:sp>
      <p:grpSp>
        <p:nvGrpSpPr>
          <p:cNvPr id="1733" name="Google Shape;1733;p74"/>
          <p:cNvGrpSpPr/>
          <p:nvPr/>
        </p:nvGrpSpPr>
        <p:grpSpPr>
          <a:xfrm>
            <a:off x="3654425" y="2499122"/>
            <a:ext cx="1189038" cy="747713"/>
            <a:chOff x="2302" y="2099"/>
            <a:chExt cx="749" cy="628"/>
          </a:xfrm>
        </p:grpSpPr>
        <p:sp>
          <p:nvSpPr>
            <p:cNvPr id="1734" name="Google Shape;1734;p74"/>
            <p:cNvSpPr/>
            <p:nvPr/>
          </p:nvSpPr>
          <p:spPr>
            <a:xfrm>
              <a:off x="2302" y="2104"/>
              <a:ext cx="749" cy="623"/>
            </a:xfrm>
            <a:custGeom>
              <a:rect b="b" l="l" r="r" t="t"/>
              <a:pathLst>
                <a:path extrusionOk="0" h="623" w="749">
                  <a:moveTo>
                    <a:pt x="748" y="621"/>
                  </a:moveTo>
                  <a:lnTo>
                    <a:pt x="748" y="299"/>
                  </a:lnTo>
                  <a:lnTo>
                    <a:pt x="737" y="43"/>
                  </a:lnTo>
                  <a:lnTo>
                    <a:pt x="358" y="0"/>
                  </a:lnTo>
                  <a:lnTo>
                    <a:pt x="13" y="38"/>
                  </a:lnTo>
                  <a:lnTo>
                    <a:pt x="11" y="129"/>
                  </a:lnTo>
                  <a:lnTo>
                    <a:pt x="0" y="618"/>
                  </a:lnTo>
                  <a:lnTo>
                    <a:pt x="78" y="618"/>
                  </a:lnTo>
                  <a:lnTo>
                    <a:pt x="78" y="175"/>
                  </a:lnTo>
                  <a:lnTo>
                    <a:pt x="226" y="165"/>
                  </a:lnTo>
                  <a:lnTo>
                    <a:pt x="679" y="165"/>
                  </a:lnTo>
                  <a:lnTo>
                    <a:pt x="685" y="622"/>
                  </a:lnTo>
                  <a:lnTo>
                    <a:pt x="748" y="621"/>
                  </a:lnTo>
                </a:path>
              </a:pathLst>
            </a:custGeom>
            <a:solidFill>
              <a:srgbClr val="FFFF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35" name="Google Shape;1735;p74"/>
            <p:cNvSpPr/>
            <p:nvPr/>
          </p:nvSpPr>
          <p:spPr>
            <a:xfrm>
              <a:off x="2359" y="2099"/>
              <a:ext cx="293" cy="160"/>
            </a:xfrm>
            <a:custGeom>
              <a:rect b="b" l="l" r="r" t="t"/>
              <a:pathLst>
                <a:path extrusionOk="0" h="160" w="293">
                  <a:moveTo>
                    <a:pt x="55" y="31"/>
                  </a:moveTo>
                  <a:lnTo>
                    <a:pt x="93" y="25"/>
                  </a:lnTo>
                  <a:lnTo>
                    <a:pt x="130" y="0"/>
                  </a:lnTo>
                  <a:lnTo>
                    <a:pt x="167" y="37"/>
                  </a:lnTo>
                  <a:lnTo>
                    <a:pt x="285" y="110"/>
                  </a:lnTo>
                  <a:lnTo>
                    <a:pt x="292" y="137"/>
                  </a:lnTo>
                  <a:lnTo>
                    <a:pt x="225" y="159"/>
                  </a:lnTo>
                  <a:lnTo>
                    <a:pt x="0" y="49"/>
                  </a:lnTo>
                  <a:lnTo>
                    <a:pt x="55" y="31"/>
                  </a:lnTo>
                </a:path>
              </a:pathLst>
            </a:custGeom>
            <a:solidFill>
              <a:srgbClr val="FFFF0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36" name="Google Shape;1736;p74"/>
          <p:cNvGrpSpPr/>
          <p:nvPr/>
        </p:nvGrpSpPr>
        <p:grpSpPr>
          <a:xfrm>
            <a:off x="4030663" y="1832372"/>
            <a:ext cx="1111250" cy="1110853"/>
            <a:chOff x="2539" y="1539"/>
            <a:chExt cx="700" cy="933"/>
          </a:xfrm>
        </p:grpSpPr>
        <p:grpSp>
          <p:nvGrpSpPr>
            <p:cNvPr id="1737" name="Google Shape;1737;p74"/>
            <p:cNvGrpSpPr/>
            <p:nvPr/>
          </p:nvGrpSpPr>
          <p:grpSpPr>
            <a:xfrm>
              <a:off x="2539" y="1539"/>
              <a:ext cx="700" cy="712"/>
              <a:chOff x="2539" y="1539"/>
              <a:chExt cx="700" cy="712"/>
            </a:xfrm>
          </p:grpSpPr>
          <p:sp>
            <p:nvSpPr>
              <p:cNvPr id="1738" name="Google Shape;1738;p74"/>
              <p:cNvSpPr/>
              <p:nvPr/>
            </p:nvSpPr>
            <p:spPr>
              <a:xfrm>
                <a:off x="2539" y="1539"/>
                <a:ext cx="700" cy="712"/>
              </a:xfrm>
              <a:custGeom>
                <a:rect b="b" l="l" r="r" t="t"/>
                <a:pathLst>
                  <a:path extrusionOk="0" h="712" w="700">
                    <a:moveTo>
                      <a:pt x="131" y="145"/>
                    </a:moveTo>
                    <a:lnTo>
                      <a:pt x="148" y="96"/>
                    </a:lnTo>
                    <a:lnTo>
                      <a:pt x="159" y="64"/>
                    </a:lnTo>
                    <a:lnTo>
                      <a:pt x="163" y="55"/>
                    </a:lnTo>
                    <a:lnTo>
                      <a:pt x="169" y="47"/>
                    </a:lnTo>
                    <a:lnTo>
                      <a:pt x="173" y="44"/>
                    </a:lnTo>
                    <a:lnTo>
                      <a:pt x="180" y="41"/>
                    </a:lnTo>
                    <a:lnTo>
                      <a:pt x="268" y="24"/>
                    </a:lnTo>
                    <a:lnTo>
                      <a:pt x="363" y="7"/>
                    </a:lnTo>
                    <a:lnTo>
                      <a:pt x="449" y="0"/>
                    </a:lnTo>
                    <a:lnTo>
                      <a:pt x="498" y="0"/>
                    </a:lnTo>
                    <a:lnTo>
                      <a:pt x="599" y="6"/>
                    </a:lnTo>
                    <a:lnTo>
                      <a:pt x="673" y="9"/>
                    </a:lnTo>
                    <a:lnTo>
                      <a:pt x="684" y="11"/>
                    </a:lnTo>
                    <a:lnTo>
                      <a:pt x="691" y="14"/>
                    </a:lnTo>
                    <a:lnTo>
                      <a:pt x="695" y="17"/>
                    </a:lnTo>
                    <a:lnTo>
                      <a:pt x="699" y="22"/>
                    </a:lnTo>
                    <a:lnTo>
                      <a:pt x="699" y="29"/>
                    </a:lnTo>
                    <a:lnTo>
                      <a:pt x="695" y="48"/>
                    </a:lnTo>
                    <a:lnTo>
                      <a:pt x="681" y="112"/>
                    </a:lnTo>
                    <a:lnTo>
                      <a:pt x="670" y="160"/>
                    </a:lnTo>
                    <a:lnTo>
                      <a:pt x="646" y="267"/>
                    </a:lnTo>
                    <a:lnTo>
                      <a:pt x="631" y="333"/>
                    </a:lnTo>
                    <a:lnTo>
                      <a:pt x="589" y="489"/>
                    </a:lnTo>
                    <a:lnTo>
                      <a:pt x="549" y="613"/>
                    </a:lnTo>
                    <a:lnTo>
                      <a:pt x="541" y="637"/>
                    </a:lnTo>
                    <a:lnTo>
                      <a:pt x="537" y="650"/>
                    </a:lnTo>
                    <a:lnTo>
                      <a:pt x="533" y="663"/>
                    </a:lnTo>
                    <a:lnTo>
                      <a:pt x="529" y="671"/>
                    </a:lnTo>
                    <a:lnTo>
                      <a:pt x="521" y="679"/>
                    </a:lnTo>
                    <a:lnTo>
                      <a:pt x="514" y="682"/>
                    </a:lnTo>
                    <a:lnTo>
                      <a:pt x="502" y="686"/>
                    </a:lnTo>
                    <a:lnTo>
                      <a:pt x="478" y="688"/>
                    </a:lnTo>
                    <a:lnTo>
                      <a:pt x="438" y="688"/>
                    </a:lnTo>
                    <a:lnTo>
                      <a:pt x="404" y="692"/>
                    </a:lnTo>
                    <a:lnTo>
                      <a:pt x="360" y="699"/>
                    </a:lnTo>
                    <a:lnTo>
                      <a:pt x="315" y="706"/>
                    </a:lnTo>
                    <a:lnTo>
                      <a:pt x="284" y="711"/>
                    </a:lnTo>
                    <a:lnTo>
                      <a:pt x="245" y="711"/>
                    </a:lnTo>
                    <a:lnTo>
                      <a:pt x="237" y="706"/>
                    </a:lnTo>
                    <a:lnTo>
                      <a:pt x="22" y="565"/>
                    </a:lnTo>
                    <a:lnTo>
                      <a:pt x="11" y="556"/>
                    </a:lnTo>
                    <a:lnTo>
                      <a:pt x="4" y="546"/>
                    </a:lnTo>
                    <a:lnTo>
                      <a:pt x="0" y="535"/>
                    </a:lnTo>
                    <a:lnTo>
                      <a:pt x="0" y="522"/>
                    </a:lnTo>
                    <a:lnTo>
                      <a:pt x="4" y="511"/>
                    </a:lnTo>
                    <a:lnTo>
                      <a:pt x="65" y="335"/>
                    </a:lnTo>
                    <a:lnTo>
                      <a:pt x="104" y="225"/>
                    </a:lnTo>
                    <a:lnTo>
                      <a:pt x="131" y="145"/>
                    </a:lnTo>
                  </a:path>
                </a:pathLst>
              </a:custGeom>
              <a:solidFill>
                <a:srgbClr val="C0C0C0"/>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39" name="Google Shape;1739;p74"/>
              <p:cNvSpPr/>
              <p:nvPr/>
            </p:nvSpPr>
            <p:spPr>
              <a:xfrm>
                <a:off x="2576" y="1610"/>
                <a:ext cx="416" cy="541"/>
              </a:xfrm>
              <a:custGeom>
                <a:rect b="b" l="l" r="r" t="t"/>
                <a:pathLst>
                  <a:path extrusionOk="0" h="541" w="416">
                    <a:moveTo>
                      <a:pt x="95" y="161"/>
                    </a:moveTo>
                    <a:lnTo>
                      <a:pt x="125" y="83"/>
                    </a:lnTo>
                    <a:lnTo>
                      <a:pt x="151" y="14"/>
                    </a:lnTo>
                    <a:lnTo>
                      <a:pt x="155" y="11"/>
                    </a:lnTo>
                    <a:lnTo>
                      <a:pt x="160" y="10"/>
                    </a:lnTo>
                    <a:lnTo>
                      <a:pt x="169" y="9"/>
                    </a:lnTo>
                    <a:lnTo>
                      <a:pt x="288" y="1"/>
                    </a:lnTo>
                    <a:lnTo>
                      <a:pt x="403" y="0"/>
                    </a:lnTo>
                    <a:lnTo>
                      <a:pt x="410" y="1"/>
                    </a:lnTo>
                    <a:lnTo>
                      <a:pt x="412" y="3"/>
                    </a:lnTo>
                    <a:lnTo>
                      <a:pt x="415" y="10"/>
                    </a:lnTo>
                    <a:lnTo>
                      <a:pt x="406" y="59"/>
                    </a:lnTo>
                    <a:lnTo>
                      <a:pt x="388" y="101"/>
                    </a:lnTo>
                    <a:lnTo>
                      <a:pt x="357" y="179"/>
                    </a:lnTo>
                    <a:lnTo>
                      <a:pt x="298" y="312"/>
                    </a:lnTo>
                    <a:lnTo>
                      <a:pt x="247" y="428"/>
                    </a:lnTo>
                    <a:lnTo>
                      <a:pt x="234" y="472"/>
                    </a:lnTo>
                    <a:lnTo>
                      <a:pt x="226" y="501"/>
                    </a:lnTo>
                    <a:lnTo>
                      <a:pt x="218" y="518"/>
                    </a:lnTo>
                    <a:lnTo>
                      <a:pt x="210" y="530"/>
                    </a:lnTo>
                    <a:lnTo>
                      <a:pt x="205" y="536"/>
                    </a:lnTo>
                    <a:lnTo>
                      <a:pt x="200" y="539"/>
                    </a:lnTo>
                    <a:lnTo>
                      <a:pt x="193" y="540"/>
                    </a:lnTo>
                    <a:lnTo>
                      <a:pt x="186" y="538"/>
                    </a:lnTo>
                    <a:lnTo>
                      <a:pt x="175" y="532"/>
                    </a:lnTo>
                    <a:lnTo>
                      <a:pt x="162" y="523"/>
                    </a:lnTo>
                    <a:lnTo>
                      <a:pt x="150" y="512"/>
                    </a:lnTo>
                    <a:lnTo>
                      <a:pt x="136" y="501"/>
                    </a:lnTo>
                    <a:lnTo>
                      <a:pt x="123" y="492"/>
                    </a:lnTo>
                    <a:lnTo>
                      <a:pt x="6" y="444"/>
                    </a:lnTo>
                    <a:lnTo>
                      <a:pt x="2" y="441"/>
                    </a:lnTo>
                    <a:lnTo>
                      <a:pt x="0" y="436"/>
                    </a:lnTo>
                    <a:lnTo>
                      <a:pt x="1" y="430"/>
                    </a:lnTo>
                    <a:lnTo>
                      <a:pt x="3" y="424"/>
                    </a:lnTo>
                    <a:lnTo>
                      <a:pt x="95" y="161"/>
                    </a:lnTo>
                  </a:path>
                </a:pathLst>
              </a:custGeom>
              <a:solidFill>
                <a:srgbClr val="005F5F"/>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40" name="Google Shape;1740;p74"/>
            <p:cNvGrpSpPr/>
            <p:nvPr/>
          </p:nvGrpSpPr>
          <p:grpSpPr>
            <a:xfrm>
              <a:off x="3045" y="2169"/>
              <a:ext cx="108" cy="303"/>
              <a:chOff x="3045" y="2169"/>
              <a:chExt cx="108" cy="303"/>
            </a:xfrm>
          </p:grpSpPr>
          <p:sp>
            <p:nvSpPr>
              <p:cNvPr id="1741" name="Google Shape;1741;p74"/>
              <p:cNvSpPr/>
              <p:nvPr/>
            </p:nvSpPr>
            <p:spPr>
              <a:xfrm>
                <a:off x="3050" y="2176"/>
                <a:ext cx="103" cy="296"/>
              </a:xfrm>
              <a:custGeom>
                <a:rect b="b" l="l" r="r" t="t"/>
                <a:pathLst>
                  <a:path extrusionOk="0" h="296" w="103">
                    <a:moveTo>
                      <a:pt x="0" y="0"/>
                    </a:moveTo>
                    <a:lnTo>
                      <a:pt x="3" y="20"/>
                    </a:lnTo>
                    <a:lnTo>
                      <a:pt x="9" y="35"/>
                    </a:lnTo>
                    <a:lnTo>
                      <a:pt x="17" y="48"/>
                    </a:lnTo>
                    <a:lnTo>
                      <a:pt x="30" y="56"/>
                    </a:lnTo>
                    <a:lnTo>
                      <a:pt x="47" y="63"/>
                    </a:lnTo>
                    <a:lnTo>
                      <a:pt x="60" y="74"/>
                    </a:lnTo>
                    <a:lnTo>
                      <a:pt x="71" y="89"/>
                    </a:lnTo>
                    <a:lnTo>
                      <a:pt x="82" y="112"/>
                    </a:lnTo>
                    <a:lnTo>
                      <a:pt x="86" y="132"/>
                    </a:lnTo>
                    <a:lnTo>
                      <a:pt x="83" y="148"/>
                    </a:lnTo>
                    <a:lnTo>
                      <a:pt x="71" y="162"/>
                    </a:lnTo>
                    <a:lnTo>
                      <a:pt x="61" y="175"/>
                    </a:lnTo>
                    <a:lnTo>
                      <a:pt x="54" y="188"/>
                    </a:lnTo>
                    <a:lnTo>
                      <a:pt x="48" y="206"/>
                    </a:lnTo>
                    <a:lnTo>
                      <a:pt x="46" y="225"/>
                    </a:lnTo>
                    <a:lnTo>
                      <a:pt x="51" y="243"/>
                    </a:lnTo>
                    <a:lnTo>
                      <a:pt x="58" y="255"/>
                    </a:lnTo>
                    <a:lnTo>
                      <a:pt x="74" y="272"/>
                    </a:lnTo>
                    <a:lnTo>
                      <a:pt x="86" y="283"/>
                    </a:lnTo>
                    <a:lnTo>
                      <a:pt x="102" y="295"/>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42" name="Google Shape;1742;p74"/>
              <p:cNvSpPr/>
              <p:nvPr/>
            </p:nvSpPr>
            <p:spPr>
              <a:xfrm>
                <a:off x="3045" y="2169"/>
                <a:ext cx="7" cy="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743" name="Google Shape;1743;p74"/>
          <p:cNvSpPr/>
          <p:nvPr/>
        </p:nvSpPr>
        <p:spPr>
          <a:xfrm>
            <a:off x="1511300" y="2361010"/>
            <a:ext cx="736600" cy="878681"/>
          </a:xfrm>
          <a:custGeom>
            <a:rect b="b" l="l" r="r" t="t"/>
            <a:pathLst>
              <a:path extrusionOk="0" h="738" w="464">
                <a:moveTo>
                  <a:pt x="463" y="347"/>
                </a:moveTo>
                <a:lnTo>
                  <a:pt x="332" y="273"/>
                </a:lnTo>
                <a:lnTo>
                  <a:pt x="186" y="14"/>
                </a:lnTo>
                <a:lnTo>
                  <a:pt x="180" y="10"/>
                </a:lnTo>
                <a:lnTo>
                  <a:pt x="170" y="5"/>
                </a:lnTo>
                <a:lnTo>
                  <a:pt x="158" y="2"/>
                </a:lnTo>
                <a:lnTo>
                  <a:pt x="143" y="0"/>
                </a:lnTo>
                <a:lnTo>
                  <a:pt x="128" y="2"/>
                </a:lnTo>
                <a:lnTo>
                  <a:pt x="115" y="7"/>
                </a:lnTo>
                <a:lnTo>
                  <a:pt x="99" y="14"/>
                </a:lnTo>
                <a:lnTo>
                  <a:pt x="79" y="25"/>
                </a:lnTo>
                <a:lnTo>
                  <a:pt x="63" y="36"/>
                </a:lnTo>
                <a:lnTo>
                  <a:pt x="49" y="46"/>
                </a:lnTo>
                <a:lnTo>
                  <a:pt x="38" y="56"/>
                </a:lnTo>
                <a:lnTo>
                  <a:pt x="27" y="69"/>
                </a:lnTo>
                <a:lnTo>
                  <a:pt x="15" y="87"/>
                </a:lnTo>
                <a:lnTo>
                  <a:pt x="8" y="100"/>
                </a:lnTo>
                <a:lnTo>
                  <a:pt x="2" y="119"/>
                </a:lnTo>
                <a:lnTo>
                  <a:pt x="0" y="140"/>
                </a:lnTo>
                <a:lnTo>
                  <a:pt x="0" y="172"/>
                </a:lnTo>
                <a:lnTo>
                  <a:pt x="4" y="208"/>
                </a:lnTo>
                <a:lnTo>
                  <a:pt x="11" y="242"/>
                </a:lnTo>
                <a:lnTo>
                  <a:pt x="23" y="284"/>
                </a:lnTo>
                <a:lnTo>
                  <a:pt x="36" y="318"/>
                </a:lnTo>
                <a:lnTo>
                  <a:pt x="47" y="342"/>
                </a:lnTo>
                <a:lnTo>
                  <a:pt x="63" y="366"/>
                </a:lnTo>
                <a:lnTo>
                  <a:pt x="76" y="383"/>
                </a:lnTo>
                <a:lnTo>
                  <a:pt x="89" y="402"/>
                </a:lnTo>
                <a:lnTo>
                  <a:pt x="105" y="422"/>
                </a:lnTo>
                <a:lnTo>
                  <a:pt x="120" y="433"/>
                </a:lnTo>
                <a:lnTo>
                  <a:pt x="181" y="426"/>
                </a:lnTo>
                <a:lnTo>
                  <a:pt x="228" y="411"/>
                </a:lnTo>
                <a:lnTo>
                  <a:pt x="257" y="419"/>
                </a:lnTo>
                <a:lnTo>
                  <a:pt x="325" y="422"/>
                </a:lnTo>
                <a:lnTo>
                  <a:pt x="408" y="411"/>
                </a:lnTo>
                <a:lnTo>
                  <a:pt x="420" y="438"/>
                </a:lnTo>
                <a:lnTo>
                  <a:pt x="420" y="632"/>
                </a:lnTo>
                <a:lnTo>
                  <a:pt x="418" y="650"/>
                </a:lnTo>
                <a:lnTo>
                  <a:pt x="415" y="662"/>
                </a:lnTo>
                <a:lnTo>
                  <a:pt x="410" y="674"/>
                </a:lnTo>
                <a:lnTo>
                  <a:pt x="402" y="683"/>
                </a:lnTo>
                <a:lnTo>
                  <a:pt x="393" y="691"/>
                </a:lnTo>
                <a:lnTo>
                  <a:pt x="383" y="697"/>
                </a:lnTo>
                <a:lnTo>
                  <a:pt x="374" y="700"/>
                </a:lnTo>
                <a:lnTo>
                  <a:pt x="362" y="702"/>
                </a:lnTo>
                <a:lnTo>
                  <a:pt x="49" y="701"/>
                </a:lnTo>
                <a:lnTo>
                  <a:pt x="49" y="737"/>
                </a:lnTo>
                <a:lnTo>
                  <a:pt x="371" y="736"/>
                </a:lnTo>
                <a:lnTo>
                  <a:pt x="387" y="735"/>
                </a:lnTo>
                <a:lnTo>
                  <a:pt x="398" y="733"/>
                </a:lnTo>
                <a:lnTo>
                  <a:pt x="411" y="730"/>
                </a:lnTo>
                <a:lnTo>
                  <a:pt x="421" y="726"/>
                </a:lnTo>
                <a:lnTo>
                  <a:pt x="431" y="717"/>
                </a:lnTo>
                <a:lnTo>
                  <a:pt x="441" y="704"/>
                </a:lnTo>
                <a:lnTo>
                  <a:pt x="449" y="691"/>
                </a:lnTo>
                <a:lnTo>
                  <a:pt x="455" y="679"/>
                </a:lnTo>
                <a:lnTo>
                  <a:pt x="459" y="664"/>
                </a:lnTo>
                <a:lnTo>
                  <a:pt x="462" y="647"/>
                </a:lnTo>
                <a:lnTo>
                  <a:pt x="463" y="628"/>
                </a:lnTo>
                <a:lnTo>
                  <a:pt x="463" y="347"/>
                </a:lnTo>
              </a:path>
            </a:pathLst>
          </a:custGeom>
          <a:solidFill>
            <a:srgbClr val="FF0066"/>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44" name="Google Shape;1744;p74"/>
          <p:cNvGrpSpPr/>
          <p:nvPr/>
        </p:nvGrpSpPr>
        <p:grpSpPr>
          <a:xfrm>
            <a:off x="1660525" y="1639491"/>
            <a:ext cx="1120775" cy="1590675"/>
            <a:chOff x="1046" y="1377"/>
            <a:chExt cx="706" cy="1336"/>
          </a:xfrm>
        </p:grpSpPr>
        <p:sp>
          <p:nvSpPr>
            <p:cNvPr id="1745" name="Google Shape;1745;p74"/>
            <p:cNvSpPr/>
            <p:nvPr/>
          </p:nvSpPr>
          <p:spPr>
            <a:xfrm>
              <a:off x="1046" y="1377"/>
              <a:ext cx="706" cy="1336"/>
            </a:xfrm>
            <a:custGeom>
              <a:rect b="b" l="l" r="r" t="t"/>
              <a:pathLst>
                <a:path extrusionOk="0" h="1336" w="706">
                  <a:moveTo>
                    <a:pt x="241" y="286"/>
                  </a:moveTo>
                  <a:lnTo>
                    <a:pt x="260" y="225"/>
                  </a:lnTo>
                  <a:lnTo>
                    <a:pt x="275" y="153"/>
                  </a:lnTo>
                  <a:lnTo>
                    <a:pt x="283" y="92"/>
                  </a:lnTo>
                  <a:lnTo>
                    <a:pt x="267" y="57"/>
                  </a:lnTo>
                  <a:lnTo>
                    <a:pt x="251" y="40"/>
                  </a:lnTo>
                  <a:lnTo>
                    <a:pt x="275" y="59"/>
                  </a:lnTo>
                  <a:lnTo>
                    <a:pt x="294" y="90"/>
                  </a:lnTo>
                  <a:lnTo>
                    <a:pt x="279" y="21"/>
                  </a:lnTo>
                  <a:lnTo>
                    <a:pt x="292" y="54"/>
                  </a:lnTo>
                  <a:lnTo>
                    <a:pt x="319" y="96"/>
                  </a:lnTo>
                  <a:lnTo>
                    <a:pt x="331" y="101"/>
                  </a:lnTo>
                  <a:lnTo>
                    <a:pt x="323" y="65"/>
                  </a:lnTo>
                  <a:lnTo>
                    <a:pt x="329" y="69"/>
                  </a:lnTo>
                  <a:lnTo>
                    <a:pt x="333" y="38"/>
                  </a:lnTo>
                  <a:lnTo>
                    <a:pt x="324" y="5"/>
                  </a:lnTo>
                  <a:lnTo>
                    <a:pt x="366" y="92"/>
                  </a:lnTo>
                  <a:lnTo>
                    <a:pt x="369" y="78"/>
                  </a:lnTo>
                  <a:lnTo>
                    <a:pt x="375" y="88"/>
                  </a:lnTo>
                  <a:lnTo>
                    <a:pt x="377" y="75"/>
                  </a:lnTo>
                  <a:lnTo>
                    <a:pt x="368" y="53"/>
                  </a:lnTo>
                  <a:lnTo>
                    <a:pt x="370" y="11"/>
                  </a:lnTo>
                  <a:lnTo>
                    <a:pt x="385" y="92"/>
                  </a:lnTo>
                  <a:lnTo>
                    <a:pt x="393" y="19"/>
                  </a:lnTo>
                  <a:lnTo>
                    <a:pt x="393" y="76"/>
                  </a:lnTo>
                  <a:lnTo>
                    <a:pt x="400" y="90"/>
                  </a:lnTo>
                  <a:lnTo>
                    <a:pt x="412" y="26"/>
                  </a:lnTo>
                  <a:lnTo>
                    <a:pt x="440" y="0"/>
                  </a:lnTo>
                  <a:lnTo>
                    <a:pt x="422" y="26"/>
                  </a:lnTo>
                  <a:lnTo>
                    <a:pt x="411" y="77"/>
                  </a:lnTo>
                  <a:lnTo>
                    <a:pt x="414" y="86"/>
                  </a:lnTo>
                  <a:lnTo>
                    <a:pt x="433" y="50"/>
                  </a:lnTo>
                  <a:lnTo>
                    <a:pt x="420" y="81"/>
                  </a:lnTo>
                  <a:lnTo>
                    <a:pt x="420" y="94"/>
                  </a:lnTo>
                  <a:lnTo>
                    <a:pt x="460" y="19"/>
                  </a:lnTo>
                  <a:lnTo>
                    <a:pt x="461" y="32"/>
                  </a:lnTo>
                  <a:lnTo>
                    <a:pt x="443" y="75"/>
                  </a:lnTo>
                  <a:lnTo>
                    <a:pt x="443" y="101"/>
                  </a:lnTo>
                  <a:lnTo>
                    <a:pt x="449" y="105"/>
                  </a:lnTo>
                  <a:lnTo>
                    <a:pt x="458" y="57"/>
                  </a:lnTo>
                  <a:lnTo>
                    <a:pt x="476" y="25"/>
                  </a:lnTo>
                  <a:lnTo>
                    <a:pt x="461" y="61"/>
                  </a:lnTo>
                  <a:lnTo>
                    <a:pt x="465" y="111"/>
                  </a:lnTo>
                  <a:lnTo>
                    <a:pt x="474" y="108"/>
                  </a:lnTo>
                  <a:lnTo>
                    <a:pt x="493" y="43"/>
                  </a:lnTo>
                  <a:lnTo>
                    <a:pt x="479" y="113"/>
                  </a:lnTo>
                  <a:lnTo>
                    <a:pt x="510" y="57"/>
                  </a:lnTo>
                  <a:lnTo>
                    <a:pt x="536" y="38"/>
                  </a:lnTo>
                  <a:lnTo>
                    <a:pt x="515" y="65"/>
                  </a:lnTo>
                  <a:lnTo>
                    <a:pt x="501" y="94"/>
                  </a:lnTo>
                  <a:lnTo>
                    <a:pt x="525" y="85"/>
                  </a:lnTo>
                  <a:lnTo>
                    <a:pt x="495" y="106"/>
                  </a:lnTo>
                  <a:lnTo>
                    <a:pt x="490" y="128"/>
                  </a:lnTo>
                  <a:lnTo>
                    <a:pt x="499" y="132"/>
                  </a:lnTo>
                  <a:lnTo>
                    <a:pt x="528" y="86"/>
                  </a:lnTo>
                  <a:lnTo>
                    <a:pt x="565" y="59"/>
                  </a:lnTo>
                  <a:lnTo>
                    <a:pt x="517" y="121"/>
                  </a:lnTo>
                  <a:lnTo>
                    <a:pt x="540" y="101"/>
                  </a:lnTo>
                  <a:lnTo>
                    <a:pt x="661" y="82"/>
                  </a:lnTo>
                  <a:lnTo>
                    <a:pt x="534" y="112"/>
                  </a:lnTo>
                  <a:lnTo>
                    <a:pt x="521" y="133"/>
                  </a:lnTo>
                  <a:lnTo>
                    <a:pt x="534" y="129"/>
                  </a:lnTo>
                  <a:lnTo>
                    <a:pt x="570" y="110"/>
                  </a:lnTo>
                  <a:lnTo>
                    <a:pt x="541" y="139"/>
                  </a:lnTo>
                  <a:lnTo>
                    <a:pt x="518" y="152"/>
                  </a:lnTo>
                  <a:lnTo>
                    <a:pt x="518" y="170"/>
                  </a:lnTo>
                  <a:lnTo>
                    <a:pt x="525" y="183"/>
                  </a:lnTo>
                  <a:lnTo>
                    <a:pt x="537" y="198"/>
                  </a:lnTo>
                  <a:lnTo>
                    <a:pt x="553" y="219"/>
                  </a:lnTo>
                  <a:lnTo>
                    <a:pt x="566" y="237"/>
                  </a:lnTo>
                  <a:lnTo>
                    <a:pt x="580" y="256"/>
                  </a:lnTo>
                  <a:lnTo>
                    <a:pt x="592" y="274"/>
                  </a:lnTo>
                  <a:lnTo>
                    <a:pt x="601" y="288"/>
                  </a:lnTo>
                  <a:lnTo>
                    <a:pt x="615" y="313"/>
                  </a:lnTo>
                  <a:lnTo>
                    <a:pt x="630" y="340"/>
                  </a:lnTo>
                  <a:lnTo>
                    <a:pt x="641" y="365"/>
                  </a:lnTo>
                  <a:lnTo>
                    <a:pt x="640" y="370"/>
                  </a:lnTo>
                  <a:lnTo>
                    <a:pt x="637" y="376"/>
                  </a:lnTo>
                  <a:lnTo>
                    <a:pt x="633" y="380"/>
                  </a:lnTo>
                  <a:lnTo>
                    <a:pt x="628" y="381"/>
                  </a:lnTo>
                  <a:lnTo>
                    <a:pt x="619" y="383"/>
                  </a:lnTo>
                  <a:lnTo>
                    <a:pt x="532" y="375"/>
                  </a:lnTo>
                  <a:lnTo>
                    <a:pt x="525" y="393"/>
                  </a:lnTo>
                  <a:lnTo>
                    <a:pt x="513" y="455"/>
                  </a:lnTo>
                  <a:lnTo>
                    <a:pt x="505" y="499"/>
                  </a:lnTo>
                  <a:lnTo>
                    <a:pt x="494" y="535"/>
                  </a:lnTo>
                  <a:lnTo>
                    <a:pt x="488" y="538"/>
                  </a:lnTo>
                  <a:lnTo>
                    <a:pt x="480" y="540"/>
                  </a:lnTo>
                  <a:lnTo>
                    <a:pt x="472" y="541"/>
                  </a:lnTo>
                  <a:lnTo>
                    <a:pt x="443" y="541"/>
                  </a:lnTo>
                  <a:lnTo>
                    <a:pt x="374" y="512"/>
                  </a:lnTo>
                  <a:lnTo>
                    <a:pt x="367" y="524"/>
                  </a:lnTo>
                  <a:lnTo>
                    <a:pt x="356" y="568"/>
                  </a:lnTo>
                  <a:lnTo>
                    <a:pt x="348" y="602"/>
                  </a:lnTo>
                  <a:lnTo>
                    <a:pt x="338" y="648"/>
                  </a:lnTo>
                  <a:lnTo>
                    <a:pt x="335" y="678"/>
                  </a:lnTo>
                  <a:lnTo>
                    <a:pt x="350" y="698"/>
                  </a:lnTo>
                  <a:lnTo>
                    <a:pt x="369" y="722"/>
                  </a:lnTo>
                  <a:lnTo>
                    <a:pt x="392" y="755"/>
                  </a:lnTo>
                  <a:lnTo>
                    <a:pt x="427" y="763"/>
                  </a:lnTo>
                  <a:lnTo>
                    <a:pt x="454" y="769"/>
                  </a:lnTo>
                  <a:lnTo>
                    <a:pt x="492" y="776"/>
                  </a:lnTo>
                  <a:lnTo>
                    <a:pt x="514" y="780"/>
                  </a:lnTo>
                  <a:lnTo>
                    <a:pt x="534" y="781"/>
                  </a:lnTo>
                  <a:lnTo>
                    <a:pt x="549" y="783"/>
                  </a:lnTo>
                  <a:lnTo>
                    <a:pt x="563" y="783"/>
                  </a:lnTo>
                  <a:lnTo>
                    <a:pt x="580" y="781"/>
                  </a:lnTo>
                  <a:lnTo>
                    <a:pt x="604" y="780"/>
                  </a:lnTo>
                  <a:lnTo>
                    <a:pt x="631" y="765"/>
                  </a:lnTo>
                  <a:lnTo>
                    <a:pt x="639" y="762"/>
                  </a:lnTo>
                  <a:lnTo>
                    <a:pt x="646" y="763"/>
                  </a:lnTo>
                  <a:lnTo>
                    <a:pt x="651" y="766"/>
                  </a:lnTo>
                  <a:lnTo>
                    <a:pt x="659" y="774"/>
                  </a:lnTo>
                  <a:lnTo>
                    <a:pt x="661" y="780"/>
                  </a:lnTo>
                  <a:lnTo>
                    <a:pt x="663" y="790"/>
                  </a:lnTo>
                  <a:lnTo>
                    <a:pt x="664" y="801"/>
                  </a:lnTo>
                  <a:lnTo>
                    <a:pt x="673" y="805"/>
                  </a:lnTo>
                  <a:lnTo>
                    <a:pt x="685" y="812"/>
                  </a:lnTo>
                  <a:lnTo>
                    <a:pt x="694" y="819"/>
                  </a:lnTo>
                  <a:lnTo>
                    <a:pt x="705" y="828"/>
                  </a:lnTo>
                  <a:lnTo>
                    <a:pt x="704" y="834"/>
                  </a:lnTo>
                  <a:lnTo>
                    <a:pt x="701" y="843"/>
                  </a:lnTo>
                  <a:lnTo>
                    <a:pt x="696" y="849"/>
                  </a:lnTo>
                  <a:lnTo>
                    <a:pt x="689" y="855"/>
                  </a:lnTo>
                  <a:lnTo>
                    <a:pt x="692" y="861"/>
                  </a:lnTo>
                  <a:lnTo>
                    <a:pt x="695" y="868"/>
                  </a:lnTo>
                  <a:lnTo>
                    <a:pt x="698" y="879"/>
                  </a:lnTo>
                  <a:lnTo>
                    <a:pt x="698" y="886"/>
                  </a:lnTo>
                  <a:lnTo>
                    <a:pt x="695" y="896"/>
                  </a:lnTo>
                  <a:lnTo>
                    <a:pt x="689" y="901"/>
                  </a:lnTo>
                  <a:lnTo>
                    <a:pt x="675" y="910"/>
                  </a:lnTo>
                  <a:lnTo>
                    <a:pt x="677" y="923"/>
                  </a:lnTo>
                  <a:lnTo>
                    <a:pt x="677" y="931"/>
                  </a:lnTo>
                  <a:lnTo>
                    <a:pt x="675" y="936"/>
                  </a:lnTo>
                  <a:lnTo>
                    <a:pt x="671" y="940"/>
                  </a:lnTo>
                  <a:lnTo>
                    <a:pt x="666" y="943"/>
                  </a:lnTo>
                  <a:lnTo>
                    <a:pt x="660" y="941"/>
                  </a:lnTo>
                  <a:lnTo>
                    <a:pt x="648" y="937"/>
                  </a:lnTo>
                  <a:lnTo>
                    <a:pt x="618" y="925"/>
                  </a:lnTo>
                  <a:lnTo>
                    <a:pt x="581" y="910"/>
                  </a:lnTo>
                  <a:lnTo>
                    <a:pt x="528" y="895"/>
                  </a:lnTo>
                  <a:lnTo>
                    <a:pt x="520" y="895"/>
                  </a:lnTo>
                  <a:lnTo>
                    <a:pt x="490" y="888"/>
                  </a:lnTo>
                  <a:lnTo>
                    <a:pt x="430" y="872"/>
                  </a:lnTo>
                  <a:lnTo>
                    <a:pt x="380" y="865"/>
                  </a:lnTo>
                  <a:lnTo>
                    <a:pt x="369" y="867"/>
                  </a:lnTo>
                  <a:lnTo>
                    <a:pt x="343" y="868"/>
                  </a:lnTo>
                  <a:lnTo>
                    <a:pt x="330" y="857"/>
                  </a:lnTo>
                  <a:lnTo>
                    <a:pt x="321" y="849"/>
                  </a:lnTo>
                  <a:lnTo>
                    <a:pt x="315" y="843"/>
                  </a:lnTo>
                  <a:lnTo>
                    <a:pt x="311" y="834"/>
                  </a:lnTo>
                  <a:lnTo>
                    <a:pt x="306" y="824"/>
                  </a:lnTo>
                  <a:lnTo>
                    <a:pt x="276" y="783"/>
                  </a:lnTo>
                  <a:lnTo>
                    <a:pt x="303" y="819"/>
                  </a:lnTo>
                  <a:lnTo>
                    <a:pt x="313" y="834"/>
                  </a:lnTo>
                  <a:lnTo>
                    <a:pt x="317" y="845"/>
                  </a:lnTo>
                  <a:lnTo>
                    <a:pt x="341" y="867"/>
                  </a:lnTo>
                  <a:lnTo>
                    <a:pt x="353" y="869"/>
                  </a:lnTo>
                  <a:lnTo>
                    <a:pt x="370" y="866"/>
                  </a:lnTo>
                  <a:lnTo>
                    <a:pt x="382" y="867"/>
                  </a:lnTo>
                  <a:lnTo>
                    <a:pt x="403" y="875"/>
                  </a:lnTo>
                  <a:lnTo>
                    <a:pt x="414" y="885"/>
                  </a:lnTo>
                  <a:lnTo>
                    <a:pt x="425" y="894"/>
                  </a:lnTo>
                  <a:lnTo>
                    <a:pt x="436" y="907"/>
                  </a:lnTo>
                  <a:lnTo>
                    <a:pt x="441" y="915"/>
                  </a:lnTo>
                  <a:lnTo>
                    <a:pt x="440" y="924"/>
                  </a:lnTo>
                  <a:lnTo>
                    <a:pt x="432" y="935"/>
                  </a:lnTo>
                  <a:lnTo>
                    <a:pt x="423" y="948"/>
                  </a:lnTo>
                  <a:lnTo>
                    <a:pt x="405" y="968"/>
                  </a:lnTo>
                  <a:lnTo>
                    <a:pt x="379" y="994"/>
                  </a:lnTo>
                  <a:lnTo>
                    <a:pt x="362" y="1013"/>
                  </a:lnTo>
                  <a:lnTo>
                    <a:pt x="325" y="1036"/>
                  </a:lnTo>
                  <a:lnTo>
                    <a:pt x="271" y="1067"/>
                  </a:lnTo>
                  <a:lnTo>
                    <a:pt x="233" y="1087"/>
                  </a:lnTo>
                  <a:lnTo>
                    <a:pt x="224" y="1098"/>
                  </a:lnTo>
                  <a:lnTo>
                    <a:pt x="213" y="1110"/>
                  </a:lnTo>
                  <a:lnTo>
                    <a:pt x="193" y="1125"/>
                  </a:lnTo>
                  <a:lnTo>
                    <a:pt x="188" y="1147"/>
                  </a:lnTo>
                  <a:lnTo>
                    <a:pt x="188" y="1189"/>
                  </a:lnTo>
                  <a:lnTo>
                    <a:pt x="192" y="1223"/>
                  </a:lnTo>
                  <a:lnTo>
                    <a:pt x="199" y="1246"/>
                  </a:lnTo>
                  <a:lnTo>
                    <a:pt x="233" y="1290"/>
                  </a:lnTo>
                  <a:lnTo>
                    <a:pt x="253" y="1310"/>
                  </a:lnTo>
                  <a:lnTo>
                    <a:pt x="255" y="1315"/>
                  </a:lnTo>
                  <a:lnTo>
                    <a:pt x="254" y="1322"/>
                  </a:lnTo>
                  <a:lnTo>
                    <a:pt x="216" y="1335"/>
                  </a:lnTo>
                  <a:lnTo>
                    <a:pt x="175" y="1330"/>
                  </a:lnTo>
                  <a:lnTo>
                    <a:pt x="153" y="1328"/>
                  </a:lnTo>
                  <a:lnTo>
                    <a:pt x="132" y="1332"/>
                  </a:lnTo>
                  <a:lnTo>
                    <a:pt x="111" y="1332"/>
                  </a:lnTo>
                  <a:lnTo>
                    <a:pt x="90" y="1328"/>
                  </a:lnTo>
                  <a:lnTo>
                    <a:pt x="87" y="1324"/>
                  </a:lnTo>
                  <a:lnTo>
                    <a:pt x="84" y="1318"/>
                  </a:lnTo>
                  <a:lnTo>
                    <a:pt x="87" y="1248"/>
                  </a:lnTo>
                  <a:lnTo>
                    <a:pt x="97" y="1177"/>
                  </a:lnTo>
                  <a:lnTo>
                    <a:pt x="89" y="1154"/>
                  </a:lnTo>
                  <a:lnTo>
                    <a:pt x="74" y="1133"/>
                  </a:lnTo>
                  <a:lnTo>
                    <a:pt x="69" y="1127"/>
                  </a:lnTo>
                  <a:lnTo>
                    <a:pt x="57" y="1116"/>
                  </a:lnTo>
                  <a:lnTo>
                    <a:pt x="49" y="1110"/>
                  </a:lnTo>
                  <a:lnTo>
                    <a:pt x="48" y="1102"/>
                  </a:lnTo>
                  <a:lnTo>
                    <a:pt x="49" y="1096"/>
                  </a:lnTo>
                  <a:lnTo>
                    <a:pt x="60" y="1083"/>
                  </a:lnTo>
                  <a:lnTo>
                    <a:pt x="74" y="1069"/>
                  </a:lnTo>
                  <a:lnTo>
                    <a:pt x="87" y="1060"/>
                  </a:lnTo>
                  <a:lnTo>
                    <a:pt x="105" y="1059"/>
                  </a:lnTo>
                  <a:lnTo>
                    <a:pt x="121" y="1060"/>
                  </a:lnTo>
                  <a:lnTo>
                    <a:pt x="192" y="1015"/>
                  </a:lnTo>
                  <a:lnTo>
                    <a:pt x="245" y="980"/>
                  </a:lnTo>
                  <a:lnTo>
                    <a:pt x="293" y="952"/>
                  </a:lnTo>
                  <a:lnTo>
                    <a:pt x="277" y="954"/>
                  </a:lnTo>
                  <a:lnTo>
                    <a:pt x="231" y="941"/>
                  </a:lnTo>
                  <a:lnTo>
                    <a:pt x="183" y="937"/>
                  </a:lnTo>
                  <a:lnTo>
                    <a:pt x="117" y="927"/>
                  </a:lnTo>
                  <a:lnTo>
                    <a:pt x="97" y="931"/>
                  </a:lnTo>
                  <a:lnTo>
                    <a:pt x="49" y="925"/>
                  </a:lnTo>
                  <a:lnTo>
                    <a:pt x="38" y="923"/>
                  </a:lnTo>
                  <a:lnTo>
                    <a:pt x="26" y="918"/>
                  </a:lnTo>
                  <a:lnTo>
                    <a:pt x="17" y="912"/>
                  </a:lnTo>
                  <a:lnTo>
                    <a:pt x="11" y="905"/>
                  </a:lnTo>
                  <a:lnTo>
                    <a:pt x="6" y="893"/>
                  </a:lnTo>
                  <a:lnTo>
                    <a:pt x="2" y="876"/>
                  </a:lnTo>
                  <a:lnTo>
                    <a:pt x="0" y="861"/>
                  </a:lnTo>
                  <a:lnTo>
                    <a:pt x="0" y="839"/>
                  </a:lnTo>
                  <a:lnTo>
                    <a:pt x="1" y="822"/>
                  </a:lnTo>
                  <a:lnTo>
                    <a:pt x="3" y="803"/>
                  </a:lnTo>
                  <a:lnTo>
                    <a:pt x="5" y="786"/>
                  </a:lnTo>
                  <a:lnTo>
                    <a:pt x="11" y="773"/>
                  </a:lnTo>
                  <a:lnTo>
                    <a:pt x="27" y="724"/>
                  </a:lnTo>
                  <a:lnTo>
                    <a:pt x="46" y="664"/>
                  </a:lnTo>
                  <a:lnTo>
                    <a:pt x="60" y="624"/>
                  </a:lnTo>
                  <a:lnTo>
                    <a:pt x="94" y="557"/>
                  </a:lnTo>
                  <a:lnTo>
                    <a:pt x="129" y="504"/>
                  </a:lnTo>
                  <a:lnTo>
                    <a:pt x="159" y="464"/>
                  </a:lnTo>
                  <a:lnTo>
                    <a:pt x="178" y="438"/>
                  </a:lnTo>
                  <a:lnTo>
                    <a:pt x="192" y="414"/>
                  </a:lnTo>
                  <a:lnTo>
                    <a:pt x="209" y="393"/>
                  </a:lnTo>
                  <a:lnTo>
                    <a:pt x="213" y="362"/>
                  </a:lnTo>
                  <a:lnTo>
                    <a:pt x="230" y="322"/>
                  </a:lnTo>
                  <a:lnTo>
                    <a:pt x="241" y="286"/>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46" name="Google Shape;1746;p74"/>
            <p:cNvGrpSpPr/>
            <p:nvPr/>
          </p:nvGrpSpPr>
          <p:grpSpPr>
            <a:xfrm>
              <a:off x="1458" y="1541"/>
              <a:ext cx="92" cy="122"/>
              <a:chOff x="1458" y="1541"/>
              <a:chExt cx="92" cy="122"/>
            </a:xfrm>
          </p:grpSpPr>
          <p:sp>
            <p:nvSpPr>
              <p:cNvPr id="1747" name="Google Shape;1747;p74"/>
              <p:cNvSpPr/>
              <p:nvPr/>
            </p:nvSpPr>
            <p:spPr>
              <a:xfrm>
                <a:off x="1458" y="1541"/>
                <a:ext cx="92" cy="45"/>
              </a:xfrm>
              <a:custGeom>
                <a:rect b="b" l="l" r="r" t="t"/>
                <a:pathLst>
                  <a:path extrusionOk="0" h="45" w="92">
                    <a:moveTo>
                      <a:pt x="0" y="14"/>
                    </a:moveTo>
                    <a:lnTo>
                      <a:pt x="11" y="9"/>
                    </a:lnTo>
                    <a:lnTo>
                      <a:pt x="22" y="4"/>
                    </a:lnTo>
                    <a:lnTo>
                      <a:pt x="31" y="2"/>
                    </a:lnTo>
                    <a:lnTo>
                      <a:pt x="40" y="0"/>
                    </a:lnTo>
                    <a:lnTo>
                      <a:pt x="48" y="0"/>
                    </a:lnTo>
                    <a:lnTo>
                      <a:pt x="55" y="2"/>
                    </a:lnTo>
                    <a:lnTo>
                      <a:pt x="58" y="6"/>
                    </a:lnTo>
                    <a:lnTo>
                      <a:pt x="62" y="13"/>
                    </a:lnTo>
                    <a:lnTo>
                      <a:pt x="66" y="20"/>
                    </a:lnTo>
                    <a:lnTo>
                      <a:pt x="71" y="29"/>
                    </a:lnTo>
                    <a:lnTo>
                      <a:pt x="75" y="35"/>
                    </a:lnTo>
                    <a:lnTo>
                      <a:pt x="82" y="41"/>
                    </a:lnTo>
                    <a:lnTo>
                      <a:pt x="91" y="44"/>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48" name="Google Shape;1748;p74"/>
              <p:cNvSpPr/>
              <p:nvPr/>
            </p:nvSpPr>
            <p:spPr>
              <a:xfrm>
                <a:off x="1519" y="1590"/>
                <a:ext cx="29" cy="73"/>
              </a:xfrm>
              <a:custGeom>
                <a:rect b="b" l="l" r="r" t="t"/>
                <a:pathLst>
                  <a:path extrusionOk="0" h="73" w="29">
                    <a:moveTo>
                      <a:pt x="25" y="0"/>
                    </a:moveTo>
                    <a:lnTo>
                      <a:pt x="19" y="4"/>
                    </a:lnTo>
                    <a:lnTo>
                      <a:pt x="14" y="11"/>
                    </a:lnTo>
                    <a:lnTo>
                      <a:pt x="8" y="20"/>
                    </a:lnTo>
                    <a:lnTo>
                      <a:pt x="4" y="29"/>
                    </a:lnTo>
                    <a:lnTo>
                      <a:pt x="1" y="38"/>
                    </a:lnTo>
                    <a:lnTo>
                      <a:pt x="0" y="47"/>
                    </a:lnTo>
                    <a:lnTo>
                      <a:pt x="0" y="56"/>
                    </a:lnTo>
                    <a:lnTo>
                      <a:pt x="2" y="67"/>
                    </a:lnTo>
                    <a:lnTo>
                      <a:pt x="4" y="72"/>
                    </a:lnTo>
                    <a:lnTo>
                      <a:pt x="9" y="67"/>
                    </a:lnTo>
                    <a:lnTo>
                      <a:pt x="13" y="62"/>
                    </a:lnTo>
                    <a:lnTo>
                      <a:pt x="17" y="56"/>
                    </a:lnTo>
                    <a:lnTo>
                      <a:pt x="21" y="50"/>
                    </a:lnTo>
                    <a:lnTo>
                      <a:pt x="24" y="42"/>
                    </a:lnTo>
                    <a:lnTo>
                      <a:pt x="26" y="34"/>
                    </a:lnTo>
                    <a:lnTo>
                      <a:pt x="28" y="24"/>
                    </a:lnTo>
                    <a:lnTo>
                      <a:pt x="28" y="16"/>
                    </a:lnTo>
                    <a:lnTo>
                      <a:pt x="27" y="7"/>
                    </a:lnTo>
                    <a:lnTo>
                      <a:pt x="25"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sp>
        <p:nvSpPr>
          <p:cNvPr id="1749" name="Google Shape;1749;p74"/>
          <p:cNvSpPr/>
          <p:nvPr/>
        </p:nvSpPr>
        <p:spPr>
          <a:xfrm>
            <a:off x="6600825" y="2391966"/>
            <a:ext cx="733425" cy="847725"/>
          </a:xfrm>
          <a:custGeom>
            <a:rect b="b" l="l" r="r" t="t"/>
            <a:pathLst>
              <a:path extrusionOk="0" h="712" w="462">
                <a:moveTo>
                  <a:pt x="295" y="79"/>
                </a:moveTo>
                <a:lnTo>
                  <a:pt x="380" y="0"/>
                </a:lnTo>
                <a:lnTo>
                  <a:pt x="388" y="1"/>
                </a:lnTo>
                <a:lnTo>
                  <a:pt x="395" y="4"/>
                </a:lnTo>
                <a:lnTo>
                  <a:pt x="402" y="10"/>
                </a:lnTo>
                <a:lnTo>
                  <a:pt x="411" y="18"/>
                </a:lnTo>
                <a:lnTo>
                  <a:pt x="421" y="28"/>
                </a:lnTo>
                <a:lnTo>
                  <a:pt x="430" y="39"/>
                </a:lnTo>
                <a:lnTo>
                  <a:pt x="437" y="49"/>
                </a:lnTo>
                <a:lnTo>
                  <a:pt x="446" y="65"/>
                </a:lnTo>
                <a:lnTo>
                  <a:pt x="452" y="78"/>
                </a:lnTo>
                <a:lnTo>
                  <a:pt x="458" y="92"/>
                </a:lnTo>
                <a:lnTo>
                  <a:pt x="460" y="108"/>
                </a:lnTo>
                <a:lnTo>
                  <a:pt x="461" y="123"/>
                </a:lnTo>
                <a:lnTo>
                  <a:pt x="461" y="137"/>
                </a:lnTo>
                <a:lnTo>
                  <a:pt x="461" y="150"/>
                </a:lnTo>
                <a:lnTo>
                  <a:pt x="459" y="168"/>
                </a:lnTo>
                <a:lnTo>
                  <a:pt x="455" y="185"/>
                </a:lnTo>
                <a:lnTo>
                  <a:pt x="449" y="200"/>
                </a:lnTo>
                <a:lnTo>
                  <a:pt x="440" y="214"/>
                </a:lnTo>
                <a:lnTo>
                  <a:pt x="426" y="229"/>
                </a:lnTo>
                <a:lnTo>
                  <a:pt x="413" y="244"/>
                </a:lnTo>
                <a:lnTo>
                  <a:pt x="400" y="260"/>
                </a:lnTo>
                <a:lnTo>
                  <a:pt x="384" y="280"/>
                </a:lnTo>
                <a:lnTo>
                  <a:pt x="372" y="296"/>
                </a:lnTo>
                <a:lnTo>
                  <a:pt x="359" y="308"/>
                </a:lnTo>
                <a:lnTo>
                  <a:pt x="349" y="320"/>
                </a:lnTo>
                <a:lnTo>
                  <a:pt x="337" y="330"/>
                </a:lnTo>
                <a:lnTo>
                  <a:pt x="325" y="341"/>
                </a:lnTo>
                <a:lnTo>
                  <a:pt x="317" y="360"/>
                </a:lnTo>
                <a:lnTo>
                  <a:pt x="311" y="381"/>
                </a:lnTo>
                <a:lnTo>
                  <a:pt x="302" y="403"/>
                </a:lnTo>
                <a:lnTo>
                  <a:pt x="294" y="415"/>
                </a:lnTo>
                <a:lnTo>
                  <a:pt x="288" y="425"/>
                </a:lnTo>
                <a:lnTo>
                  <a:pt x="281" y="433"/>
                </a:lnTo>
                <a:lnTo>
                  <a:pt x="274" y="439"/>
                </a:lnTo>
                <a:lnTo>
                  <a:pt x="264" y="443"/>
                </a:lnTo>
                <a:lnTo>
                  <a:pt x="253" y="446"/>
                </a:lnTo>
                <a:lnTo>
                  <a:pt x="242" y="446"/>
                </a:lnTo>
                <a:lnTo>
                  <a:pt x="212" y="444"/>
                </a:lnTo>
                <a:lnTo>
                  <a:pt x="170" y="440"/>
                </a:lnTo>
                <a:lnTo>
                  <a:pt x="125" y="439"/>
                </a:lnTo>
                <a:lnTo>
                  <a:pt x="50" y="449"/>
                </a:lnTo>
                <a:lnTo>
                  <a:pt x="46" y="475"/>
                </a:lnTo>
                <a:lnTo>
                  <a:pt x="41" y="508"/>
                </a:lnTo>
                <a:lnTo>
                  <a:pt x="36" y="548"/>
                </a:lnTo>
                <a:lnTo>
                  <a:pt x="40" y="591"/>
                </a:lnTo>
                <a:lnTo>
                  <a:pt x="45" y="624"/>
                </a:lnTo>
                <a:lnTo>
                  <a:pt x="49" y="666"/>
                </a:lnTo>
                <a:lnTo>
                  <a:pt x="51" y="669"/>
                </a:lnTo>
                <a:lnTo>
                  <a:pt x="56" y="671"/>
                </a:lnTo>
                <a:lnTo>
                  <a:pt x="87" y="671"/>
                </a:lnTo>
                <a:lnTo>
                  <a:pt x="305" y="677"/>
                </a:lnTo>
                <a:lnTo>
                  <a:pt x="305" y="711"/>
                </a:lnTo>
                <a:lnTo>
                  <a:pt x="190" y="705"/>
                </a:lnTo>
                <a:lnTo>
                  <a:pt x="62" y="698"/>
                </a:lnTo>
                <a:lnTo>
                  <a:pt x="15" y="696"/>
                </a:lnTo>
                <a:lnTo>
                  <a:pt x="14" y="661"/>
                </a:lnTo>
                <a:lnTo>
                  <a:pt x="12" y="622"/>
                </a:lnTo>
                <a:lnTo>
                  <a:pt x="9" y="575"/>
                </a:lnTo>
                <a:lnTo>
                  <a:pt x="7" y="522"/>
                </a:lnTo>
                <a:lnTo>
                  <a:pt x="5" y="469"/>
                </a:lnTo>
                <a:lnTo>
                  <a:pt x="2" y="419"/>
                </a:lnTo>
                <a:lnTo>
                  <a:pt x="0" y="349"/>
                </a:lnTo>
                <a:lnTo>
                  <a:pt x="295" y="79"/>
                </a:lnTo>
              </a:path>
            </a:pathLst>
          </a:custGeom>
          <a:solidFill>
            <a:schemeClr val="hlink"/>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50" name="Google Shape;1750;p74"/>
          <p:cNvGrpSpPr/>
          <p:nvPr/>
        </p:nvGrpSpPr>
        <p:grpSpPr>
          <a:xfrm>
            <a:off x="5922963" y="1724025"/>
            <a:ext cx="1516062" cy="1508522"/>
            <a:chOff x="3731" y="1448"/>
            <a:chExt cx="955" cy="1267"/>
          </a:xfrm>
        </p:grpSpPr>
        <p:sp>
          <p:nvSpPr>
            <p:cNvPr id="1751" name="Google Shape;1751;p74"/>
            <p:cNvSpPr/>
            <p:nvPr/>
          </p:nvSpPr>
          <p:spPr>
            <a:xfrm>
              <a:off x="3731" y="1448"/>
              <a:ext cx="955" cy="1267"/>
            </a:xfrm>
            <a:custGeom>
              <a:rect b="b" l="l" r="r" t="t"/>
              <a:pathLst>
                <a:path extrusionOk="0" h="1267" w="955">
                  <a:moveTo>
                    <a:pt x="879" y="275"/>
                  </a:moveTo>
                  <a:lnTo>
                    <a:pt x="890" y="259"/>
                  </a:lnTo>
                  <a:lnTo>
                    <a:pt x="901" y="232"/>
                  </a:lnTo>
                  <a:lnTo>
                    <a:pt x="917" y="209"/>
                  </a:lnTo>
                  <a:lnTo>
                    <a:pt x="954" y="181"/>
                  </a:lnTo>
                  <a:lnTo>
                    <a:pt x="898" y="212"/>
                  </a:lnTo>
                  <a:lnTo>
                    <a:pt x="895" y="208"/>
                  </a:lnTo>
                  <a:lnTo>
                    <a:pt x="891" y="204"/>
                  </a:lnTo>
                  <a:lnTo>
                    <a:pt x="954" y="157"/>
                  </a:lnTo>
                  <a:lnTo>
                    <a:pt x="923" y="172"/>
                  </a:lnTo>
                  <a:lnTo>
                    <a:pt x="938" y="133"/>
                  </a:lnTo>
                  <a:lnTo>
                    <a:pt x="906" y="173"/>
                  </a:lnTo>
                  <a:lnTo>
                    <a:pt x="871" y="190"/>
                  </a:lnTo>
                  <a:lnTo>
                    <a:pt x="863" y="187"/>
                  </a:lnTo>
                  <a:lnTo>
                    <a:pt x="922" y="114"/>
                  </a:lnTo>
                  <a:lnTo>
                    <a:pt x="885" y="136"/>
                  </a:lnTo>
                  <a:lnTo>
                    <a:pt x="846" y="186"/>
                  </a:lnTo>
                  <a:lnTo>
                    <a:pt x="884" y="114"/>
                  </a:lnTo>
                  <a:lnTo>
                    <a:pt x="824" y="163"/>
                  </a:lnTo>
                  <a:lnTo>
                    <a:pt x="860" y="109"/>
                  </a:lnTo>
                  <a:lnTo>
                    <a:pt x="813" y="162"/>
                  </a:lnTo>
                  <a:lnTo>
                    <a:pt x="804" y="154"/>
                  </a:lnTo>
                  <a:lnTo>
                    <a:pt x="855" y="85"/>
                  </a:lnTo>
                  <a:lnTo>
                    <a:pt x="791" y="152"/>
                  </a:lnTo>
                  <a:lnTo>
                    <a:pt x="782" y="152"/>
                  </a:lnTo>
                  <a:lnTo>
                    <a:pt x="826" y="93"/>
                  </a:lnTo>
                  <a:lnTo>
                    <a:pt x="779" y="141"/>
                  </a:lnTo>
                  <a:lnTo>
                    <a:pt x="807" y="82"/>
                  </a:lnTo>
                  <a:lnTo>
                    <a:pt x="777" y="121"/>
                  </a:lnTo>
                  <a:lnTo>
                    <a:pt x="754" y="137"/>
                  </a:lnTo>
                  <a:lnTo>
                    <a:pt x="784" y="64"/>
                  </a:lnTo>
                  <a:lnTo>
                    <a:pt x="760" y="110"/>
                  </a:lnTo>
                  <a:lnTo>
                    <a:pt x="738" y="129"/>
                  </a:lnTo>
                  <a:lnTo>
                    <a:pt x="771" y="9"/>
                  </a:lnTo>
                  <a:lnTo>
                    <a:pt x="738" y="75"/>
                  </a:lnTo>
                  <a:lnTo>
                    <a:pt x="721" y="105"/>
                  </a:lnTo>
                  <a:lnTo>
                    <a:pt x="735" y="59"/>
                  </a:lnTo>
                  <a:lnTo>
                    <a:pt x="707" y="125"/>
                  </a:lnTo>
                  <a:lnTo>
                    <a:pt x="721" y="49"/>
                  </a:lnTo>
                  <a:lnTo>
                    <a:pt x="704" y="0"/>
                  </a:lnTo>
                  <a:lnTo>
                    <a:pt x="715" y="54"/>
                  </a:lnTo>
                  <a:lnTo>
                    <a:pt x="701" y="96"/>
                  </a:lnTo>
                  <a:lnTo>
                    <a:pt x="699" y="49"/>
                  </a:lnTo>
                  <a:lnTo>
                    <a:pt x="677" y="32"/>
                  </a:lnTo>
                  <a:lnTo>
                    <a:pt x="694" y="57"/>
                  </a:lnTo>
                  <a:lnTo>
                    <a:pt x="691" y="111"/>
                  </a:lnTo>
                  <a:lnTo>
                    <a:pt x="679" y="85"/>
                  </a:lnTo>
                  <a:lnTo>
                    <a:pt x="685" y="121"/>
                  </a:lnTo>
                  <a:lnTo>
                    <a:pt x="672" y="136"/>
                  </a:lnTo>
                  <a:lnTo>
                    <a:pt x="658" y="154"/>
                  </a:lnTo>
                  <a:lnTo>
                    <a:pt x="647" y="161"/>
                  </a:lnTo>
                  <a:lnTo>
                    <a:pt x="621" y="172"/>
                  </a:lnTo>
                  <a:lnTo>
                    <a:pt x="578" y="189"/>
                  </a:lnTo>
                  <a:lnTo>
                    <a:pt x="553" y="199"/>
                  </a:lnTo>
                  <a:lnTo>
                    <a:pt x="524" y="210"/>
                  </a:lnTo>
                  <a:lnTo>
                    <a:pt x="497" y="225"/>
                  </a:lnTo>
                  <a:lnTo>
                    <a:pt x="469" y="243"/>
                  </a:lnTo>
                  <a:lnTo>
                    <a:pt x="447" y="261"/>
                  </a:lnTo>
                  <a:lnTo>
                    <a:pt x="439" y="274"/>
                  </a:lnTo>
                  <a:lnTo>
                    <a:pt x="436" y="282"/>
                  </a:lnTo>
                  <a:lnTo>
                    <a:pt x="439" y="287"/>
                  </a:lnTo>
                  <a:lnTo>
                    <a:pt x="453" y="293"/>
                  </a:lnTo>
                  <a:lnTo>
                    <a:pt x="488" y="301"/>
                  </a:lnTo>
                  <a:lnTo>
                    <a:pt x="521" y="308"/>
                  </a:lnTo>
                  <a:lnTo>
                    <a:pt x="521" y="341"/>
                  </a:lnTo>
                  <a:lnTo>
                    <a:pt x="499" y="411"/>
                  </a:lnTo>
                  <a:lnTo>
                    <a:pt x="491" y="439"/>
                  </a:lnTo>
                  <a:lnTo>
                    <a:pt x="486" y="480"/>
                  </a:lnTo>
                  <a:lnTo>
                    <a:pt x="486" y="487"/>
                  </a:lnTo>
                  <a:lnTo>
                    <a:pt x="490" y="493"/>
                  </a:lnTo>
                  <a:lnTo>
                    <a:pt x="497" y="498"/>
                  </a:lnTo>
                  <a:lnTo>
                    <a:pt x="505" y="500"/>
                  </a:lnTo>
                  <a:lnTo>
                    <a:pt x="512" y="501"/>
                  </a:lnTo>
                  <a:lnTo>
                    <a:pt x="535" y="498"/>
                  </a:lnTo>
                  <a:lnTo>
                    <a:pt x="552" y="496"/>
                  </a:lnTo>
                  <a:lnTo>
                    <a:pt x="554" y="515"/>
                  </a:lnTo>
                  <a:lnTo>
                    <a:pt x="546" y="532"/>
                  </a:lnTo>
                  <a:lnTo>
                    <a:pt x="517" y="579"/>
                  </a:lnTo>
                  <a:lnTo>
                    <a:pt x="502" y="606"/>
                  </a:lnTo>
                  <a:lnTo>
                    <a:pt x="483" y="639"/>
                  </a:lnTo>
                  <a:lnTo>
                    <a:pt x="452" y="686"/>
                  </a:lnTo>
                  <a:lnTo>
                    <a:pt x="442" y="726"/>
                  </a:lnTo>
                  <a:lnTo>
                    <a:pt x="387" y="777"/>
                  </a:lnTo>
                  <a:lnTo>
                    <a:pt x="342" y="815"/>
                  </a:lnTo>
                  <a:lnTo>
                    <a:pt x="336" y="834"/>
                  </a:lnTo>
                  <a:lnTo>
                    <a:pt x="323" y="873"/>
                  </a:lnTo>
                  <a:lnTo>
                    <a:pt x="315" y="907"/>
                  </a:lnTo>
                  <a:lnTo>
                    <a:pt x="306" y="943"/>
                  </a:lnTo>
                  <a:lnTo>
                    <a:pt x="287" y="1007"/>
                  </a:lnTo>
                  <a:lnTo>
                    <a:pt x="269" y="1051"/>
                  </a:lnTo>
                  <a:lnTo>
                    <a:pt x="236" y="1116"/>
                  </a:lnTo>
                  <a:lnTo>
                    <a:pt x="225" y="1127"/>
                  </a:lnTo>
                  <a:lnTo>
                    <a:pt x="212" y="1137"/>
                  </a:lnTo>
                  <a:lnTo>
                    <a:pt x="201" y="1145"/>
                  </a:lnTo>
                  <a:lnTo>
                    <a:pt x="192" y="1150"/>
                  </a:lnTo>
                  <a:lnTo>
                    <a:pt x="169" y="1154"/>
                  </a:lnTo>
                  <a:lnTo>
                    <a:pt x="157" y="1155"/>
                  </a:lnTo>
                  <a:lnTo>
                    <a:pt x="134" y="1162"/>
                  </a:lnTo>
                  <a:lnTo>
                    <a:pt x="106" y="1170"/>
                  </a:lnTo>
                  <a:lnTo>
                    <a:pt x="83" y="1179"/>
                  </a:lnTo>
                  <a:lnTo>
                    <a:pt x="62" y="1191"/>
                  </a:lnTo>
                  <a:lnTo>
                    <a:pt x="40" y="1204"/>
                  </a:lnTo>
                  <a:lnTo>
                    <a:pt x="25" y="1213"/>
                  </a:lnTo>
                  <a:lnTo>
                    <a:pt x="10" y="1224"/>
                  </a:lnTo>
                  <a:lnTo>
                    <a:pt x="4" y="1230"/>
                  </a:lnTo>
                  <a:lnTo>
                    <a:pt x="0" y="1241"/>
                  </a:lnTo>
                  <a:lnTo>
                    <a:pt x="1" y="1247"/>
                  </a:lnTo>
                  <a:lnTo>
                    <a:pt x="1" y="1256"/>
                  </a:lnTo>
                  <a:lnTo>
                    <a:pt x="8" y="1257"/>
                  </a:lnTo>
                  <a:lnTo>
                    <a:pt x="23" y="1259"/>
                  </a:lnTo>
                  <a:lnTo>
                    <a:pt x="64" y="1266"/>
                  </a:lnTo>
                  <a:lnTo>
                    <a:pt x="123" y="1261"/>
                  </a:lnTo>
                  <a:lnTo>
                    <a:pt x="222" y="1266"/>
                  </a:lnTo>
                  <a:lnTo>
                    <a:pt x="312" y="1266"/>
                  </a:lnTo>
                  <a:lnTo>
                    <a:pt x="334" y="1264"/>
                  </a:lnTo>
                  <a:lnTo>
                    <a:pt x="343" y="1262"/>
                  </a:lnTo>
                  <a:lnTo>
                    <a:pt x="349" y="1261"/>
                  </a:lnTo>
                  <a:lnTo>
                    <a:pt x="352" y="1243"/>
                  </a:lnTo>
                  <a:lnTo>
                    <a:pt x="357" y="1186"/>
                  </a:lnTo>
                  <a:lnTo>
                    <a:pt x="368" y="1066"/>
                  </a:lnTo>
                  <a:lnTo>
                    <a:pt x="372" y="1013"/>
                  </a:lnTo>
                  <a:lnTo>
                    <a:pt x="382" y="968"/>
                  </a:lnTo>
                  <a:lnTo>
                    <a:pt x="390" y="950"/>
                  </a:lnTo>
                  <a:lnTo>
                    <a:pt x="400" y="941"/>
                  </a:lnTo>
                  <a:lnTo>
                    <a:pt x="413" y="937"/>
                  </a:lnTo>
                  <a:lnTo>
                    <a:pt x="432" y="932"/>
                  </a:lnTo>
                  <a:lnTo>
                    <a:pt x="450" y="928"/>
                  </a:lnTo>
                  <a:lnTo>
                    <a:pt x="477" y="926"/>
                  </a:lnTo>
                  <a:lnTo>
                    <a:pt x="513" y="925"/>
                  </a:lnTo>
                  <a:lnTo>
                    <a:pt x="579" y="929"/>
                  </a:lnTo>
                  <a:lnTo>
                    <a:pt x="638" y="932"/>
                  </a:lnTo>
                  <a:lnTo>
                    <a:pt x="654" y="933"/>
                  </a:lnTo>
                  <a:lnTo>
                    <a:pt x="665" y="932"/>
                  </a:lnTo>
                  <a:lnTo>
                    <a:pt x="677" y="930"/>
                  </a:lnTo>
                  <a:lnTo>
                    <a:pt x="686" y="926"/>
                  </a:lnTo>
                  <a:lnTo>
                    <a:pt x="693" y="923"/>
                  </a:lnTo>
                  <a:lnTo>
                    <a:pt x="699" y="918"/>
                  </a:lnTo>
                  <a:lnTo>
                    <a:pt x="704" y="911"/>
                  </a:lnTo>
                  <a:lnTo>
                    <a:pt x="708" y="902"/>
                  </a:lnTo>
                  <a:lnTo>
                    <a:pt x="714" y="891"/>
                  </a:lnTo>
                  <a:lnTo>
                    <a:pt x="719" y="879"/>
                  </a:lnTo>
                  <a:lnTo>
                    <a:pt x="732" y="853"/>
                  </a:lnTo>
                  <a:lnTo>
                    <a:pt x="742" y="827"/>
                  </a:lnTo>
                  <a:lnTo>
                    <a:pt x="754" y="801"/>
                  </a:lnTo>
                  <a:lnTo>
                    <a:pt x="766" y="778"/>
                  </a:lnTo>
                  <a:lnTo>
                    <a:pt x="782" y="750"/>
                  </a:lnTo>
                  <a:lnTo>
                    <a:pt x="793" y="734"/>
                  </a:lnTo>
                  <a:lnTo>
                    <a:pt x="801" y="720"/>
                  </a:lnTo>
                  <a:lnTo>
                    <a:pt x="805" y="712"/>
                  </a:lnTo>
                  <a:lnTo>
                    <a:pt x="807" y="698"/>
                  </a:lnTo>
                  <a:lnTo>
                    <a:pt x="810" y="659"/>
                  </a:lnTo>
                  <a:lnTo>
                    <a:pt x="816" y="562"/>
                  </a:lnTo>
                  <a:lnTo>
                    <a:pt x="821" y="518"/>
                  </a:lnTo>
                  <a:lnTo>
                    <a:pt x="813" y="479"/>
                  </a:lnTo>
                  <a:lnTo>
                    <a:pt x="810" y="439"/>
                  </a:lnTo>
                  <a:lnTo>
                    <a:pt x="840" y="377"/>
                  </a:lnTo>
                  <a:lnTo>
                    <a:pt x="849" y="347"/>
                  </a:lnTo>
                  <a:lnTo>
                    <a:pt x="858" y="320"/>
                  </a:lnTo>
                  <a:lnTo>
                    <a:pt x="865" y="297"/>
                  </a:lnTo>
                  <a:lnTo>
                    <a:pt x="879" y="275"/>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52" name="Google Shape;1752;p74"/>
            <p:cNvGrpSpPr/>
            <p:nvPr/>
          </p:nvGrpSpPr>
          <p:grpSpPr>
            <a:xfrm>
              <a:off x="4206" y="1613"/>
              <a:ext cx="280" cy="607"/>
              <a:chOff x="4206" y="1613"/>
              <a:chExt cx="280" cy="607"/>
            </a:xfrm>
          </p:grpSpPr>
          <p:grpSp>
            <p:nvGrpSpPr>
              <p:cNvPr id="1753" name="Google Shape;1753;p74"/>
              <p:cNvGrpSpPr/>
              <p:nvPr/>
            </p:nvGrpSpPr>
            <p:grpSpPr>
              <a:xfrm>
                <a:off x="4373" y="1613"/>
                <a:ext cx="60" cy="116"/>
                <a:chOff x="4373" y="1613"/>
                <a:chExt cx="60" cy="116"/>
              </a:xfrm>
            </p:grpSpPr>
            <p:sp>
              <p:nvSpPr>
                <p:cNvPr id="1754" name="Google Shape;1754;p74"/>
                <p:cNvSpPr/>
                <p:nvPr/>
              </p:nvSpPr>
              <p:spPr>
                <a:xfrm>
                  <a:off x="4373" y="1651"/>
                  <a:ext cx="8" cy="78"/>
                </a:xfrm>
                <a:prstGeom prst="ellipse">
                  <a:avLst/>
                </a:prstGeom>
                <a:solidFill>
                  <a:schemeClr val="accent1"/>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55" name="Google Shape;1755;p74"/>
                <p:cNvSpPr/>
                <p:nvPr/>
              </p:nvSpPr>
              <p:spPr>
                <a:xfrm>
                  <a:off x="4399" y="1613"/>
                  <a:ext cx="34" cy="54"/>
                </a:xfrm>
                <a:custGeom>
                  <a:rect b="b" l="l" r="r" t="t"/>
                  <a:pathLst>
                    <a:path extrusionOk="0" h="54" w="34">
                      <a:moveTo>
                        <a:pt x="0" y="0"/>
                      </a:moveTo>
                      <a:lnTo>
                        <a:pt x="9" y="1"/>
                      </a:lnTo>
                      <a:lnTo>
                        <a:pt x="16" y="4"/>
                      </a:lnTo>
                      <a:lnTo>
                        <a:pt x="22" y="8"/>
                      </a:lnTo>
                      <a:lnTo>
                        <a:pt x="26" y="13"/>
                      </a:lnTo>
                      <a:lnTo>
                        <a:pt x="29" y="23"/>
                      </a:lnTo>
                      <a:lnTo>
                        <a:pt x="32" y="35"/>
                      </a:lnTo>
                      <a:lnTo>
                        <a:pt x="33" y="43"/>
                      </a:lnTo>
                      <a:lnTo>
                        <a:pt x="31" y="53"/>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56" name="Google Shape;1756;p74"/>
              <p:cNvGrpSpPr/>
              <p:nvPr/>
            </p:nvGrpSpPr>
            <p:grpSpPr>
              <a:xfrm>
                <a:off x="4206" y="1864"/>
                <a:ext cx="280" cy="356"/>
                <a:chOff x="4206" y="1864"/>
                <a:chExt cx="280" cy="356"/>
              </a:xfrm>
            </p:grpSpPr>
            <p:sp>
              <p:nvSpPr>
                <p:cNvPr id="1757" name="Google Shape;1757;p74"/>
                <p:cNvSpPr/>
                <p:nvPr/>
              </p:nvSpPr>
              <p:spPr>
                <a:xfrm>
                  <a:off x="4206" y="2066"/>
                  <a:ext cx="280" cy="154"/>
                </a:xfrm>
                <a:custGeom>
                  <a:rect b="b" l="l" r="r" t="t"/>
                  <a:pathLst>
                    <a:path extrusionOk="0" h="154" w="280">
                      <a:moveTo>
                        <a:pt x="279" y="0"/>
                      </a:moveTo>
                      <a:lnTo>
                        <a:pt x="266" y="16"/>
                      </a:lnTo>
                      <a:lnTo>
                        <a:pt x="242" y="42"/>
                      </a:lnTo>
                      <a:lnTo>
                        <a:pt x="216" y="70"/>
                      </a:lnTo>
                      <a:lnTo>
                        <a:pt x="191" y="96"/>
                      </a:lnTo>
                      <a:lnTo>
                        <a:pt x="171" y="115"/>
                      </a:lnTo>
                      <a:lnTo>
                        <a:pt x="154" y="129"/>
                      </a:lnTo>
                      <a:lnTo>
                        <a:pt x="143" y="136"/>
                      </a:lnTo>
                      <a:lnTo>
                        <a:pt x="130" y="142"/>
                      </a:lnTo>
                      <a:lnTo>
                        <a:pt x="114" y="147"/>
                      </a:lnTo>
                      <a:lnTo>
                        <a:pt x="94" y="150"/>
                      </a:lnTo>
                      <a:lnTo>
                        <a:pt x="77" y="153"/>
                      </a:lnTo>
                      <a:lnTo>
                        <a:pt x="64" y="152"/>
                      </a:lnTo>
                      <a:lnTo>
                        <a:pt x="51" y="147"/>
                      </a:lnTo>
                      <a:lnTo>
                        <a:pt x="39" y="142"/>
                      </a:lnTo>
                      <a:lnTo>
                        <a:pt x="28" y="139"/>
                      </a:lnTo>
                      <a:lnTo>
                        <a:pt x="15" y="136"/>
                      </a:lnTo>
                      <a:lnTo>
                        <a:pt x="0" y="134"/>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58" name="Google Shape;1758;p74"/>
                <p:cNvSpPr/>
                <p:nvPr/>
              </p:nvSpPr>
              <p:spPr>
                <a:xfrm>
                  <a:off x="4284" y="1864"/>
                  <a:ext cx="163" cy="262"/>
                </a:xfrm>
                <a:custGeom>
                  <a:rect b="b" l="l" r="r" t="t"/>
                  <a:pathLst>
                    <a:path extrusionOk="0" h="262" w="163">
                      <a:moveTo>
                        <a:pt x="0" y="98"/>
                      </a:moveTo>
                      <a:lnTo>
                        <a:pt x="6" y="80"/>
                      </a:lnTo>
                      <a:lnTo>
                        <a:pt x="8" y="65"/>
                      </a:lnTo>
                      <a:lnTo>
                        <a:pt x="10" y="46"/>
                      </a:lnTo>
                      <a:lnTo>
                        <a:pt x="8" y="34"/>
                      </a:lnTo>
                      <a:lnTo>
                        <a:pt x="5" y="25"/>
                      </a:lnTo>
                      <a:lnTo>
                        <a:pt x="7" y="13"/>
                      </a:lnTo>
                      <a:lnTo>
                        <a:pt x="10" y="3"/>
                      </a:lnTo>
                      <a:lnTo>
                        <a:pt x="13" y="2"/>
                      </a:lnTo>
                      <a:lnTo>
                        <a:pt x="16" y="3"/>
                      </a:lnTo>
                      <a:lnTo>
                        <a:pt x="23" y="13"/>
                      </a:lnTo>
                      <a:lnTo>
                        <a:pt x="32" y="21"/>
                      </a:lnTo>
                      <a:lnTo>
                        <a:pt x="44" y="21"/>
                      </a:lnTo>
                      <a:lnTo>
                        <a:pt x="50" y="10"/>
                      </a:lnTo>
                      <a:lnTo>
                        <a:pt x="55" y="4"/>
                      </a:lnTo>
                      <a:lnTo>
                        <a:pt x="65" y="2"/>
                      </a:lnTo>
                      <a:lnTo>
                        <a:pt x="75" y="0"/>
                      </a:lnTo>
                      <a:lnTo>
                        <a:pt x="80" y="10"/>
                      </a:lnTo>
                      <a:lnTo>
                        <a:pt x="84" y="20"/>
                      </a:lnTo>
                      <a:lnTo>
                        <a:pt x="100" y="20"/>
                      </a:lnTo>
                      <a:lnTo>
                        <a:pt x="104" y="16"/>
                      </a:lnTo>
                      <a:lnTo>
                        <a:pt x="109" y="10"/>
                      </a:lnTo>
                      <a:lnTo>
                        <a:pt x="115" y="7"/>
                      </a:lnTo>
                      <a:lnTo>
                        <a:pt x="119" y="8"/>
                      </a:lnTo>
                      <a:lnTo>
                        <a:pt x="125" y="11"/>
                      </a:lnTo>
                      <a:lnTo>
                        <a:pt x="128" y="16"/>
                      </a:lnTo>
                      <a:lnTo>
                        <a:pt x="128" y="45"/>
                      </a:lnTo>
                      <a:lnTo>
                        <a:pt x="137" y="43"/>
                      </a:lnTo>
                      <a:lnTo>
                        <a:pt x="148" y="39"/>
                      </a:lnTo>
                      <a:lnTo>
                        <a:pt x="157" y="41"/>
                      </a:lnTo>
                      <a:lnTo>
                        <a:pt x="158" y="44"/>
                      </a:lnTo>
                      <a:lnTo>
                        <a:pt x="158" y="49"/>
                      </a:lnTo>
                      <a:lnTo>
                        <a:pt x="155" y="63"/>
                      </a:lnTo>
                      <a:lnTo>
                        <a:pt x="150" y="78"/>
                      </a:lnTo>
                      <a:lnTo>
                        <a:pt x="148" y="86"/>
                      </a:lnTo>
                      <a:lnTo>
                        <a:pt x="162" y="143"/>
                      </a:lnTo>
                      <a:lnTo>
                        <a:pt x="155" y="148"/>
                      </a:lnTo>
                      <a:lnTo>
                        <a:pt x="141" y="157"/>
                      </a:lnTo>
                      <a:lnTo>
                        <a:pt x="101" y="180"/>
                      </a:lnTo>
                      <a:lnTo>
                        <a:pt x="85" y="180"/>
                      </a:lnTo>
                      <a:lnTo>
                        <a:pt x="64" y="200"/>
                      </a:lnTo>
                      <a:lnTo>
                        <a:pt x="9" y="261"/>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759" name="Google Shape;1759;p74"/>
          <p:cNvGrpSpPr/>
          <p:nvPr/>
        </p:nvGrpSpPr>
        <p:grpSpPr>
          <a:xfrm>
            <a:off x="5124450" y="2258616"/>
            <a:ext cx="1333500" cy="272653"/>
            <a:chOff x="3228" y="1897"/>
            <a:chExt cx="840" cy="229"/>
          </a:xfrm>
        </p:grpSpPr>
        <p:grpSp>
          <p:nvGrpSpPr>
            <p:cNvPr id="1760" name="Google Shape;1760;p74"/>
            <p:cNvGrpSpPr/>
            <p:nvPr/>
          </p:nvGrpSpPr>
          <p:grpSpPr>
            <a:xfrm>
              <a:off x="3228" y="1897"/>
              <a:ext cx="454" cy="229"/>
              <a:chOff x="3228" y="1897"/>
              <a:chExt cx="454" cy="229"/>
            </a:xfrm>
          </p:grpSpPr>
          <p:sp>
            <p:nvSpPr>
              <p:cNvPr id="1761" name="Google Shape;1761;p74"/>
              <p:cNvSpPr/>
              <p:nvPr/>
            </p:nvSpPr>
            <p:spPr>
              <a:xfrm>
                <a:off x="3461" y="1898"/>
                <a:ext cx="21" cy="80"/>
              </a:xfrm>
              <a:custGeom>
                <a:rect b="b" l="l" r="r" t="t"/>
                <a:pathLst>
                  <a:path extrusionOk="0" h="80" w="21">
                    <a:moveTo>
                      <a:pt x="20" y="0"/>
                    </a:moveTo>
                    <a:lnTo>
                      <a:pt x="0" y="39"/>
                    </a:lnTo>
                    <a:lnTo>
                      <a:pt x="0" y="79"/>
                    </a:lnTo>
                    <a:lnTo>
                      <a:pt x="20" y="31"/>
                    </a:lnTo>
                    <a:lnTo>
                      <a:pt x="20"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2" name="Google Shape;1762;p74"/>
              <p:cNvSpPr/>
              <p:nvPr/>
            </p:nvSpPr>
            <p:spPr>
              <a:xfrm>
                <a:off x="3228" y="1897"/>
                <a:ext cx="454" cy="188"/>
              </a:xfrm>
              <a:custGeom>
                <a:rect b="b" l="l" r="r" t="t"/>
                <a:pathLst>
                  <a:path extrusionOk="0" h="188" w="454">
                    <a:moveTo>
                      <a:pt x="253" y="0"/>
                    </a:moveTo>
                    <a:lnTo>
                      <a:pt x="0" y="94"/>
                    </a:lnTo>
                    <a:lnTo>
                      <a:pt x="153" y="187"/>
                    </a:lnTo>
                    <a:lnTo>
                      <a:pt x="173" y="147"/>
                    </a:lnTo>
                    <a:lnTo>
                      <a:pt x="426" y="147"/>
                    </a:lnTo>
                    <a:lnTo>
                      <a:pt x="453" y="40"/>
                    </a:lnTo>
                    <a:lnTo>
                      <a:pt x="233" y="40"/>
                    </a:lnTo>
                    <a:lnTo>
                      <a:pt x="253"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3" name="Google Shape;1763;p74"/>
              <p:cNvSpPr/>
              <p:nvPr/>
            </p:nvSpPr>
            <p:spPr>
              <a:xfrm>
                <a:off x="3228" y="1990"/>
                <a:ext cx="154" cy="136"/>
              </a:xfrm>
              <a:custGeom>
                <a:rect b="b" l="l" r="r" t="t"/>
                <a:pathLst>
                  <a:path extrusionOk="0" h="136" w="154">
                    <a:moveTo>
                      <a:pt x="0" y="0"/>
                    </a:moveTo>
                    <a:lnTo>
                      <a:pt x="153" y="94"/>
                    </a:lnTo>
                    <a:lnTo>
                      <a:pt x="152" y="135"/>
                    </a:lnTo>
                    <a:lnTo>
                      <a:pt x="0" y="40"/>
                    </a:lnTo>
                    <a:lnTo>
                      <a:pt x="0"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4" name="Google Shape;1764;p74"/>
              <p:cNvSpPr/>
              <p:nvPr/>
            </p:nvSpPr>
            <p:spPr>
              <a:xfrm>
                <a:off x="3381" y="2044"/>
                <a:ext cx="21" cy="81"/>
              </a:xfrm>
              <a:custGeom>
                <a:rect b="b" l="l" r="r" t="t"/>
                <a:pathLst>
                  <a:path extrusionOk="0" h="81" w="21">
                    <a:moveTo>
                      <a:pt x="0" y="42"/>
                    </a:moveTo>
                    <a:lnTo>
                      <a:pt x="20" y="0"/>
                    </a:lnTo>
                    <a:lnTo>
                      <a:pt x="20" y="42"/>
                    </a:lnTo>
                    <a:lnTo>
                      <a:pt x="1" y="80"/>
                    </a:lnTo>
                    <a:lnTo>
                      <a:pt x="0" y="42"/>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5" name="Google Shape;1765;p74"/>
              <p:cNvSpPr/>
              <p:nvPr/>
            </p:nvSpPr>
            <p:spPr>
              <a:xfrm>
                <a:off x="3401" y="2044"/>
                <a:ext cx="254" cy="43"/>
              </a:xfrm>
              <a:custGeom>
                <a:rect b="b" l="l" r="r" t="t"/>
                <a:pathLst>
                  <a:path extrusionOk="0" h="43" w="254">
                    <a:moveTo>
                      <a:pt x="0" y="1"/>
                    </a:moveTo>
                    <a:lnTo>
                      <a:pt x="0" y="42"/>
                    </a:lnTo>
                    <a:lnTo>
                      <a:pt x="253" y="42"/>
                    </a:lnTo>
                    <a:lnTo>
                      <a:pt x="253" y="0"/>
                    </a:lnTo>
                    <a:lnTo>
                      <a:pt x="0" y="1"/>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6" name="Google Shape;1766;p74"/>
              <p:cNvSpPr/>
              <p:nvPr/>
            </p:nvSpPr>
            <p:spPr>
              <a:xfrm>
                <a:off x="3654" y="1937"/>
                <a:ext cx="28" cy="148"/>
              </a:xfrm>
              <a:custGeom>
                <a:rect b="b" l="l" r="r" t="t"/>
                <a:pathLst>
                  <a:path extrusionOk="0" h="148" w="28">
                    <a:moveTo>
                      <a:pt x="27" y="0"/>
                    </a:moveTo>
                    <a:lnTo>
                      <a:pt x="0" y="107"/>
                    </a:lnTo>
                    <a:lnTo>
                      <a:pt x="0" y="147"/>
                    </a:lnTo>
                    <a:lnTo>
                      <a:pt x="27" y="40"/>
                    </a:lnTo>
                    <a:lnTo>
                      <a:pt x="27"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67" name="Google Shape;1767;p74"/>
            <p:cNvGrpSpPr/>
            <p:nvPr/>
          </p:nvGrpSpPr>
          <p:grpSpPr>
            <a:xfrm>
              <a:off x="3615" y="1897"/>
              <a:ext cx="453" cy="229"/>
              <a:chOff x="3615" y="1897"/>
              <a:chExt cx="453" cy="229"/>
            </a:xfrm>
          </p:grpSpPr>
          <p:sp>
            <p:nvSpPr>
              <p:cNvPr id="1768" name="Google Shape;1768;p74"/>
              <p:cNvSpPr/>
              <p:nvPr/>
            </p:nvSpPr>
            <p:spPr>
              <a:xfrm>
                <a:off x="3815" y="1898"/>
                <a:ext cx="20" cy="80"/>
              </a:xfrm>
              <a:custGeom>
                <a:rect b="b" l="l" r="r" t="t"/>
                <a:pathLst>
                  <a:path extrusionOk="0" h="80" w="20">
                    <a:moveTo>
                      <a:pt x="0" y="0"/>
                    </a:moveTo>
                    <a:lnTo>
                      <a:pt x="19" y="39"/>
                    </a:lnTo>
                    <a:lnTo>
                      <a:pt x="19" y="79"/>
                    </a:lnTo>
                    <a:lnTo>
                      <a:pt x="0" y="31"/>
                    </a:lnTo>
                    <a:lnTo>
                      <a:pt x="0"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69" name="Google Shape;1769;p74"/>
              <p:cNvGrpSpPr/>
              <p:nvPr/>
            </p:nvGrpSpPr>
            <p:grpSpPr>
              <a:xfrm>
                <a:off x="3615" y="1897"/>
                <a:ext cx="453" cy="229"/>
                <a:chOff x="3615" y="1897"/>
                <a:chExt cx="453" cy="229"/>
              </a:xfrm>
            </p:grpSpPr>
            <p:sp>
              <p:nvSpPr>
                <p:cNvPr id="1770" name="Google Shape;1770;p74"/>
                <p:cNvSpPr/>
                <p:nvPr/>
              </p:nvSpPr>
              <p:spPr>
                <a:xfrm>
                  <a:off x="3615" y="1897"/>
                  <a:ext cx="453" cy="188"/>
                </a:xfrm>
                <a:custGeom>
                  <a:rect b="b" l="l" r="r" t="t"/>
                  <a:pathLst>
                    <a:path extrusionOk="0" h="188" w="453">
                      <a:moveTo>
                        <a:pt x="200" y="0"/>
                      </a:moveTo>
                      <a:lnTo>
                        <a:pt x="452" y="94"/>
                      </a:lnTo>
                      <a:lnTo>
                        <a:pt x="299" y="187"/>
                      </a:lnTo>
                      <a:lnTo>
                        <a:pt x="279" y="147"/>
                      </a:lnTo>
                      <a:lnTo>
                        <a:pt x="27" y="147"/>
                      </a:lnTo>
                      <a:lnTo>
                        <a:pt x="0" y="40"/>
                      </a:lnTo>
                      <a:lnTo>
                        <a:pt x="219" y="40"/>
                      </a:lnTo>
                      <a:lnTo>
                        <a:pt x="200"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1" name="Google Shape;1771;p74"/>
                <p:cNvSpPr/>
                <p:nvPr/>
              </p:nvSpPr>
              <p:spPr>
                <a:xfrm>
                  <a:off x="3914" y="1990"/>
                  <a:ext cx="154" cy="136"/>
                </a:xfrm>
                <a:custGeom>
                  <a:rect b="b" l="l" r="r" t="t"/>
                  <a:pathLst>
                    <a:path extrusionOk="0" h="136" w="154">
                      <a:moveTo>
                        <a:pt x="153" y="0"/>
                      </a:moveTo>
                      <a:lnTo>
                        <a:pt x="0" y="94"/>
                      </a:lnTo>
                      <a:lnTo>
                        <a:pt x="0" y="135"/>
                      </a:lnTo>
                      <a:lnTo>
                        <a:pt x="153" y="40"/>
                      </a:lnTo>
                      <a:lnTo>
                        <a:pt x="153"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2" name="Google Shape;1772;p74"/>
                <p:cNvSpPr/>
                <p:nvPr/>
              </p:nvSpPr>
              <p:spPr>
                <a:xfrm>
                  <a:off x="3894" y="2044"/>
                  <a:ext cx="21" cy="81"/>
                </a:xfrm>
                <a:custGeom>
                  <a:rect b="b" l="l" r="r" t="t"/>
                  <a:pathLst>
                    <a:path extrusionOk="0" h="81" w="21">
                      <a:moveTo>
                        <a:pt x="20" y="42"/>
                      </a:moveTo>
                      <a:lnTo>
                        <a:pt x="0" y="0"/>
                      </a:lnTo>
                      <a:lnTo>
                        <a:pt x="0" y="42"/>
                      </a:lnTo>
                      <a:lnTo>
                        <a:pt x="20" y="80"/>
                      </a:lnTo>
                      <a:lnTo>
                        <a:pt x="20" y="42"/>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3" name="Google Shape;1773;p74"/>
                <p:cNvSpPr/>
                <p:nvPr/>
              </p:nvSpPr>
              <p:spPr>
                <a:xfrm>
                  <a:off x="3641" y="2044"/>
                  <a:ext cx="254" cy="43"/>
                </a:xfrm>
                <a:custGeom>
                  <a:rect b="b" l="l" r="r" t="t"/>
                  <a:pathLst>
                    <a:path extrusionOk="0" h="43" w="254">
                      <a:moveTo>
                        <a:pt x="253" y="1"/>
                      </a:moveTo>
                      <a:lnTo>
                        <a:pt x="253" y="42"/>
                      </a:lnTo>
                      <a:lnTo>
                        <a:pt x="0" y="42"/>
                      </a:lnTo>
                      <a:lnTo>
                        <a:pt x="1" y="0"/>
                      </a:lnTo>
                      <a:lnTo>
                        <a:pt x="253" y="1"/>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4" name="Google Shape;1774;p74"/>
                <p:cNvSpPr/>
                <p:nvPr/>
              </p:nvSpPr>
              <p:spPr>
                <a:xfrm>
                  <a:off x="3615" y="1937"/>
                  <a:ext cx="27" cy="148"/>
                </a:xfrm>
                <a:custGeom>
                  <a:rect b="b" l="l" r="r" t="t"/>
                  <a:pathLst>
                    <a:path extrusionOk="0" h="148" w="27">
                      <a:moveTo>
                        <a:pt x="0" y="0"/>
                      </a:moveTo>
                      <a:lnTo>
                        <a:pt x="26" y="107"/>
                      </a:lnTo>
                      <a:lnTo>
                        <a:pt x="26" y="147"/>
                      </a:lnTo>
                      <a:lnTo>
                        <a:pt x="0" y="40"/>
                      </a:lnTo>
                      <a:lnTo>
                        <a:pt x="0" y="0"/>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775" name="Google Shape;1775;p74"/>
          <p:cNvGrpSpPr/>
          <p:nvPr/>
        </p:nvGrpSpPr>
        <p:grpSpPr>
          <a:xfrm>
            <a:off x="2571750" y="2258616"/>
            <a:ext cx="1333500" cy="272653"/>
            <a:chOff x="1620" y="1897"/>
            <a:chExt cx="840" cy="229"/>
          </a:xfrm>
        </p:grpSpPr>
        <p:grpSp>
          <p:nvGrpSpPr>
            <p:cNvPr id="1776" name="Google Shape;1776;p74"/>
            <p:cNvGrpSpPr/>
            <p:nvPr/>
          </p:nvGrpSpPr>
          <p:grpSpPr>
            <a:xfrm>
              <a:off x="1620" y="1897"/>
              <a:ext cx="454" cy="229"/>
              <a:chOff x="1620" y="1897"/>
              <a:chExt cx="454" cy="229"/>
            </a:xfrm>
          </p:grpSpPr>
          <p:sp>
            <p:nvSpPr>
              <p:cNvPr id="1777" name="Google Shape;1777;p74"/>
              <p:cNvSpPr/>
              <p:nvPr/>
            </p:nvSpPr>
            <p:spPr>
              <a:xfrm>
                <a:off x="1853" y="1898"/>
                <a:ext cx="21" cy="80"/>
              </a:xfrm>
              <a:custGeom>
                <a:rect b="b" l="l" r="r" t="t"/>
                <a:pathLst>
                  <a:path extrusionOk="0" h="80" w="21">
                    <a:moveTo>
                      <a:pt x="20" y="0"/>
                    </a:moveTo>
                    <a:lnTo>
                      <a:pt x="0" y="39"/>
                    </a:lnTo>
                    <a:lnTo>
                      <a:pt x="0" y="79"/>
                    </a:lnTo>
                    <a:lnTo>
                      <a:pt x="20" y="31"/>
                    </a:lnTo>
                    <a:lnTo>
                      <a:pt x="2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8" name="Google Shape;1778;p74"/>
              <p:cNvSpPr/>
              <p:nvPr/>
            </p:nvSpPr>
            <p:spPr>
              <a:xfrm>
                <a:off x="1620" y="1897"/>
                <a:ext cx="454" cy="188"/>
              </a:xfrm>
              <a:custGeom>
                <a:rect b="b" l="l" r="r" t="t"/>
                <a:pathLst>
                  <a:path extrusionOk="0" h="188" w="454">
                    <a:moveTo>
                      <a:pt x="253" y="0"/>
                    </a:moveTo>
                    <a:lnTo>
                      <a:pt x="0" y="94"/>
                    </a:lnTo>
                    <a:lnTo>
                      <a:pt x="153" y="187"/>
                    </a:lnTo>
                    <a:lnTo>
                      <a:pt x="173" y="147"/>
                    </a:lnTo>
                    <a:lnTo>
                      <a:pt x="426" y="147"/>
                    </a:lnTo>
                    <a:lnTo>
                      <a:pt x="453" y="40"/>
                    </a:lnTo>
                    <a:lnTo>
                      <a:pt x="233" y="40"/>
                    </a:lnTo>
                    <a:lnTo>
                      <a:pt x="253"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79" name="Google Shape;1779;p74"/>
              <p:cNvSpPr/>
              <p:nvPr/>
            </p:nvSpPr>
            <p:spPr>
              <a:xfrm>
                <a:off x="1620" y="1990"/>
                <a:ext cx="154" cy="136"/>
              </a:xfrm>
              <a:custGeom>
                <a:rect b="b" l="l" r="r" t="t"/>
                <a:pathLst>
                  <a:path extrusionOk="0" h="136" w="154">
                    <a:moveTo>
                      <a:pt x="0" y="0"/>
                    </a:moveTo>
                    <a:lnTo>
                      <a:pt x="153" y="94"/>
                    </a:lnTo>
                    <a:lnTo>
                      <a:pt x="152" y="135"/>
                    </a:lnTo>
                    <a:lnTo>
                      <a:pt x="0" y="40"/>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0" name="Google Shape;1780;p74"/>
              <p:cNvSpPr/>
              <p:nvPr/>
            </p:nvSpPr>
            <p:spPr>
              <a:xfrm>
                <a:off x="1773" y="2044"/>
                <a:ext cx="21" cy="81"/>
              </a:xfrm>
              <a:custGeom>
                <a:rect b="b" l="l" r="r" t="t"/>
                <a:pathLst>
                  <a:path extrusionOk="0" h="81" w="21">
                    <a:moveTo>
                      <a:pt x="0" y="42"/>
                    </a:moveTo>
                    <a:lnTo>
                      <a:pt x="20" y="0"/>
                    </a:lnTo>
                    <a:lnTo>
                      <a:pt x="20" y="42"/>
                    </a:lnTo>
                    <a:lnTo>
                      <a:pt x="1" y="80"/>
                    </a:lnTo>
                    <a:lnTo>
                      <a:pt x="0" y="42"/>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1" name="Google Shape;1781;p74"/>
              <p:cNvSpPr/>
              <p:nvPr/>
            </p:nvSpPr>
            <p:spPr>
              <a:xfrm>
                <a:off x="1793" y="2044"/>
                <a:ext cx="254" cy="43"/>
              </a:xfrm>
              <a:custGeom>
                <a:rect b="b" l="l" r="r" t="t"/>
                <a:pathLst>
                  <a:path extrusionOk="0" h="43" w="254">
                    <a:moveTo>
                      <a:pt x="0" y="1"/>
                    </a:moveTo>
                    <a:lnTo>
                      <a:pt x="0" y="42"/>
                    </a:lnTo>
                    <a:lnTo>
                      <a:pt x="253" y="42"/>
                    </a:lnTo>
                    <a:lnTo>
                      <a:pt x="253" y="0"/>
                    </a:lnTo>
                    <a:lnTo>
                      <a:pt x="0" y="1"/>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2" name="Google Shape;1782;p74"/>
              <p:cNvSpPr/>
              <p:nvPr/>
            </p:nvSpPr>
            <p:spPr>
              <a:xfrm>
                <a:off x="2046" y="1937"/>
                <a:ext cx="28" cy="148"/>
              </a:xfrm>
              <a:custGeom>
                <a:rect b="b" l="l" r="r" t="t"/>
                <a:pathLst>
                  <a:path extrusionOk="0" h="148" w="28">
                    <a:moveTo>
                      <a:pt x="27" y="0"/>
                    </a:moveTo>
                    <a:lnTo>
                      <a:pt x="0" y="107"/>
                    </a:lnTo>
                    <a:lnTo>
                      <a:pt x="0" y="147"/>
                    </a:lnTo>
                    <a:lnTo>
                      <a:pt x="27" y="40"/>
                    </a:lnTo>
                    <a:lnTo>
                      <a:pt x="27"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783" name="Google Shape;1783;p74"/>
            <p:cNvGrpSpPr/>
            <p:nvPr/>
          </p:nvGrpSpPr>
          <p:grpSpPr>
            <a:xfrm>
              <a:off x="2007" y="1897"/>
              <a:ext cx="453" cy="229"/>
              <a:chOff x="2007" y="1897"/>
              <a:chExt cx="453" cy="229"/>
            </a:xfrm>
          </p:grpSpPr>
          <p:sp>
            <p:nvSpPr>
              <p:cNvPr id="1784" name="Google Shape;1784;p74"/>
              <p:cNvSpPr/>
              <p:nvPr/>
            </p:nvSpPr>
            <p:spPr>
              <a:xfrm>
                <a:off x="2207" y="1898"/>
                <a:ext cx="20" cy="80"/>
              </a:xfrm>
              <a:custGeom>
                <a:rect b="b" l="l" r="r" t="t"/>
                <a:pathLst>
                  <a:path extrusionOk="0" h="80" w="20">
                    <a:moveTo>
                      <a:pt x="0" y="0"/>
                    </a:moveTo>
                    <a:lnTo>
                      <a:pt x="19" y="39"/>
                    </a:lnTo>
                    <a:lnTo>
                      <a:pt x="19" y="79"/>
                    </a:lnTo>
                    <a:lnTo>
                      <a:pt x="0" y="31"/>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85" name="Google Shape;1785;p74"/>
              <p:cNvGrpSpPr/>
              <p:nvPr/>
            </p:nvGrpSpPr>
            <p:grpSpPr>
              <a:xfrm>
                <a:off x="2007" y="1897"/>
                <a:ext cx="453" cy="229"/>
                <a:chOff x="2007" y="1897"/>
                <a:chExt cx="453" cy="229"/>
              </a:xfrm>
            </p:grpSpPr>
            <p:sp>
              <p:nvSpPr>
                <p:cNvPr id="1786" name="Google Shape;1786;p74"/>
                <p:cNvSpPr/>
                <p:nvPr/>
              </p:nvSpPr>
              <p:spPr>
                <a:xfrm>
                  <a:off x="2007" y="1897"/>
                  <a:ext cx="453" cy="188"/>
                </a:xfrm>
                <a:custGeom>
                  <a:rect b="b" l="l" r="r" t="t"/>
                  <a:pathLst>
                    <a:path extrusionOk="0" h="188" w="453">
                      <a:moveTo>
                        <a:pt x="200" y="0"/>
                      </a:moveTo>
                      <a:lnTo>
                        <a:pt x="452" y="94"/>
                      </a:lnTo>
                      <a:lnTo>
                        <a:pt x="299" y="187"/>
                      </a:lnTo>
                      <a:lnTo>
                        <a:pt x="279" y="147"/>
                      </a:lnTo>
                      <a:lnTo>
                        <a:pt x="27" y="147"/>
                      </a:lnTo>
                      <a:lnTo>
                        <a:pt x="0" y="40"/>
                      </a:lnTo>
                      <a:lnTo>
                        <a:pt x="219" y="40"/>
                      </a:lnTo>
                      <a:lnTo>
                        <a:pt x="20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7" name="Google Shape;1787;p74"/>
                <p:cNvSpPr/>
                <p:nvPr/>
              </p:nvSpPr>
              <p:spPr>
                <a:xfrm>
                  <a:off x="2306" y="1990"/>
                  <a:ext cx="154" cy="136"/>
                </a:xfrm>
                <a:custGeom>
                  <a:rect b="b" l="l" r="r" t="t"/>
                  <a:pathLst>
                    <a:path extrusionOk="0" h="136" w="154">
                      <a:moveTo>
                        <a:pt x="153" y="0"/>
                      </a:moveTo>
                      <a:lnTo>
                        <a:pt x="0" y="94"/>
                      </a:lnTo>
                      <a:lnTo>
                        <a:pt x="0" y="135"/>
                      </a:lnTo>
                      <a:lnTo>
                        <a:pt x="153" y="40"/>
                      </a:lnTo>
                      <a:lnTo>
                        <a:pt x="153"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8" name="Google Shape;1788;p74"/>
                <p:cNvSpPr/>
                <p:nvPr/>
              </p:nvSpPr>
              <p:spPr>
                <a:xfrm>
                  <a:off x="2286" y="2044"/>
                  <a:ext cx="21" cy="81"/>
                </a:xfrm>
                <a:custGeom>
                  <a:rect b="b" l="l" r="r" t="t"/>
                  <a:pathLst>
                    <a:path extrusionOk="0" h="81" w="21">
                      <a:moveTo>
                        <a:pt x="20" y="42"/>
                      </a:moveTo>
                      <a:lnTo>
                        <a:pt x="0" y="0"/>
                      </a:lnTo>
                      <a:lnTo>
                        <a:pt x="0" y="42"/>
                      </a:lnTo>
                      <a:lnTo>
                        <a:pt x="20" y="80"/>
                      </a:lnTo>
                      <a:lnTo>
                        <a:pt x="20" y="42"/>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89" name="Google Shape;1789;p74"/>
                <p:cNvSpPr/>
                <p:nvPr/>
              </p:nvSpPr>
              <p:spPr>
                <a:xfrm>
                  <a:off x="2033" y="2044"/>
                  <a:ext cx="254" cy="43"/>
                </a:xfrm>
                <a:custGeom>
                  <a:rect b="b" l="l" r="r" t="t"/>
                  <a:pathLst>
                    <a:path extrusionOk="0" h="43" w="254">
                      <a:moveTo>
                        <a:pt x="253" y="1"/>
                      </a:moveTo>
                      <a:lnTo>
                        <a:pt x="253" y="42"/>
                      </a:lnTo>
                      <a:lnTo>
                        <a:pt x="0" y="42"/>
                      </a:lnTo>
                      <a:lnTo>
                        <a:pt x="1" y="0"/>
                      </a:lnTo>
                      <a:lnTo>
                        <a:pt x="253" y="1"/>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90" name="Google Shape;1790;p74"/>
                <p:cNvSpPr/>
                <p:nvPr/>
              </p:nvSpPr>
              <p:spPr>
                <a:xfrm>
                  <a:off x="2007" y="1937"/>
                  <a:ext cx="27" cy="148"/>
                </a:xfrm>
                <a:custGeom>
                  <a:rect b="b" l="l" r="r" t="t"/>
                  <a:pathLst>
                    <a:path extrusionOk="0" h="148" w="27">
                      <a:moveTo>
                        <a:pt x="0" y="0"/>
                      </a:moveTo>
                      <a:lnTo>
                        <a:pt x="26" y="107"/>
                      </a:lnTo>
                      <a:lnTo>
                        <a:pt x="26" y="147"/>
                      </a:lnTo>
                      <a:lnTo>
                        <a:pt x="0" y="40"/>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grpSp>
        <p:nvGrpSpPr>
          <p:cNvPr id="1791" name="Google Shape;1791;p74"/>
          <p:cNvGrpSpPr/>
          <p:nvPr/>
        </p:nvGrpSpPr>
        <p:grpSpPr>
          <a:xfrm>
            <a:off x="2265363" y="2920603"/>
            <a:ext cx="1185862" cy="498871"/>
            <a:chOff x="1427" y="2453"/>
            <a:chExt cx="747" cy="419"/>
          </a:xfrm>
        </p:grpSpPr>
        <p:sp>
          <p:nvSpPr>
            <p:cNvPr id="1792" name="Google Shape;1792;p74"/>
            <p:cNvSpPr/>
            <p:nvPr/>
          </p:nvSpPr>
          <p:spPr>
            <a:xfrm>
              <a:off x="1744" y="2597"/>
              <a:ext cx="430" cy="273"/>
            </a:xfrm>
            <a:custGeom>
              <a:rect b="b" l="l" r="r" t="t"/>
              <a:pathLst>
                <a:path extrusionOk="0" h="273" w="430">
                  <a:moveTo>
                    <a:pt x="429" y="272"/>
                  </a:moveTo>
                  <a:lnTo>
                    <a:pt x="429" y="253"/>
                  </a:lnTo>
                  <a:lnTo>
                    <a:pt x="398" y="247"/>
                  </a:lnTo>
                  <a:lnTo>
                    <a:pt x="370" y="240"/>
                  </a:lnTo>
                  <a:lnTo>
                    <a:pt x="345" y="232"/>
                  </a:lnTo>
                  <a:lnTo>
                    <a:pt x="317" y="224"/>
                  </a:lnTo>
                  <a:lnTo>
                    <a:pt x="295" y="216"/>
                  </a:lnTo>
                  <a:lnTo>
                    <a:pt x="276" y="208"/>
                  </a:lnTo>
                  <a:lnTo>
                    <a:pt x="258" y="200"/>
                  </a:lnTo>
                  <a:lnTo>
                    <a:pt x="238" y="190"/>
                  </a:lnTo>
                  <a:lnTo>
                    <a:pt x="220" y="180"/>
                  </a:lnTo>
                  <a:lnTo>
                    <a:pt x="200" y="167"/>
                  </a:lnTo>
                  <a:lnTo>
                    <a:pt x="184" y="154"/>
                  </a:lnTo>
                  <a:lnTo>
                    <a:pt x="168" y="143"/>
                  </a:lnTo>
                  <a:lnTo>
                    <a:pt x="153" y="129"/>
                  </a:lnTo>
                  <a:lnTo>
                    <a:pt x="134" y="114"/>
                  </a:lnTo>
                  <a:lnTo>
                    <a:pt x="114" y="94"/>
                  </a:lnTo>
                  <a:lnTo>
                    <a:pt x="102" y="82"/>
                  </a:lnTo>
                  <a:lnTo>
                    <a:pt x="89" y="66"/>
                  </a:lnTo>
                  <a:lnTo>
                    <a:pt x="78" y="52"/>
                  </a:lnTo>
                  <a:lnTo>
                    <a:pt x="67" y="39"/>
                  </a:lnTo>
                  <a:lnTo>
                    <a:pt x="53" y="17"/>
                  </a:lnTo>
                  <a:lnTo>
                    <a:pt x="45" y="0"/>
                  </a:lnTo>
                  <a:lnTo>
                    <a:pt x="0" y="6"/>
                  </a:lnTo>
                  <a:lnTo>
                    <a:pt x="15" y="35"/>
                  </a:lnTo>
                  <a:lnTo>
                    <a:pt x="37" y="66"/>
                  </a:lnTo>
                  <a:lnTo>
                    <a:pt x="60" y="93"/>
                  </a:lnTo>
                  <a:lnTo>
                    <a:pt x="89" y="121"/>
                  </a:lnTo>
                  <a:lnTo>
                    <a:pt x="131" y="161"/>
                  </a:lnTo>
                  <a:lnTo>
                    <a:pt x="175" y="194"/>
                  </a:lnTo>
                  <a:lnTo>
                    <a:pt x="222" y="224"/>
                  </a:lnTo>
                  <a:lnTo>
                    <a:pt x="263" y="242"/>
                  </a:lnTo>
                  <a:lnTo>
                    <a:pt x="316" y="258"/>
                  </a:lnTo>
                  <a:lnTo>
                    <a:pt x="359" y="265"/>
                  </a:lnTo>
                  <a:lnTo>
                    <a:pt x="429" y="272"/>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93" name="Google Shape;1793;p74"/>
            <p:cNvSpPr/>
            <p:nvPr/>
          </p:nvSpPr>
          <p:spPr>
            <a:xfrm>
              <a:off x="1427" y="2453"/>
              <a:ext cx="220" cy="193"/>
            </a:xfrm>
            <a:custGeom>
              <a:rect b="b" l="l" r="r" t="t"/>
              <a:pathLst>
                <a:path extrusionOk="0" h="193" w="220">
                  <a:moveTo>
                    <a:pt x="219" y="43"/>
                  </a:moveTo>
                  <a:lnTo>
                    <a:pt x="219" y="0"/>
                  </a:lnTo>
                  <a:lnTo>
                    <a:pt x="210" y="11"/>
                  </a:lnTo>
                  <a:lnTo>
                    <a:pt x="201" y="22"/>
                  </a:lnTo>
                  <a:lnTo>
                    <a:pt x="188" y="35"/>
                  </a:lnTo>
                  <a:lnTo>
                    <a:pt x="172" y="49"/>
                  </a:lnTo>
                  <a:lnTo>
                    <a:pt x="156" y="63"/>
                  </a:lnTo>
                  <a:lnTo>
                    <a:pt x="140" y="78"/>
                  </a:lnTo>
                  <a:lnTo>
                    <a:pt x="125" y="89"/>
                  </a:lnTo>
                  <a:lnTo>
                    <a:pt x="112" y="100"/>
                  </a:lnTo>
                  <a:lnTo>
                    <a:pt x="97" y="109"/>
                  </a:lnTo>
                  <a:lnTo>
                    <a:pt x="83" y="120"/>
                  </a:lnTo>
                  <a:lnTo>
                    <a:pt x="65" y="130"/>
                  </a:lnTo>
                  <a:lnTo>
                    <a:pt x="48" y="137"/>
                  </a:lnTo>
                  <a:lnTo>
                    <a:pt x="31" y="145"/>
                  </a:lnTo>
                  <a:lnTo>
                    <a:pt x="14" y="153"/>
                  </a:lnTo>
                  <a:lnTo>
                    <a:pt x="0" y="158"/>
                  </a:lnTo>
                  <a:lnTo>
                    <a:pt x="0" y="192"/>
                  </a:lnTo>
                  <a:lnTo>
                    <a:pt x="24" y="185"/>
                  </a:lnTo>
                  <a:lnTo>
                    <a:pt x="60" y="171"/>
                  </a:lnTo>
                  <a:lnTo>
                    <a:pt x="104" y="152"/>
                  </a:lnTo>
                  <a:lnTo>
                    <a:pt x="137" y="131"/>
                  </a:lnTo>
                  <a:lnTo>
                    <a:pt x="168" y="102"/>
                  </a:lnTo>
                  <a:lnTo>
                    <a:pt x="197" y="78"/>
                  </a:lnTo>
                  <a:lnTo>
                    <a:pt x="219" y="55"/>
                  </a:lnTo>
                  <a:lnTo>
                    <a:pt x="219" y="0"/>
                  </a:lnTo>
                  <a:lnTo>
                    <a:pt x="219" y="1"/>
                  </a:lnTo>
                  <a:lnTo>
                    <a:pt x="219" y="4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94" name="Google Shape;1794;p74"/>
            <p:cNvSpPr/>
            <p:nvPr/>
          </p:nvSpPr>
          <p:spPr>
            <a:xfrm>
              <a:off x="1654" y="2453"/>
              <a:ext cx="264" cy="118"/>
            </a:xfrm>
            <a:custGeom>
              <a:rect b="b" l="l" r="r" t="t"/>
              <a:pathLst>
                <a:path extrusionOk="0" h="118" w="264">
                  <a:moveTo>
                    <a:pt x="263" y="117"/>
                  </a:moveTo>
                  <a:lnTo>
                    <a:pt x="263" y="81"/>
                  </a:lnTo>
                  <a:lnTo>
                    <a:pt x="246" y="79"/>
                  </a:lnTo>
                  <a:lnTo>
                    <a:pt x="228" y="76"/>
                  </a:lnTo>
                  <a:lnTo>
                    <a:pt x="212" y="71"/>
                  </a:lnTo>
                  <a:lnTo>
                    <a:pt x="195" y="67"/>
                  </a:lnTo>
                  <a:lnTo>
                    <a:pt x="176" y="63"/>
                  </a:lnTo>
                  <a:lnTo>
                    <a:pt x="154" y="58"/>
                  </a:lnTo>
                  <a:lnTo>
                    <a:pt x="127" y="51"/>
                  </a:lnTo>
                  <a:lnTo>
                    <a:pt x="101" y="43"/>
                  </a:lnTo>
                  <a:lnTo>
                    <a:pt x="84" y="37"/>
                  </a:lnTo>
                  <a:lnTo>
                    <a:pt x="64" y="30"/>
                  </a:lnTo>
                  <a:lnTo>
                    <a:pt x="42" y="21"/>
                  </a:lnTo>
                  <a:lnTo>
                    <a:pt x="22" y="12"/>
                  </a:lnTo>
                  <a:lnTo>
                    <a:pt x="9" y="5"/>
                  </a:lnTo>
                  <a:lnTo>
                    <a:pt x="0" y="0"/>
                  </a:lnTo>
                  <a:lnTo>
                    <a:pt x="0" y="45"/>
                  </a:lnTo>
                  <a:lnTo>
                    <a:pt x="16" y="56"/>
                  </a:lnTo>
                  <a:lnTo>
                    <a:pt x="49" y="72"/>
                  </a:lnTo>
                  <a:lnTo>
                    <a:pt x="88" y="87"/>
                  </a:lnTo>
                  <a:lnTo>
                    <a:pt x="122" y="96"/>
                  </a:lnTo>
                  <a:lnTo>
                    <a:pt x="162" y="107"/>
                  </a:lnTo>
                  <a:lnTo>
                    <a:pt x="202" y="114"/>
                  </a:lnTo>
                  <a:lnTo>
                    <a:pt x="230" y="117"/>
                  </a:lnTo>
                  <a:lnTo>
                    <a:pt x="263" y="117"/>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95" name="Google Shape;1795;p74"/>
            <p:cNvSpPr/>
            <p:nvPr/>
          </p:nvSpPr>
          <p:spPr>
            <a:xfrm>
              <a:off x="1427" y="2499"/>
              <a:ext cx="747" cy="373"/>
            </a:xfrm>
            <a:custGeom>
              <a:rect b="b" l="l" r="r" t="t"/>
              <a:pathLst>
                <a:path extrusionOk="0" h="373" w="747">
                  <a:moveTo>
                    <a:pt x="746" y="369"/>
                  </a:moveTo>
                  <a:lnTo>
                    <a:pt x="705" y="372"/>
                  </a:lnTo>
                  <a:lnTo>
                    <a:pt x="686" y="372"/>
                  </a:lnTo>
                  <a:lnTo>
                    <a:pt x="661" y="372"/>
                  </a:lnTo>
                  <a:lnTo>
                    <a:pt x="638" y="370"/>
                  </a:lnTo>
                  <a:lnTo>
                    <a:pt x="614" y="369"/>
                  </a:lnTo>
                  <a:lnTo>
                    <a:pt x="592" y="366"/>
                  </a:lnTo>
                  <a:lnTo>
                    <a:pt x="572" y="362"/>
                  </a:lnTo>
                  <a:lnTo>
                    <a:pt x="548" y="358"/>
                  </a:lnTo>
                  <a:lnTo>
                    <a:pt x="521" y="351"/>
                  </a:lnTo>
                  <a:lnTo>
                    <a:pt x="497" y="344"/>
                  </a:lnTo>
                  <a:lnTo>
                    <a:pt x="474" y="337"/>
                  </a:lnTo>
                  <a:lnTo>
                    <a:pt x="448" y="327"/>
                  </a:lnTo>
                  <a:lnTo>
                    <a:pt x="423" y="316"/>
                  </a:lnTo>
                  <a:lnTo>
                    <a:pt x="399" y="305"/>
                  </a:lnTo>
                  <a:lnTo>
                    <a:pt x="379" y="295"/>
                  </a:lnTo>
                  <a:lnTo>
                    <a:pt x="356" y="284"/>
                  </a:lnTo>
                  <a:lnTo>
                    <a:pt x="335" y="273"/>
                  </a:lnTo>
                  <a:lnTo>
                    <a:pt x="315" y="261"/>
                  </a:lnTo>
                  <a:lnTo>
                    <a:pt x="293" y="249"/>
                  </a:lnTo>
                  <a:lnTo>
                    <a:pt x="271" y="234"/>
                  </a:lnTo>
                  <a:lnTo>
                    <a:pt x="251" y="222"/>
                  </a:lnTo>
                  <a:lnTo>
                    <a:pt x="232" y="206"/>
                  </a:lnTo>
                  <a:lnTo>
                    <a:pt x="213" y="191"/>
                  </a:lnTo>
                  <a:lnTo>
                    <a:pt x="195" y="176"/>
                  </a:lnTo>
                  <a:lnTo>
                    <a:pt x="180" y="161"/>
                  </a:lnTo>
                  <a:lnTo>
                    <a:pt x="167" y="146"/>
                  </a:lnTo>
                  <a:lnTo>
                    <a:pt x="158" y="131"/>
                  </a:lnTo>
                  <a:lnTo>
                    <a:pt x="0" y="151"/>
                  </a:lnTo>
                  <a:lnTo>
                    <a:pt x="23" y="141"/>
                  </a:lnTo>
                  <a:lnTo>
                    <a:pt x="48" y="130"/>
                  </a:lnTo>
                  <a:lnTo>
                    <a:pt x="68" y="120"/>
                  </a:lnTo>
                  <a:lnTo>
                    <a:pt x="84" y="114"/>
                  </a:lnTo>
                  <a:lnTo>
                    <a:pt x="101" y="104"/>
                  </a:lnTo>
                  <a:lnTo>
                    <a:pt x="115" y="96"/>
                  </a:lnTo>
                  <a:lnTo>
                    <a:pt x="128" y="87"/>
                  </a:lnTo>
                  <a:lnTo>
                    <a:pt x="140" y="77"/>
                  </a:lnTo>
                  <a:lnTo>
                    <a:pt x="153" y="67"/>
                  </a:lnTo>
                  <a:lnTo>
                    <a:pt x="169" y="54"/>
                  </a:lnTo>
                  <a:lnTo>
                    <a:pt x="184" y="40"/>
                  </a:lnTo>
                  <a:lnTo>
                    <a:pt x="198" y="28"/>
                  </a:lnTo>
                  <a:lnTo>
                    <a:pt x="213" y="13"/>
                  </a:lnTo>
                  <a:lnTo>
                    <a:pt x="225" y="0"/>
                  </a:lnTo>
                  <a:lnTo>
                    <a:pt x="236" y="6"/>
                  </a:lnTo>
                  <a:lnTo>
                    <a:pt x="249" y="13"/>
                  </a:lnTo>
                  <a:lnTo>
                    <a:pt x="262" y="19"/>
                  </a:lnTo>
                  <a:lnTo>
                    <a:pt x="277" y="24"/>
                  </a:lnTo>
                  <a:lnTo>
                    <a:pt x="293" y="31"/>
                  </a:lnTo>
                  <a:lnTo>
                    <a:pt x="308" y="36"/>
                  </a:lnTo>
                  <a:lnTo>
                    <a:pt x="322" y="40"/>
                  </a:lnTo>
                  <a:lnTo>
                    <a:pt x="337" y="45"/>
                  </a:lnTo>
                  <a:lnTo>
                    <a:pt x="355" y="49"/>
                  </a:lnTo>
                  <a:lnTo>
                    <a:pt x="372" y="54"/>
                  </a:lnTo>
                  <a:lnTo>
                    <a:pt x="388" y="58"/>
                  </a:lnTo>
                  <a:lnTo>
                    <a:pt x="404" y="62"/>
                  </a:lnTo>
                  <a:lnTo>
                    <a:pt x="420" y="65"/>
                  </a:lnTo>
                  <a:lnTo>
                    <a:pt x="435" y="68"/>
                  </a:lnTo>
                  <a:lnTo>
                    <a:pt x="451" y="71"/>
                  </a:lnTo>
                  <a:lnTo>
                    <a:pt x="468" y="74"/>
                  </a:lnTo>
                  <a:lnTo>
                    <a:pt x="493" y="77"/>
                  </a:lnTo>
                  <a:lnTo>
                    <a:pt x="329" y="106"/>
                  </a:lnTo>
                  <a:lnTo>
                    <a:pt x="340" y="127"/>
                  </a:lnTo>
                  <a:lnTo>
                    <a:pt x="353" y="143"/>
                  </a:lnTo>
                  <a:lnTo>
                    <a:pt x="376" y="173"/>
                  </a:lnTo>
                  <a:lnTo>
                    <a:pt x="390" y="187"/>
                  </a:lnTo>
                  <a:lnTo>
                    <a:pt x="404" y="201"/>
                  </a:lnTo>
                  <a:lnTo>
                    <a:pt x="427" y="223"/>
                  </a:lnTo>
                  <a:lnTo>
                    <a:pt x="442" y="237"/>
                  </a:lnTo>
                  <a:lnTo>
                    <a:pt x="460" y="254"/>
                  </a:lnTo>
                  <a:lnTo>
                    <a:pt x="477" y="265"/>
                  </a:lnTo>
                  <a:lnTo>
                    <a:pt x="490" y="276"/>
                  </a:lnTo>
                  <a:lnTo>
                    <a:pt x="504" y="287"/>
                  </a:lnTo>
                  <a:lnTo>
                    <a:pt x="519" y="298"/>
                  </a:lnTo>
                  <a:lnTo>
                    <a:pt x="537" y="308"/>
                  </a:lnTo>
                  <a:lnTo>
                    <a:pt x="555" y="316"/>
                  </a:lnTo>
                  <a:lnTo>
                    <a:pt x="573" y="326"/>
                  </a:lnTo>
                  <a:lnTo>
                    <a:pt x="595" y="334"/>
                  </a:lnTo>
                  <a:lnTo>
                    <a:pt x="614" y="341"/>
                  </a:lnTo>
                  <a:lnTo>
                    <a:pt x="638" y="346"/>
                  </a:lnTo>
                  <a:lnTo>
                    <a:pt x="660" y="351"/>
                  </a:lnTo>
                  <a:lnTo>
                    <a:pt x="683" y="356"/>
                  </a:lnTo>
                  <a:lnTo>
                    <a:pt x="707" y="361"/>
                  </a:lnTo>
                  <a:lnTo>
                    <a:pt x="746" y="369"/>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796" name="Google Shape;1796;p74"/>
          <p:cNvSpPr/>
          <p:nvPr/>
        </p:nvSpPr>
        <p:spPr>
          <a:xfrm>
            <a:off x="1593850" y="4062413"/>
            <a:ext cx="584100" cy="1028700"/>
          </a:xfrm>
          <a:prstGeom prst="cube">
            <a:avLst>
              <a:gd fmla="val 24995" name="adj"/>
            </a:avLst>
          </a:prstGeom>
          <a:gradFill>
            <a:gsLst>
              <a:gs pos="0">
                <a:srgbClr val="F39FD1"/>
              </a:gs>
              <a:gs pos="100000">
                <a:srgbClr val="482F3E"/>
              </a:gs>
            </a:gsLst>
            <a:lin ang="5400000" scaled="0"/>
          </a:gra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797" name="Google Shape;1797;p74"/>
          <p:cNvGrpSpPr/>
          <p:nvPr/>
        </p:nvGrpSpPr>
        <p:grpSpPr>
          <a:xfrm>
            <a:off x="1735138" y="3323035"/>
            <a:ext cx="363537" cy="609600"/>
            <a:chOff x="1093" y="2791"/>
            <a:chExt cx="229" cy="512"/>
          </a:xfrm>
        </p:grpSpPr>
        <p:grpSp>
          <p:nvGrpSpPr>
            <p:cNvPr id="1798" name="Google Shape;1798;p74"/>
            <p:cNvGrpSpPr/>
            <p:nvPr/>
          </p:nvGrpSpPr>
          <p:grpSpPr>
            <a:xfrm>
              <a:off x="1093" y="3026"/>
              <a:ext cx="229" cy="277"/>
              <a:chOff x="1093" y="3026"/>
              <a:chExt cx="229" cy="277"/>
            </a:xfrm>
          </p:grpSpPr>
          <p:sp>
            <p:nvSpPr>
              <p:cNvPr id="1799" name="Google Shape;1799;p74"/>
              <p:cNvSpPr/>
              <p:nvPr/>
            </p:nvSpPr>
            <p:spPr>
              <a:xfrm>
                <a:off x="1094" y="3148"/>
                <a:ext cx="80" cy="13"/>
              </a:xfrm>
              <a:custGeom>
                <a:rect b="b" l="l" r="r" t="t"/>
                <a:pathLst>
                  <a:path extrusionOk="0" h="13" w="80">
                    <a:moveTo>
                      <a:pt x="0" y="0"/>
                    </a:moveTo>
                    <a:lnTo>
                      <a:pt x="39" y="12"/>
                    </a:lnTo>
                    <a:lnTo>
                      <a:pt x="79" y="12"/>
                    </a:lnTo>
                    <a:lnTo>
                      <a:pt x="31" y="0"/>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0" name="Google Shape;1800;p74"/>
              <p:cNvSpPr/>
              <p:nvPr/>
            </p:nvSpPr>
            <p:spPr>
              <a:xfrm>
                <a:off x="1093" y="3026"/>
                <a:ext cx="188" cy="277"/>
              </a:xfrm>
              <a:custGeom>
                <a:rect b="b" l="l" r="r" t="t"/>
                <a:pathLst>
                  <a:path extrusionOk="0" h="277" w="188">
                    <a:moveTo>
                      <a:pt x="0" y="122"/>
                    </a:moveTo>
                    <a:lnTo>
                      <a:pt x="94" y="276"/>
                    </a:lnTo>
                    <a:lnTo>
                      <a:pt x="187" y="183"/>
                    </a:lnTo>
                    <a:lnTo>
                      <a:pt x="147" y="170"/>
                    </a:lnTo>
                    <a:lnTo>
                      <a:pt x="147" y="16"/>
                    </a:lnTo>
                    <a:lnTo>
                      <a:pt x="40" y="0"/>
                    </a:lnTo>
                    <a:lnTo>
                      <a:pt x="40" y="134"/>
                    </a:lnTo>
                    <a:lnTo>
                      <a:pt x="0" y="122"/>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1" name="Google Shape;1801;p74"/>
              <p:cNvSpPr/>
              <p:nvPr/>
            </p:nvSpPr>
            <p:spPr>
              <a:xfrm>
                <a:off x="1186" y="3209"/>
                <a:ext cx="136" cy="94"/>
              </a:xfrm>
              <a:custGeom>
                <a:rect b="b" l="l" r="r" t="t"/>
                <a:pathLst>
                  <a:path extrusionOk="0" h="94" w="136">
                    <a:moveTo>
                      <a:pt x="0" y="93"/>
                    </a:moveTo>
                    <a:lnTo>
                      <a:pt x="94" y="0"/>
                    </a:lnTo>
                    <a:lnTo>
                      <a:pt x="135" y="0"/>
                    </a:lnTo>
                    <a:lnTo>
                      <a:pt x="40" y="93"/>
                    </a:lnTo>
                    <a:lnTo>
                      <a:pt x="0" y="93"/>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2" name="Google Shape;1802;p74"/>
              <p:cNvSpPr/>
              <p:nvPr/>
            </p:nvSpPr>
            <p:spPr>
              <a:xfrm>
                <a:off x="1240" y="3197"/>
                <a:ext cx="81" cy="13"/>
              </a:xfrm>
              <a:custGeom>
                <a:rect b="b" l="l" r="r" t="t"/>
                <a:pathLst>
                  <a:path extrusionOk="0" h="13" w="81">
                    <a:moveTo>
                      <a:pt x="42" y="12"/>
                    </a:moveTo>
                    <a:lnTo>
                      <a:pt x="0" y="0"/>
                    </a:lnTo>
                    <a:lnTo>
                      <a:pt x="42" y="0"/>
                    </a:lnTo>
                    <a:lnTo>
                      <a:pt x="80" y="12"/>
                    </a:lnTo>
                    <a:lnTo>
                      <a:pt x="42" y="12"/>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3" name="Google Shape;1803;p74"/>
              <p:cNvSpPr/>
              <p:nvPr/>
            </p:nvSpPr>
            <p:spPr>
              <a:xfrm>
                <a:off x="1240" y="3043"/>
                <a:ext cx="43" cy="155"/>
              </a:xfrm>
              <a:custGeom>
                <a:rect b="b" l="l" r="r" t="t"/>
                <a:pathLst>
                  <a:path extrusionOk="0" h="155" w="43">
                    <a:moveTo>
                      <a:pt x="1" y="154"/>
                    </a:moveTo>
                    <a:lnTo>
                      <a:pt x="42" y="154"/>
                    </a:lnTo>
                    <a:lnTo>
                      <a:pt x="42" y="0"/>
                    </a:lnTo>
                    <a:lnTo>
                      <a:pt x="0" y="0"/>
                    </a:lnTo>
                    <a:lnTo>
                      <a:pt x="1" y="154"/>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4" name="Google Shape;1804;p74"/>
              <p:cNvSpPr/>
              <p:nvPr/>
            </p:nvSpPr>
            <p:spPr>
              <a:xfrm>
                <a:off x="1133" y="3026"/>
                <a:ext cx="148" cy="18"/>
              </a:xfrm>
              <a:custGeom>
                <a:rect b="b" l="l" r="r" t="t"/>
                <a:pathLst>
                  <a:path extrusionOk="0" h="18" w="148">
                    <a:moveTo>
                      <a:pt x="0" y="0"/>
                    </a:moveTo>
                    <a:lnTo>
                      <a:pt x="107" y="17"/>
                    </a:lnTo>
                    <a:lnTo>
                      <a:pt x="147" y="17"/>
                    </a:lnTo>
                    <a:lnTo>
                      <a:pt x="40" y="0"/>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nvGrpSpPr>
            <p:cNvPr id="1805" name="Google Shape;1805;p74"/>
            <p:cNvGrpSpPr/>
            <p:nvPr/>
          </p:nvGrpSpPr>
          <p:grpSpPr>
            <a:xfrm>
              <a:off x="1093" y="2791"/>
              <a:ext cx="229" cy="276"/>
              <a:chOff x="1093" y="2791"/>
              <a:chExt cx="229" cy="276"/>
            </a:xfrm>
          </p:grpSpPr>
          <p:sp>
            <p:nvSpPr>
              <p:cNvPr id="1806" name="Google Shape;1806;p74"/>
              <p:cNvSpPr/>
              <p:nvPr/>
            </p:nvSpPr>
            <p:spPr>
              <a:xfrm>
                <a:off x="1094" y="2933"/>
                <a:ext cx="80" cy="12"/>
              </a:xfrm>
              <a:custGeom>
                <a:rect b="b" l="l" r="r" t="t"/>
                <a:pathLst>
                  <a:path extrusionOk="0" h="12" w="80">
                    <a:moveTo>
                      <a:pt x="0" y="11"/>
                    </a:moveTo>
                    <a:lnTo>
                      <a:pt x="39" y="0"/>
                    </a:lnTo>
                    <a:lnTo>
                      <a:pt x="79" y="0"/>
                    </a:lnTo>
                    <a:lnTo>
                      <a:pt x="31" y="11"/>
                    </a:lnTo>
                    <a:lnTo>
                      <a:pt x="0" y="11"/>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1807" name="Google Shape;1807;p74"/>
              <p:cNvGrpSpPr/>
              <p:nvPr/>
            </p:nvGrpSpPr>
            <p:grpSpPr>
              <a:xfrm>
                <a:off x="1093" y="2791"/>
                <a:ext cx="229" cy="276"/>
                <a:chOff x="1093" y="2791"/>
                <a:chExt cx="229" cy="276"/>
              </a:xfrm>
            </p:grpSpPr>
            <p:sp>
              <p:nvSpPr>
                <p:cNvPr id="1808" name="Google Shape;1808;p74"/>
                <p:cNvSpPr/>
                <p:nvPr/>
              </p:nvSpPr>
              <p:spPr>
                <a:xfrm>
                  <a:off x="1093" y="2791"/>
                  <a:ext cx="188" cy="276"/>
                </a:xfrm>
                <a:custGeom>
                  <a:rect b="b" l="l" r="r" t="t"/>
                  <a:pathLst>
                    <a:path extrusionOk="0" h="276" w="188">
                      <a:moveTo>
                        <a:pt x="0" y="153"/>
                      </a:moveTo>
                      <a:lnTo>
                        <a:pt x="94" y="0"/>
                      </a:lnTo>
                      <a:lnTo>
                        <a:pt x="187" y="93"/>
                      </a:lnTo>
                      <a:lnTo>
                        <a:pt x="147" y="105"/>
                      </a:lnTo>
                      <a:lnTo>
                        <a:pt x="147" y="259"/>
                      </a:lnTo>
                      <a:lnTo>
                        <a:pt x="40" y="275"/>
                      </a:lnTo>
                      <a:lnTo>
                        <a:pt x="40" y="141"/>
                      </a:lnTo>
                      <a:lnTo>
                        <a:pt x="0" y="153"/>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09" name="Google Shape;1809;p74"/>
                <p:cNvSpPr/>
                <p:nvPr/>
              </p:nvSpPr>
              <p:spPr>
                <a:xfrm>
                  <a:off x="1186" y="2791"/>
                  <a:ext cx="136" cy="94"/>
                </a:xfrm>
                <a:custGeom>
                  <a:rect b="b" l="l" r="r" t="t"/>
                  <a:pathLst>
                    <a:path extrusionOk="0" h="94" w="136">
                      <a:moveTo>
                        <a:pt x="0" y="0"/>
                      </a:moveTo>
                      <a:lnTo>
                        <a:pt x="94" y="93"/>
                      </a:lnTo>
                      <a:lnTo>
                        <a:pt x="135" y="93"/>
                      </a:lnTo>
                      <a:lnTo>
                        <a:pt x="40" y="0"/>
                      </a:lnTo>
                      <a:lnTo>
                        <a:pt x="0"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10" name="Google Shape;1810;p74"/>
                <p:cNvSpPr/>
                <p:nvPr/>
              </p:nvSpPr>
              <p:spPr>
                <a:xfrm>
                  <a:off x="1240" y="2884"/>
                  <a:ext cx="81" cy="13"/>
                </a:xfrm>
                <a:custGeom>
                  <a:rect b="b" l="l" r="r" t="t"/>
                  <a:pathLst>
                    <a:path extrusionOk="0" h="13" w="81">
                      <a:moveTo>
                        <a:pt x="42" y="0"/>
                      </a:moveTo>
                      <a:lnTo>
                        <a:pt x="0" y="12"/>
                      </a:lnTo>
                      <a:lnTo>
                        <a:pt x="42" y="12"/>
                      </a:lnTo>
                      <a:lnTo>
                        <a:pt x="80" y="0"/>
                      </a:lnTo>
                      <a:lnTo>
                        <a:pt x="42"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11" name="Google Shape;1811;p74"/>
                <p:cNvSpPr/>
                <p:nvPr/>
              </p:nvSpPr>
              <p:spPr>
                <a:xfrm>
                  <a:off x="1240" y="2896"/>
                  <a:ext cx="43" cy="155"/>
                </a:xfrm>
                <a:custGeom>
                  <a:rect b="b" l="l" r="r" t="t"/>
                  <a:pathLst>
                    <a:path extrusionOk="0" h="155" w="43">
                      <a:moveTo>
                        <a:pt x="1" y="0"/>
                      </a:moveTo>
                      <a:lnTo>
                        <a:pt x="42" y="0"/>
                      </a:lnTo>
                      <a:lnTo>
                        <a:pt x="42" y="154"/>
                      </a:lnTo>
                      <a:lnTo>
                        <a:pt x="0" y="154"/>
                      </a:lnTo>
                      <a:lnTo>
                        <a:pt x="1" y="0"/>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12" name="Google Shape;1812;p74"/>
                <p:cNvSpPr/>
                <p:nvPr/>
              </p:nvSpPr>
              <p:spPr>
                <a:xfrm>
                  <a:off x="1133" y="3050"/>
                  <a:ext cx="148" cy="17"/>
                </a:xfrm>
                <a:custGeom>
                  <a:rect b="b" l="l" r="r" t="t"/>
                  <a:pathLst>
                    <a:path extrusionOk="0" h="17" w="148">
                      <a:moveTo>
                        <a:pt x="0" y="16"/>
                      </a:moveTo>
                      <a:lnTo>
                        <a:pt x="107" y="0"/>
                      </a:lnTo>
                      <a:lnTo>
                        <a:pt x="147" y="0"/>
                      </a:lnTo>
                      <a:lnTo>
                        <a:pt x="40" y="16"/>
                      </a:lnTo>
                      <a:lnTo>
                        <a:pt x="0" y="16"/>
                      </a:lnTo>
                    </a:path>
                  </a:pathLst>
                </a:custGeom>
                <a:solidFill>
                  <a:srgbClr val="F39FD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grpSp>
      </p:grpSp>
      <p:sp>
        <p:nvSpPr>
          <p:cNvPr id="1813" name="Google Shape;1813;p74"/>
          <p:cNvSpPr/>
          <p:nvPr/>
        </p:nvSpPr>
        <p:spPr>
          <a:xfrm>
            <a:off x="6416675" y="3338513"/>
            <a:ext cx="419100" cy="1443038"/>
          </a:xfrm>
          <a:custGeom>
            <a:rect b="b" l="l" r="r" t="t"/>
            <a:pathLst>
              <a:path extrusionOk="0" h="1212" w="264">
                <a:moveTo>
                  <a:pt x="0" y="1211"/>
                </a:moveTo>
                <a:lnTo>
                  <a:pt x="0" y="326"/>
                </a:lnTo>
                <a:lnTo>
                  <a:pt x="132" y="0"/>
                </a:lnTo>
                <a:lnTo>
                  <a:pt x="263" y="326"/>
                </a:lnTo>
                <a:lnTo>
                  <a:pt x="263" y="1211"/>
                </a:lnTo>
                <a:lnTo>
                  <a:pt x="0" y="1211"/>
                </a:lnTo>
              </a:path>
            </a:pathLst>
          </a:custGeom>
          <a:solidFill>
            <a:schemeClr val="accen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14" name="Google Shape;1814;p74"/>
          <p:cNvSpPr/>
          <p:nvPr/>
        </p:nvSpPr>
        <p:spPr>
          <a:xfrm>
            <a:off x="3422650" y="4163616"/>
            <a:ext cx="2655900" cy="354900"/>
          </a:xfrm>
          <a:prstGeom prst="rect">
            <a:avLst/>
          </a:prstGeom>
          <a:noFill/>
          <a:ln>
            <a:noFill/>
          </a:ln>
        </p:spPr>
        <p:txBody>
          <a:bodyPr anchorCtr="0" anchor="t" bIns="44450" lIns="90475" spcFirstLastPara="1" rIns="90475" wrap="square" tIns="44450">
            <a:noAutofit/>
          </a:bodyPr>
          <a:lstStyle/>
          <a:p>
            <a:pPr indent="0" lvl="0" marL="0" marR="0" rtl="0" algn="l">
              <a:lnSpc>
                <a:spcPct val="9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task description</a:t>
            </a:r>
            <a:endParaRPr b="0" i="0" sz="1400" u="none" cap="none" strike="noStrike">
              <a:solidFill>
                <a:srgbClr val="000000"/>
              </a:solidFill>
              <a:latin typeface="Arial"/>
              <a:ea typeface="Arial"/>
              <a:cs typeface="Arial"/>
              <a:sym typeface="Arial"/>
            </a:endParaRPr>
          </a:p>
        </p:txBody>
      </p:sp>
      <p:sp>
        <p:nvSpPr>
          <p:cNvPr id="1815" name="Google Shape;1815;p74"/>
          <p:cNvSpPr/>
          <p:nvPr/>
        </p:nvSpPr>
        <p:spPr>
          <a:xfrm>
            <a:off x="6369050" y="1325166"/>
            <a:ext cx="15495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designer</a:t>
            </a:r>
            <a:endParaRPr b="0" i="0" sz="1400" u="none" cap="none" strike="noStrike">
              <a:solidFill>
                <a:srgbClr val="000000"/>
              </a:solidFill>
              <a:latin typeface="Arial"/>
              <a:ea typeface="Arial"/>
              <a:cs typeface="Arial"/>
              <a:sym typeface="Arial"/>
            </a:endParaRPr>
          </a:p>
        </p:txBody>
      </p:sp>
      <p:sp>
        <p:nvSpPr>
          <p:cNvPr id="1816" name="Google Shape;1816;p74"/>
          <p:cNvSpPr/>
          <p:nvPr/>
        </p:nvSpPr>
        <p:spPr>
          <a:xfrm>
            <a:off x="1992313" y="1309688"/>
            <a:ext cx="8748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p:txBody>
      </p:sp>
      <p:sp>
        <p:nvSpPr>
          <p:cNvPr id="1817" name="Google Shape;1817;p74"/>
          <p:cNvSpPr/>
          <p:nvPr/>
        </p:nvSpPr>
        <p:spPr>
          <a:xfrm>
            <a:off x="3952875" y="1328738"/>
            <a:ext cx="16668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computer</a:t>
            </a:r>
            <a:endParaRPr b="0" i="0" sz="1400" u="none" cap="none" strike="noStrike">
              <a:solidFill>
                <a:srgbClr val="000000"/>
              </a:solidFill>
              <a:latin typeface="Arial"/>
              <a:ea typeface="Arial"/>
              <a:cs typeface="Arial"/>
              <a:sym typeface="Arial"/>
            </a:endParaRPr>
          </a:p>
        </p:txBody>
      </p:sp>
      <p:grpSp>
        <p:nvGrpSpPr>
          <p:cNvPr id="1818" name="Google Shape;1818;p74"/>
          <p:cNvGrpSpPr/>
          <p:nvPr/>
        </p:nvGrpSpPr>
        <p:grpSpPr>
          <a:xfrm>
            <a:off x="5160963" y="2911078"/>
            <a:ext cx="1185862" cy="498871"/>
            <a:chOff x="3251" y="2445"/>
            <a:chExt cx="747" cy="419"/>
          </a:xfrm>
        </p:grpSpPr>
        <p:sp>
          <p:nvSpPr>
            <p:cNvPr id="1819" name="Google Shape;1819;p74"/>
            <p:cNvSpPr/>
            <p:nvPr/>
          </p:nvSpPr>
          <p:spPr>
            <a:xfrm>
              <a:off x="3251" y="2589"/>
              <a:ext cx="430" cy="273"/>
            </a:xfrm>
            <a:custGeom>
              <a:rect b="b" l="l" r="r" t="t"/>
              <a:pathLst>
                <a:path extrusionOk="0" h="273" w="430">
                  <a:moveTo>
                    <a:pt x="0" y="272"/>
                  </a:moveTo>
                  <a:lnTo>
                    <a:pt x="0" y="253"/>
                  </a:lnTo>
                  <a:lnTo>
                    <a:pt x="31" y="247"/>
                  </a:lnTo>
                  <a:lnTo>
                    <a:pt x="59" y="240"/>
                  </a:lnTo>
                  <a:lnTo>
                    <a:pt x="84" y="232"/>
                  </a:lnTo>
                  <a:lnTo>
                    <a:pt x="112" y="224"/>
                  </a:lnTo>
                  <a:lnTo>
                    <a:pt x="134" y="216"/>
                  </a:lnTo>
                  <a:lnTo>
                    <a:pt x="153" y="208"/>
                  </a:lnTo>
                  <a:lnTo>
                    <a:pt x="171" y="200"/>
                  </a:lnTo>
                  <a:lnTo>
                    <a:pt x="191" y="190"/>
                  </a:lnTo>
                  <a:lnTo>
                    <a:pt x="209" y="180"/>
                  </a:lnTo>
                  <a:lnTo>
                    <a:pt x="229" y="167"/>
                  </a:lnTo>
                  <a:lnTo>
                    <a:pt x="245" y="154"/>
                  </a:lnTo>
                  <a:lnTo>
                    <a:pt x="261" y="143"/>
                  </a:lnTo>
                  <a:lnTo>
                    <a:pt x="276" y="129"/>
                  </a:lnTo>
                  <a:lnTo>
                    <a:pt x="295" y="114"/>
                  </a:lnTo>
                  <a:lnTo>
                    <a:pt x="315" y="94"/>
                  </a:lnTo>
                  <a:lnTo>
                    <a:pt x="327" y="82"/>
                  </a:lnTo>
                  <a:lnTo>
                    <a:pt x="340" y="66"/>
                  </a:lnTo>
                  <a:lnTo>
                    <a:pt x="351" y="52"/>
                  </a:lnTo>
                  <a:lnTo>
                    <a:pt x="362" y="39"/>
                  </a:lnTo>
                  <a:lnTo>
                    <a:pt x="376" y="17"/>
                  </a:lnTo>
                  <a:lnTo>
                    <a:pt x="384" y="0"/>
                  </a:lnTo>
                  <a:lnTo>
                    <a:pt x="429" y="6"/>
                  </a:lnTo>
                  <a:lnTo>
                    <a:pt x="414" y="35"/>
                  </a:lnTo>
                  <a:lnTo>
                    <a:pt x="392" y="66"/>
                  </a:lnTo>
                  <a:lnTo>
                    <a:pt x="369" y="93"/>
                  </a:lnTo>
                  <a:lnTo>
                    <a:pt x="340" y="121"/>
                  </a:lnTo>
                  <a:lnTo>
                    <a:pt x="298" y="161"/>
                  </a:lnTo>
                  <a:lnTo>
                    <a:pt x="254" y="194"/>
                  </a:lnTo>
                  <a:lnTo>
                    <a:pt x="207" y="224"/>
                  </a:lnTo>
                  <a:lnTo>
                    <a:pt x="166" y="242"/>
                  </a:lnTo>
                  <a:lnTo>
                    <a:pt x="113" y="258"/>
                  </a:lnTo>
                  <a:lnTo>
                    <a:pt x="70" y="265"/>
                  </a:lnTo>
                  <a:lnTo>
                    <a:pt x="0" y="272"/>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20" name="Google Shape;1820;p74"/>
            <p:cNvSpPr/>
            <p:nvPr/>
          </p:nvSpPr>
          <p:spPr>
            <a:xfrm>
              <a:off x="3778" y="2445"/>
              <a:ext cx="220" cy="193"/>
            </a:xfrm>
            <a:custGeom>
              <a:rect b="b" l="l" r="r" t="t"/>
              <a:pathLst>
                <a:path extrusionOk="0" h="193" w="220">
                  <a:moveTo>
                    <a:pt x="0" y="43"/>
                  </a:moveTo>
                  <a:lnTo>
                    <a:pt x="0" y="0"/>
                  </a:lnTo>
                  <a:lnTo>
                    <a:pt x="9" y="11"/>
                  </a:lnTo>
                  <a:lnTo>
                    <a:pt x="18" y="22"/>
                  </a:lnTo>
                  <a:lnTo>
                    <a:pt x="31" y="35"/>
                  </a:lnTo>
                  <a:lnTo>
                    <a:pt x="47" y="49"/>
                  </a:lnTo>
                  <a:lnTo>
                    <a:pt x="63" y="63"/>
                  </a:lnTo>
                  <a:lnTo>
                    <a:pt x="79" y="78"/>
                  </a:lnTo>
                  <a:lnTo>
                    <a:pt x="94" y="89"/>
                  </a:lnTo>
                  <a:lnTo>
                    <a:pt x="107" y="100"/>
                  </a:lnTo>
                  <a:lnTo>
                    <a:pt x="122" y="109"/>
                  </a:lnTo>
                  <a:lnTo>
                    <a:pt x="136" y="120"/>
                  </a:lnTo>
                  <a:lnTo>
                    <a:pt x="154" y="130"/>
                  </a:lnTo>
                  <a:lnTo>
                    <a:pt x="171" y="137"/>
                  </a:lnTo>
                  <a:lnTo>
                    <a:pt x="188" y="145"/>
                  </a:lnTo>
                  <a:lnTo>
                    <a:pt x="205" y="153"/>
                  </a:lnTo>
                  <a:lnTo>
                    <a:pt x="219" y="158"/>
                  </a:lnTo>
                  <a:lnTo>
                    <a:pt x="219" y="192"/>
                  </a:lnTo>
                  <a:lnTo>
                    <a:pt x="195" y="185"/>
                  </a:lnTo>
                  <a:lnTo>
                    <a:pt x="159" y="171"/>
                  </a:lnTo>
                  <a:lnTo>
                    <a:pt x="115" y="152"/>
                  </a:lnTo>
                  <a:lnTo>
                    <a:pt x="82" y="131"/>
                  </a:lnTo>
                  <a:lnTo>
                    <a:pt x="51" y="102"/>
                  </a:lnTo>
                  <a:lnTo>
                    <a:pt x="22" y="78"/>
                  </a:lnTo>
                  <a:lnTo>
                    <a:pt x="0" y="55"/>
                  </a:lnTo>
                  <a:lnTo>
                    <a:pt x="0" y="0"/>
                  </a:lnTo>
                  <a:lnTo>
                    <a:pt x="0" y="1"/>
                  </a:lnTo>
                  <a:lnTo>
                    <a:pt x="0" y="4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21" name="Google Shape;1821;p74"/>
            <p:cNvSpPr/>
            <p:nvPr/>
          </p:nvSpPr>
          <p:spPr>
            <a:xfrm>
              <a:off x="3507" y="2445"/>
              <a:ext cx="264" cy="118"/>
            </a:xfrm>
            <a:custGeom>
              <a:rect b="b" l="l" r="r" t="t"/>
              <a:pathLst>
                <a:path extrusionOk="0" h="118" w="264">
                  <a:moveTo>
                    <a:pt x="0" y="117"/>
                  </a:moveTo>
                  <a:lnTo>
                    <a:pt x="0" y="81"/>
                  </a:lnTo>
                  <a:lnTo>
                    <a:pt x="17" y="79"/>
                  </a:lnTo>
                  <a:lnTo>
                    <a:pt x="35" y="76"/>
                  </a:lnTo>
                  <a:lnTo>
                    <a:pt x="51" y="71"/>
                  </a:lnTo>
                  <a:lnTo>
                    <a:pt x="68" y="67"/>
                  </a:lnTo>
                  <a:lnTo>
                    <a:pt x="87" y="63"/>
                  </a:lnTo>
                  <a:lnTo>
                    <a:pt x="109" y="58"/>
                  </a:lnTo>
                  <a:lnTo>
                    <a:pt x="136" y="51"/>
                  </a:lnTo>
                  <a:lnTo>
                    <a:pt x="162" y="43"/>
                  </a:lnTo>
                  <a:lnTo>
                    <a:pt x="179" y="37"/>
                  </a:lnTo>
                  <a:lnTo>
                    <a:pt x="199" y="30"/>
                  </a:lnTo>
                  <a:lnTo>
                    <a:pt x="221" y="21"/>
                  </a:lnTo>
                  <a:lnTo>
                    <a:pt x="241" y="12"/>
                  </a:lnTo>
                  <a:lnTo>
                    <a:pt x="254" y="5"/>
                  </a:lnTo>
                  <a:lnTo>
                    <a:pt x="263" y="0"/>
                  </a:lnTo>
                  <a:lnTo>
                    <a:pt x="263" y="45"/>
                  </a:lnTo>
                  <a:lnTo>
                    <a:pt x="247" y="56"/>
                  </a:lnTo>
                  <a:lnTo>
                    <a:pt x="214" y="72"/>
                  </a:lnTo>
                  <a:lnTo>
                    <a:pt x="175" y="87"/>
                  </a:lnTo>
                  <a:lnTo>
                    <a:pt x="141" y="96"/>
                  </a:lnTo>
                  <a:lnTo>
                    <a:pt x="101" y="107"/>
                  </a:lnTo>
                  <a:lnTo>
                    <a:pt x="61" y="114"/>
                  </a:lnTo>
                  <a:lnTo>
                    <a:pt x="33" y="117"/>
                  </a:lnTo>
                  <a:lnTo>
                    <a:pt x="0" y="117"/>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22" name="Google Shape;1822;p74"/>
            <p:cNvSpPr/>
            <p:nvPr/>
          </p:nvSpPr>
          <p:spPr>
            <a:xfrm>
              <a:off x="3251" y="2491"/>
              <a:ext cx="747" cy="373"/>
            </a:xfrm>
            <a:custGeom>
              <a:rect b="b" l="l" r="r" t="t"/>
              <a:pathLst>
                <a:path extrusionOk="0" h="373" w="747">
                  <a:moveTo>
                    <a:pt x="0" y="369"/>
                  </a:moveTo>
                  <a:lnTo>
                    <a:pt x="41" y="372"/>
                  </a:lnTo>
                  <a:lnTo>
                    <a:pt x="60" y="372"/>
                  </a:lnTo>
                  <a:lnTo>
                    <a:pt x="85" y="372"/>
                  </a:lnTo>
                  <a:lnTo>
                    <a:pt x="108" y="370"/>
                  </a:lnTo>
                  <a:lnTo>
                    <a:pt x="132" y="369"/>
                  </a:lnTo>
                  <a:lnTo>
                    <a:pt x="154" y="366"/>
                  </a:lnTo>
                  <a:lnTo>
                    <a:pt x="174" y="362"/>
                  </a:lnTo>
                  <a:lnTo>
                    <a:pt x="198" y="358"/>
                  </a:lnTo>
                  <a:lnTo>
                    <a:pt x="225" y="351"/>
                  </a:lnTo>
                  <a:lnTo>
                    <a:pt x="249" y="344"/>
                  </a:lnTo>
                  <a:lnTo>
                    <a:pt x="272" y="337"/>
                  </a:lnTo>
                  <a:lnTo>
                    <a:pt x="298" y="327"/>
                  </a:lnTo>
                  <a:lnTo>
                    <a:pt x="323" y="316"/>
                  </a:lnTo>
                  <a:lnTo>
                    <a:pt x="347" y="305"/>
                  </a:lnTo>
                  <a:lnTo>
                    <a:pt x="367" y="295"/>
                  </a:lnTo>
                  <a:lnTo>
                    <a:pt x="390" y="284"/>
                  </a:lnTo>
                  <a:lnTo>
                    <a:pt x="411" y="273"/>
                  </a:lnTo>
                  <a:lnTo>
                    <a:pt x="431" y="261"/>
                  </a:lnTo>
                  <a:lnTo>
                    <a:pt x="453" y="249"/>
                  </a:lnTo>
                  <a:lnTo>
                    <a:pt x="475" y="234"/>
                  </a:lnTo>
                  <a:lnTo>
                    <a:pt x="495" y="222"/>
                  </a:lnTo>
                  <a:lnTo>
                    <a:pt x="514" y="206"/>
                  </a:lnTo>
                  <a:lnTo>
                    <a:pt x="533" y="191"/>
                  </a:lnTo>
                  <a:lnTo>
                    <a:pt x="551" y="176"/>
                  </a:lnTo>
                  <a:lnTo>
                    <a:pt x="566" y="161"/>
                  </a:lnTo>
                  <a:lnTo>
                    <a:pt x="579" y="146"/>
                  </a:lnTo>
                  <a:lnTo>
                    <a:pt x="588" y="131"/>
                  </a:lnTo>
                  <a:lnTo>
                    <a:pt x="746" y="151"/>
                  </a:lnTo>
                  <a:lnTo>
                    <a:pt x="723" y="141"/>
                  </a:lnTo>
                  <a:lnTo>
                    <a:pt x="698" y="130"/>
                  </a:lnTo>
                  <a:lnTo>
                    <a:pt x="678" y="120"/>
                  </a:lnTo>
                  <a:lnTo>
                    <a:pt x="662" y="114"/>
                  </a:lnTo>
                  <a:lnTo>
                    <a:pt x="645" y="104"/>
                  </a:lnTo>
                  <a:lnTo>
                    <a:pt x="631" y="96"/>
                  </a:lnTo>
                  <a:lnTo>
                    <a:pt x="618" y="87"/>
                  </a:lnTo>
                  <a:lnTo>
                    <a:pt x="606" y="77"/>
                  </a:lnTo>
                  <a:lnTo>
                    <a:pt x="593" y="67"/>
                  </a:lnTo>
                  <a:lnTo>
                    <a:pt x="577" y="54"/>
                  </a:lnTo>
                  <a:lnTo>
                    <a:pt x="562" y="40"/>
                  </a:lnTo>
                  <a:lnTo>
                    <a:pt x="548" y="28"/>
                  </a:lnTo>
                  <a:lnTo>
                    <a:pt x="533" y="13"/>
                  </a:lnTo>
                  <a:lnTo>
                    <a:pt x="521" y="0"/>
                  </a:lnTo>
                  <a:lnTo>
                    <a:pt x="510" y="6"/>
                  </a:lnTo>
                  <a:lnTo>
                    <a:pt x="497" y="13"/>
                  </a:lnTo>
                  <a:lnTo>
                    <a:pt x="484" y="19"/>
                  </a:lnTo>
                  <a:lnTo>
                    <a:pt x="469" y="24"/>
                  </a:lnTo>
                  <a:lnTo>
                    <a:pt x="453" y="31"/>
                  </a:lnTo>
                  <a:lnTo>
                    <a:pt x="438" y="36"/>
                  </a:lnTo>
                  <a:lnTo>
                    <a:pt x="424" y="40"/>
                  </a:lnTo>
                  <a:lnTo>
                    <a:pt x="409" y="45"/>
                  </a:lnTo>
                  <a:lnTo>
                    <a:pt x="391" y="49"/>
                  </a:lnTo>
                  <a:lnTo>
                    <a:pt x="374" y="54"/>
                  </a:lnTo>
                  <a:lnTo>
                    <a:pt x="358" y="58"/>
                  </a:lnTo>
                  <a:lnTo>
                    <a:pt x="342" y="62"/>
                  </a:lnTo>
                  <a:lnTo>
                    <a:pt x="326" y="65"/>
                  </a:lnTo>
                  <a:lnTo>
                    <a:pt x="311" y="68"/>
                  </a:lnTo>
                  <a:lnTo>
                    <a:pt x="295" y="71"/>
                  </a:lnTo>
                  <a:lnTo>
                    <a:pt x="278" y="74"/>
                  </a:lnTo>
                  <a:lnTo>
                    <a:pt x="253" y="77"/>
                  </a:lnTo>
                  <a:lnTo>
                    <a:pt x="417" y="106"/>
                  </a:lnTo>
                  <a:lnTo>
                    <a:pt x="406" y="127"/>
                  </a:lnTo>
                  <a:lnTo>
                    <a:pt x="393" y="143"/>
                  </a:lnTo>
                  <a:lnTo>
                    <a:pt x="370" y="173"/>
                  </a:lnTo>
                  <a:lnTo>
                    <a:pt x="356" y="187"/>
                  </a:lnTo>
                  <a:lnTo>
                    <a:pt x="342" y="201"/>
                  </a:lnTo>
                  <a:lnTo>
                    <a:pt x="319" y="223"/>
                  </a:lnTo>
                  <a:lnTo>
                    <a:pt x="304" y="237"/>
                  </a:lnTo>
                  <a:lnTo>
                    <a:pt x="286" y="254"/>
                  </a:lnTo>
                  <a:lnTo>
                    <a:pt x="269" y="265"/>
                  </a:lnTo>
                  <a:lnTo>
                    <a:pt x="256" y="276"/>
                  </a:lnTo>
                  <a:lnTo>
                    <a:pt x="242" y="287"/>
                  </a:lnTo>
                  <a:lnTo>
                    <a:pt x="227" y="298"/>
                  </a:lnTo>
                  <a:lnTo>
                    <a:pt x="209" y="308"/>
                  </a:lnTo>
                  <a:lnTo>
                    <a:pt x="191" y="316"/>
                  </a:lnTo>
                  <a:lnTo>
                    <a:pt x="173" y="326"/>
                  </a:lnTo>
                  <a:lnTo>
                    <a:pt x="151" y="334"/>
                  </a:lnTo>
                  <a:lnTo>
                    <a:pt x="132" y="341"/>
                  </a:lnTo>
                  <a:lnTo>
                    <a:pt x="108" y="346"/>
                  </a:lnTo>
                  <a:lnTo>
                    <a:pt x="86" y="351"/>
                  </a:lnTo>
                  <a:lnTo>
                    <a:pt x="63" y="356"/>
                  </a:lnTo>
                  <a:lnTo>
                    <a:pt x="39" y="361"/>
                  </a:lnTo>
                  <a:lnTo>
                    <a:pt x="0" y="369"/>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823" name="Google Shape;1823;p74"/>
          <p:cNvSpPr/>
          <p:nvPr/>
        </p:nvSpPr>
        <p:spPr>
          <a:xfrm>
            <a:off x="2339975" y="3439716"/>
            <a:ext cx="3978300" cy="354900"/>
          </a:xfrm>
          <a:prstGeom prst="rect">
            <a:avLst/>
          </a:prstGeom>
          <a:noFill/>
          <a:ln>
            <a:noFill/>
          </a:ln>
        </p:spPr>
        <p:txBody>
          <a:bodyPr anchorCtr="0" anchor="t" bIns="44450" lIns="90475" spcFirstLastPara="1" rIns="90475" wrap="square" tIns="44450">
            <a:noAutofit/>
          </a:bodyPr>
          <a:lstStyle/>
          <a:p>
            <a:pPr indent="0" lvl="0" marL="0" marR="0" rtl="0" algn="l">
              <a:lnSpc>
                <a:spcPct val="90000"/>
              </a:lnSpc>
              <a:spcBef>
                <a:spcPts val="0"/>
              </a:spcBef>
              <a:spcAft>
                <a:spcPts val="0"/>
              </a:spcAft>
              <a:buClr>
                <a:srgbClr val="000000"/>
              </a:buClr>
              <a:buSzPts val="2800"/>
              <a:buFont typeface="Arial"/>
              <a:buNone/>
            </a:pPr>
            <a:r>
              <a:rPr b="1" i="0" lang="it-IT" sz="2800" u="none" cap="none" strike="noStrike">
                <a:solidFill>
                  <a:schemeClr val="lt1"/>
                </a:solidFill>
                <a:latin typeface="Arial"/>
                <a:ea typeface="Arial"/>
                <a:cs typeface="Arial"/>
                <a:sym typeface="Arial"/>
              </a:rPr>
              <a:t>participation in design</a:t>
            </a:r>
            <a:endParaRPr b="0" i="0" sz="1400" u="none" cap="none" strike="noStrike">
              <a:solidFill>
                <a:srgbClr val="000000"/>
              </a:solidFill>
              <a:latin typeface="Arial"/>
              <a:ea typeface="Arial"/>
              <a:cs typeface="Arial"/>
              <a:sym typeface="Arial"/>
            </a:endParaRPr>
          </a:p>
        </p:txBody>
      </p:sp>
      <p:sp>
        <p:nvSpPr>
          <p:cNvPr id="1824" name="Google Shape;1824;p74"/>
          <p:cNvSpPr/>
          <p:nvPr/>
        </p:nvSpPr>
        <p:spPr>
          <a:xfrm>
            <a:off x="323850" y="4137422"/>
            <a:ext cx="833400" cy="387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800"/>
              <a:buFont typeface="Arial"/>
              <a:buNone/>
            </a:pPr>
            <a:r>
              <a:rPr b="0" i="0" lang="it-IT" sz="2800" u="none" cap="none" strike="noStrike">
                <a:solidFill>
                  <a:schemeClr val="lt1"/>
                </a:solidFill>
                <a:latin typeface="Arial"/>
                <a:ea typeface="Arial"/>
                <a:cs typeface="Arial"/>
                <a:sym typeface="Arial"/>
              </a:rPr>
              <a:t>task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7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mental models &amp; programs</a:t>
            </a:r>
            <a:endParaRPr/>
          </a:p>
        </p:txBody>
      </p:sp>
      <p:sp>
        <p:nvSpPr>
          <p:cNvPr id="1830" name="Google Shape;1830;p7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279400" lvl="0" marL="342900" rtl="0" algn="l">
              <a:lnSpc>
                <a:spcPct val="115000"/>
              </a:lnSpc>
              <a:spcBef>
                <a:spcPts val="0"/>
              </a:spcBef>
              <a:spcAft>
                <a:spcPts val="0"/>
              </a:spcAft>
              <a:buClr>
                <a:schemeClr val="lt1"/>
              </a:buClr>
              <a:buSzPts val="1800"/>
              <a:buFont typeface="Arial"/>
              <a:buChar char="●"/>
            </a:pPr>
            <a:r>
              <a:rPr lang="it-IT" sz="1800"/>
              <a:t>additional information comes from</a:t>
            </a:r>
            <a:endParaRPr sz="1800"/>
          </a:p>
          <a:p>
            <a:pPr indent="-222250" lvl="1" marL="742950" rtl="0" algn="l">
              <a:lnSpc>
                <a:spcPct val="115000"/>
              </a:lnSpc>
              <a:spcBef>
                <a:spcPts val="560"/>
              </a:spcBef>
              <a:spcAft>
                <a:spcPts val="0"/>
              </a:spcAft>
              <a:buClr>
                <a:schemeClr val="lt1"/>
              </a:buClr>
              <a:buSzPts val="1800"/>
              <a:buFont typeface="Arial"/>
              <a:buChar char="○"/>
            </a:pPr>
            <a:r>
              <a:rPr lang="it-IT" sz="1800"/>
              <a:t>on the user's side - </a:t>
            </a:r>
            <a:r>
              <a:rPr lang="it-IT" sz="1800" u="sng">
                <a:solidFill>
                  <a:srgbClr val="FFFF00"/>
                </a:solidFill>
              </a:rPr>
              <a:t>mental models</a:t>
            </a:r>
            <a:r>
              <a:rPr lang="it-IT" sz="1800"/>
              <a:t> and </a:t>
            </a:r>
            <a:endParaRPr sz="1800"/>
          </a:p>
          <a:p>
            <a:pPr indent="-222250" lvl="1" marL="742950" rtl="0" algn="l">
              <a:lnSpc>
                <a:spcPct val="115000"/>
              </a:lnSpc>
              <a:spcBef>
                <a:spcPts val="560"/>
              </a:spcBef>
              <a:spcAft>
                <a:spcPts val="0"/>
              </a:spcAft>
              <a:buClr>
                <a:schemeClr val="lt1"/>
              </a:buClr>
              <a:buSzPts val="1800"/>
              <a:buFont typeface="Arial"/>
              <a:buChar char="○"/>
            </a:pPr>
            <a:r>
              <a:rPr lang="it-IT" sz="1800"/>
              <a:t>on the computer's side - </a:t>
            </a:r>
            <a:r>
              <a:rPr lang="it-IT" sz="1800" u="sng">
                <a:solidFill>
                  <a:srgbClr val="FFFF00"/>
                </a:solidFill>
              </a:rPr>
              <a:t>programs</a:t>
            </a:r>
            <a:r>
              <a:rPr lang="it-IT" sz="1800"/>
              <a:t> but...</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mental models and programs are not equivalent! </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they are not isomorphic</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not synchronized</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use different logical systems</a:t>
            </a:r>
            <a:endParaRPr sz="1800"/>
          </a:p>
          <a:p>
            <a:pPr indent="-279400" lvl="0" marL="342900" rtl="0" algn="l">
              <a:lnSpc>
                <a:spcPct val="115000"/>
              </a:lnSpc>
              <a:spcBef>
                <a:spcPts val="560"/>
              </a:spcBef>
              <a:spcAft>
                <a:spcPts val="0"/>
              </a:spcAft>
              <a:buClr>
                <a:schemeClr val="lt1"/>
              </a:buClr>
              <a:buSzPts val="1800"/>
              <a:buFont typeface="Arial"/>
              <a:buChar char="●"/>
            </a:pPr>
            <a:r>
              <a:rPr lang="it-IT" sz="1800"/>
              <a:t>have different bugs and limitations.</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7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programs and mental models</a:t>
            </a:r>
            <a:endParaRPr/>
          </a:p>
        </p:txBody>
      </p:sp>
      <p:sp>
        <p:nvSpPr>
          <p:cNvPr id="1836" name="Google Shape;1836;p7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50000"/>
              </a:lnSpc>
              <a:spcBef>
                <a:spcPts val="0"/>
              </a:spcBef>
              <a:spcAft>
                <a:spcPts val="0"/>
              </a:spcAft>
              <a:buClr>
                <a:schemeClr val="lt1"/>
              </a:buClr>
              <a:buSzPct val="100000"/>
              <a:buFont typeface="Arial"/>
              <a:buChar char="●"/>
            </a:pPr>
            <a:r>
              <a:rPr lang="it-IT" sz="2400"/>
              <a:t>if they were equivalent, one of them would be sufficient</a:t>
            </a:r>
            <a:endParaRPr/>
          </a:p>
          <a:p>
            <a:pPr indent="-308610" lvl="0" marL="342900" rtl="0" algn="l">
              <a:lnSpc>
                <a:spcPct val="150000"/>
              </a:lnSpc>
              <a:spcBef>
                <a:spcPts val="480"/>
              </a:spcBef>
              <a:spcAft>
                <a:spcPts val="0"/>
              </a:spcAft>
              <a:buClr>
                <a:schemeClr val="lt1"/>
              </a:buClr>
              <a:buSzPct val="100000"/>
              <a:buFont typeface="Arial"/>
              <a:buChar char="●"/>
            </a:pPr>
            <a:r>
              <a:rPr lang="it-IT" sz="2400"/>
              <a:t>either the mental model or the program</a:t>
            </a:r>
            <a:endParaRPr/>
          </a:p>
          <a:p>
            <a:pPr indent="-308610" lvl="0" marL="342900" rtl="0" algn="l">
              <a:lnSpc>
                <a:spcPct val="150000"/>
              </a:lnSpc>
              <a:spcBef>
                <a:spcPts val="480"/>
              </a:spcBef>
              <a:spcAft>
                <a:spcPts val="0"/>
              </a:spcAft>
              <a:buClr>
                <a:schemeClr val="lt1"/>
              </a:buClr>
              <a:buSzPct val="100000"/>
              <a:buFont typeface="Arial"/>
              <a:buChar char="●"/>
            </a:pPr>
            <a:r>
              <a:rPr lang="it-IT" sz="2400"/>
              <a:t>the program may be run and turns useful if, in some way, it </a:t>
            </a:r>
            <a:r>
              <a:rPr lang="it-IT" sz="2400">
                <a:solidFill>
                  <a:srgbClr val="FFFF00"/>
                </a:solidFill>
              </a:rPr>
              <a:t>matches</a:t>
            </a:r>
            <a:r>
              <a:rPr lang="it-IT" sz="2400"/>
              <a:t> the mental model</a:t>
            </a:r>
            <a:endParaRPr/>
          </a:p>
          <a:p>
            <a:pPr indent="-308610" lvl="0" marL="342900" rtl="0" algn="l">
              <a:lnSpc>
                <a:spcPct val="150000"/>
              </a:lnSpc>
              <a:spcBef>
                <a:spcPts val="480"/>
              </a:spcBef>
              <a:spcAft>
                <a:spcPts val="0"/>
              </a:spcAft>
              <a:buClr>
                <a:schemeClr val="lt1"/>
              </a:buClr>
              <a:buSzPct val="100000"/>
              <a:buFont typeface="Arial"/>
              <a:buChar char="●"/>
            </a:pPr>
            <a:r>
              <a:rPr lang="it-IT" sz="2400"/>
              <a:t>every computer system has been built on the basis of explicit or implicit models of the use</a:t>
            </a:r>
            <a:endParaRPr/>
          </a:p>
          <a:p>
            <a:pPr indent="-308610" lvl="0" marL="342900" rtl="0" algn="l">
              <a:lnSpc>
                <a:spcPct val="150000"/>
              </a:lnSpc>
              <a:spcBef>
                <a:spcPts val="480"/>
              </a:spcBef>
              <a:spcAft>
                <a:spcPts val="0"/>
              </a:spcAft>
              <a:buClr>
                <a:schemeClr val="lt1"/>
              </a:buClr>
              <a:buSzPct val="100000"/>
              <a:buFont typeface="Arial"/>
              <a:buChar char="●"/>
            </a:pPr>
            <a:r>
              <a:rPr lang="it-IT" sz="2400"/>
              <a:t>of his/her tasks/needs/expectations</a:t>
            </a:r>
            <a:endParaRPr/>
          </a:p>
          <a:p>
            <a:pPr indent="-308610" lvl="0" marL="342900" rtl="0" algn="l">
              <a:lnSpc>
                <a:spcPct val="150000"/>
              </a:lnSpc>
              <a:spcBef>
                <a:spcPts val="480"/>
              </a:spcBef>
              <a:spcAft>
                <a:spcPts val="0"/>
              </a:spcAft>
              <a:buClr>
                <a:schemeClr val="lt1"/>
              </a:buClr>
              <a:buSzPct val="100000"/>
              <a:buFont typeface="Arial"/>
              <a:buChar char="●"/>
            </a:pPr>
            <a:r>
              <a:rPr lang="it-IT" sz="2400"/>
              <a:t>generally a canonical (according to a formula) model of the user is employed by the designer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7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improvements</a:t>
            </a:r>
            <a:endParaRPr/>
          </a:p>
        </p:txBody>
      </p:sp>
      <p:sp>
        <p:nvSpPr>
          <p:cNvPr id="1842" name="Google Shape;1842;p7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lnSpcReduction="10000"/>
          </a:bodyPr>
          <a:lstStyle/>
          <a:p>
            <a:pPr indent="-342900" lvl="0" marL="342900" rtl="0" algn="l">
              <a:lnSpc>
                <a:spcPct val="115000"/>
              </a:lnSpc>
              <a:spcBef>
                <a:spcPts val="0"/>
              </a:spcBef>
              <a:spcAft>
                <a:spcPts val="0"/>
              </a:spcAft>
              <a:buClr>
                <a:schemeClr val="lt1"/>
              </a:buClr>
              <a:buSzPts val="2400"/>
              <a:buFont typeface="Arial"/>
              <a:buNone/>
            </a:pPr>
            <a:r>
              <a:rPr lang="it-IT" sz="2400"/>
              <a:t>HC-interaction may be improved by</a:t>
            </a:r>
            <a:endParaRPr/>
          </a:p>
          <a:p>
            <a:pPr indent="-342900" lvl="0" marL="342900" rtl="0" algn="l">
              <a:lnSpc>
                <a:spcPct val="115000"/>
              </a:lnSpc>
              <a:spcBef>
                <a:spcPts val="480"/>
              </a:spcBef>
              <a:spcAft>
                <a:spcPts val="0"/>
              </a:spcAft>
              <a:buClr>
                <a:schemeClr val="lt1"/>
              </a:buClr>
              <a:buSzPts val="2400"/>
              <a:buFont typeface="Arial"/>
              <a:buNone/>
            </a:pPr>
            <a:r>
              <a:t/>
            </a:r>
            <a:endParaRPr sz="2400"/>
          </a:p>
          <a:p>
            <a:pPr indent="-342900" lvl="0" marL="342900" rtl="0" algn="l">
              <a:lnSpc>
                <a:spcPct val="115000"/>
              </a:lnSpc>
              <a:spcBef>
                <a:spcPts val="480"/>
              </a:spcBef>
              <a:spcAft>
                <a:spcPts val="0"/>
              </a:spcAft>
              <a:buClr>
                <a:schemeClr val="lt1"/>
              </a:buClr>
              <a:buSzPts val="2400"/>
              <a:buFont typeface="Arial"/>
              <a:buChar char="●"/>
            </a:pPr>
            <a:r>
              <a:rPr lang="it-IT" sz="2400"/>
              <a:t>increasing the </a:t>
            </a:r>
            <a:r>
              <a:rPr lang="it-IT" sz="2400">
                <a:solidFill>
                  <a:srgbClr val="FFFF00"/>
                </a:solidFill>
              </a:rPr>
              <a:t>coherence</a:t>
            </a:r>
            <a:r>
              <a:rPr lang="it-IT" sz="2400"/>
              <a:t> between the mental model and the canonical model</a:t>
            </a:r>
            <a:endParaRPr/>
          </a:p>
          <a:p>
            <a:pPr indent="-342900" lvl="0" marL="342900" rtl="0" algn="l">
              <a:lnSpc>
                <a:spcPct val="115000"/>
              </a:lnSpc>
              <a:spcBef>
                <a:spcPts val="480"/>
              </a:spcBef>
              <a:spcAft>
                <a:spcPts val="0"/>
              </a:spcAft>
              <a:buClr>
                <a:schemeClr val="lt1"/>
              </a:buClr>
              <a:buSzPts val="2400"/>
              <a:buFont typeface="Arial"/>
              <a:buNone/>
            </a:pPr>
            <a:r>
              <a:t/>
            </a:r>
            <a:endParaRPr sz="2400"/>
          </a:p>
          <a:p>
            <a:pPr indent="-342900" lvl="0" marL="342900" rtl="0" algn="l">
              <a:lnSpc>
                <a:spcPct val="115000"/>
              </a:lnSpc>
              <a:spcBef>
                <a:spcPts val="480"/>
              </a:spcBef>
              <a:spcAft>
                <a:spcPts val="0"/>
              </a:spcAft>
              <a:buClr>
                <a:schemeClr val="lt1"/>
              </a:buClr>
              <a:buSzPts val="2400"/>
              <a:buFont typeface="Arial"/>
              <a:buChar char="●"/>
            </a:pPr>
            <a:r>
              <a:rPr lang="it-IT" sz="2400"/>
              <a:t>decreasing the </a:t>
            </a:r>
            <a:r>
              <a:rPr lang="it-IT" sz="2400">
                <a:solidFill>
                  <a:srgbClr val="FFFF00"/>
                </a:solidFill>
              </a:rPr>
              <a:t>reliance</a:t>
            </a:r>
            <a:r>
              <a:rPr lang="it-IT" sz="2400"/>
              <a:t> on that coherence</a:t>
            </a:r>
            <a:endParaRPr/>
          </a:p>
          <a:p>
            <a:pPr indent="-342900" lvl="0" marL="342900" rtl="0" algn="l">
              <a:lnSpc>
                <a:spcPct val="115000"/>
              </a:lnSpc>
              <a:spcBef>
                <a:spcPts val="480"/>
              </a:spcBef>
              <a:spcAft>
                <a:spcPts val="0"/>
              </a:spcAft>
              <a:buClr>
                <a:schemeClr val="lt1"/>
              </a:buClr>
              <a:buSzPts val="2400"/>
              <a:buFont typeface="Arial"/>
              <a:buNone/>
            </a:pPr>
            <a:r>
              <a:rPr lang="it-IT" sz="2400"/>
              <a:t> </a:t>
            </a:r>
            <a:endParaRPr/>
          </a:p>
          <a:p>
            <a:pPr indent="-342900" lvl="0" marL="342900" rtl="0" algn="l">
              <a:lnSpc>
                <a:spcPct val="115000"/>
              </a:lnSpc>
              <a:spcBef>
                <a:spcPts val="480"/>
              </a:spcBef>
              <a:spcAft>
                <a:spcPts val="0"/>
              </a:spcAft>
              <a:buClr>
                <a:schemeClr val="lt1"/>
              </a:buClr>
              <a:buSzPts val="2400"/>
              <a:buFont typeface="Arial"/>
              <a:buChar char="●"/>
            </a:pPr>
            <a:r>
              <a:rPr lang="it-IT" sz="2400"/>
              <a:t>increasing the </a:t>
            </a:r>
            <a:r>
              <a:rPr lang="it-IT" sz="2400">
                <a:solidFill>
                  <a:srgbClr val="FFFF00"/>
                </a:solidFill>
              </a:rPr>
              <a:t>information capacity</a:t>
            </a:r>
            <a:r>
              <a:rPr lang="it-IT" sz="2400"/>
              <a:t> of the interface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cxnSp>
        <p:nvCxnSpPr>
          <p:cNvPr id="1847" name="Google Shape;1847;p78"/>
          <p:cNvCxnSpPr/>
          <p:nvPr/>
        </p:nvCxnSpPr>
        <p:spPr>
          <a:xfrm flipH="1">
            <a:off x="2933700" y="2786063"/>
            <a:ext cx="495300" cy="590700"/>
          </a:xfrm>
          <a:prstGeom prst="straightConnector1">
            <a:avLst/>
          </a:prstGeom>
          <a:noFill/>
          <a:ln cap="flat" cmpd="sng" w="38100">
            <a:solidFill>
              <a:srgbClr val="FF0066"/>
            </a:solidFill>
            <a:prstDash val="solid"/>
            <a:round/>
            <a:headEnd len="sm" w="sm" type="none"/>
            <a:tailEnd len="sm" w="sm" type="none"/>
          </a:ln>
        </p:spPr>
      </p:cxnSp>
      <p:cxnSp>
        <p:nvCxnSpPr>
          <p:cNvPr id="1848" name="Google Shape;1848;p78"/>
          <p:cNvCxnSpPr/>
          <p:nvPr/>
        </p:nvCxnSpPr>
        <p:spPr>
          <a:xfrm flipH="1">
            <a:off x="3194050" y="2876550"/>
            <a:ext cx="495300" cy="590700"/>
          </a:xfrm>
          <a:prstGeom prst="straightConnector1">
            <a:avLst/>
          </a:prstGeom>
          <a:noFill/>
          <a:ln cap="flat" cmpd="sng" w="38100">
            <a:solidFill>
              <a:srgbClr val="FF0066"/>
            </a:solidFill>
            <a:prstDash val="solid"/>
            <a:round/>
            <a:headEnd len="sm" w="sm" type="none"/>
            <a:tailEnd len="sm" w="sm" type="none"/>
          </a:ln>
        </p:spPr>
      </p:cxnSp>
      <p:cxnSp>
        <p:nvCxnSpPr>
          <p:cNvPr id="1849" name="Google Shape;1849;p78"/>
          <p:cNvCxnSpPr/>
          <p:nvPr/>
        </p:nvCxnSpPr>
        <p:spPr>
          <a:xfrm>
            <a:off x="5651500" y="2790825"/>
            <a:ext cx="501600" cy="585900"/>
          </a:xfrm>
          <a:prstGeom prst="straightConnector1">
            <a:avLst/>
          </a:prstGeom>
          <a:noFill/>
          <a:ln cap="flat" cmpd="sng" w="38100">
            <a:solidFill>
              <a:schemeClr val="accent1"/>
            </a:solidFill>
            <a:prstDash val="solid"/>
            <a:round/>
            <a:headEnd len="sm" w="sm" type="none"/>
            <a:tailEnd len="sm" w="sm" type="none"/>
          </a:ln>
        </p:spPr>
      </p:cxnSp>
      <p:cxnSp>
        <p:nvCxnSpPr>
          <p:cNvPr id="1850" name="Google Shape;1850;p78"/>
          <p:cNvCxnSpPr/>
          <p:nvPr/>
        </p:nvCxnSpPr>
        <p:spPr>
          <a:xfrm>
            <a:off x="5403850" y="2881313"/>
            <a:ext cx="482700" cy="590700"/>
          </a:xfrm>
          <a:prstGeom prst="straightConnector1">
            <a:avLst/>
          </a:prstGeom>
          <a:noFill/>
          <a:ln cap="flat" cmpd="sng" w="38100">
            <a:solidFill>
              <a:schemeClr val="accent1"/>
            </a:solidFill>
            <a:prstDash val="solid"/>
            <a:round/>
            <a:headEnd len="sm" w="sm" type="none"/>
            <a:tailEnd len="sm" w="sm" type="none"/>
          </a:ln>
        </p:spPr>
      </p:cxnSp>
      <p:sp>
        <p:nvSpPr>
          <p:cNvPr id="1851" name="Google Shape;1851;p7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bottlenecks</a:t>
            </a:r>
            <a:endParaRPr/>
          </a:p>
        </p:txBody>
      </p:sp>
      <p:sp>
        <p:nvSpPr>
          <p:cNvPr id="1852" name="Google Shape;1852;p78"/>
          <p:cNvSpPr txBox="1"/>
          <p:nvPr>
            <p:ph idx="1" type="body"/>
          </p:nvPr>
        </p:nvSpPr>
        <p:spPr>
          <a:xfrm>
            <a:off x="720000" y="1217550"/>
            <a:ext cx="7704000" cy="1140000"/>
          </a:xfrm>
          <a:prstGeom prst="rect">
            <a:avLst/>
          </a:prstGeom>
          <a:noFill/>
          <a:ln>
            <a:noFill/>
          </a:ln>
        </p:spPr>
        <p:txBody>
          <a:bodyPr anchorCtr="0" anchor="t" bIns="44450" lIns="90475" spcFirstLastPara="1" rIns="90475" wrap="square" tIns="44450">
            <a:noAutofit/>
          </a:bodyPr>
          <a:lstStyle/>
          <a:p>
            <a:pPr indent="-320675" lvl="0" marL="457200" rtl="0" algn="l">
              <a:lnSpc>
                <a:spcPct val="115000"/>
              </a:lnSpc>
              <a:spcBef>
                <a:spcPts val="0"/>
              </a:spcBef>
              <a:spcAft>
                <a:spcPts val="0"/>
              </a:spcAft>
              <a:buClr>
                <a:schemeClr val="lt1"/>
              </a:buClr>
              <a:buSzPts val="1450"/>
              <a:buChar char="●"/>
            </a:pPr>
            <a:r>
              <a:rPr b="0" lang="it-IT" sz="1450"/>
              <a:t>information </a:t>
            </a:r>
            <a:r>
              <a:rPr b="0" lang="it-IT" sz="1450">
                <a:solidFill>
                  <a:srgbClr val="FFFF00"/>
                </a:solidFill>
              </a:rPr>
              <a:t>transfer</a:t>
            </a:r>
            <a:r>
              <a:rPr b="0" lang="it-IT" sz="1450"/>
              <a:t> bottlenecks (I/0)</a:t>
            </a:r>
            <a:endParaRPr sz="1450"/>
          </a:p>
          <a:p>
            <a:pPr indent="-320675" lvl="0" marL="457200" rtl="0" algn="l">
              <a:lnSpc>
                <a:spcPct val="115000"/>
              </a:lnSpc>
              <a:spcBef>
                <a:spcPts val="0"/>
              </a:spcBef>
              <a:spcAft>
                <a:spcPts val="0"/>
              </a:spcAft>
              <a:buClr>
                <a:schemeClr val="lt1"/>
              </a:buClr>
              <a:buSzPts val="1450"/>
              <a:buChar char="●"/>
            </a:pPr>
            <a:r>
              <a:rPr b="0" lang="it-IT" sz="1450"/>
              <a:t>information </a:t>
            </a:r>
            <a:r>
              <a:rPr b="0" lang="it-IT" sz="1450">
                <a:solidFill>
                  <a:srgbClr val="FFFF00"/>
                </a:solidFill>
              </a:rPr>
              <a:t>processing</a:t>
            </a:r>
            <a:r>
              <a:rPr b="0" lang="it-IT" sz="1450"/>
              <a:t> bottlenecks (mental) </a:t>
            </a:r>
            <a:endParaRPr sz="1450"/>
          </a:p>
        </p:txBody>
      </p:sp>
      <p:sp>
        <p:nvSpPr>
          <p:cNvPr id="1853" name="Google Shape;1853;p78"/>
          <p:cNvSpPr/>
          <p:nvPr/>
        </p:nvSpPr>
        <p:spPr>
          <a:xfrm>
            <a:off x="6326188" y="3662363"/>
            <a:ext cx="1352700" cy="3405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chemeClr val="lt1"/>
                </a:solidFill>
                <a:latin typeface="Arial"/>
                <a:ea typeface="Arial"/>
                <a:cs typeface="Arial"/>
                <a:sym typeface="Arial"/>
              </a:rPr>
              <a:t>designer</a:t>
            </a:r>
            <a:endParaRPr b="0" i="0" sz="1400" u="none" cap="none" strike="noStrike">
              <a:solidFill>
                <a:srgbClr val="000000"/>
              </a:solidFill>
              <a:latin typeface="Arial"/>
              <a:ea typeface="Arial"/>
              <a:cs typeface="Arial"/>
              <a:sym typeface="Arial"/>
            </a:endParaRPr>
          </a:p>
        </p:txBody>
      </p:sp>
      <p:sp>
        <p:nvSpPr>
          <p:cNvPr id="1854" name="Google Shape;1854;p78"/>
          <p:cNvSpPr/>
          <p:nvPr/>
        </p:nvSpPr>
        <p:spPr>
          <a:xfrm>
            <a:off x="2233613" y="3700463"/>
            <a:ext cx="774600" cy="3405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chemeClr val="lt1"/>
                </a:solidFill>
                <a:latin typeface="Arial"/>
                <a:ea typeface="Arial"/>
                <a:cs typeface="Arial"/>
                <a:sym typeface="Arial"/>
              </a:rPr>
              <a:t>user</a:t>
            </a:r>
            <a:endParaRPr b="0" i="0" sz="1400" u="none" cap="none" strike="noStrike">
              <a:solidFill>
                <a:srgbClr val="000000"/>
              </a:solidFill>
              <a:latin typeface="Arial"/>
              <a:ea typeface="Arial"/>
              <a:cs typeface="Arial"/>
              <a:sym typeface="Arial"/>
            </a:endParaRPr>
          </a:p>
        </p:txBody>
      </p:sp>
      <p:sp>
        <p:nvSpPr>
          <p:cNvPr id="1855" name="Google Shape;1855;p78"/>
          <p:cNvSpPr/>
          <p:nvPr/>
        </p:nvSpPr>
        <p:spPr>
          <a:xfrm>
            <a:off x="3820300" y="2357538"/>
            <a:ext cx="1452600" cy="3405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400"/>
              <a:buFont typeface="Arial"/>
              <a:buNone/>
            </a:pPr>
            <a:r>
              <a:rPr b="0" i="0" lang="it-IT" sz="2400" u="none" cap="none" strike="noStrike">
                <a:solidFill>
                  <a:schemeClr val="lt1"/>
                </a:solidFill>
                <a:latin typeface="Arial"/>
                <a:ea typeface="Arial"/>
                <a:cs typeface="Arial"/>
                <a:sym typeface="Arial"/>
              </a:rPr>
              <a:t>computer</a:t>
            </a:r>
            <a:endParaRPr b="0" i="0" sz="1400" u="none" cap="none" strike="noStrike">
              <a:solidFill>
                <a:srgbClr val="000000"/>
              </a:solidFill>
              <a:latin typeface="Arial"/>
              <a:ea typeface="Arial"/>
              <a:cs typeface="Arial"/>
              <a:sym typeface="Arial"/>
            </a:endParaRPr>
          </a:p>
        </p:txBody>
      </p:sp>
      <p:grpSp>
        <p:nvGrpSpPr>
          <p:cNvPr id="1856" name="Google Shape;1856;p78"/>
          <p:cNvGrpSpPr/>
          <p:nvPr/>
        </p:nvGrpSpPr>
        <p:grpSpPr>
          <a:xfrm>
            <a:off x="3232150" y="3633787"/>
            <a:ext cx="2628900" cy="390525"/>
            <a:chOff x="2036" y="3052"/>
            <a:chExt cx="1656" cy="328"/>
          </a:xfrm>
        </p:grpSpPr>
        <p:sp>
          <p:nvSpPr>
            <p:cNvPr id="1857" name="Google Shape;1857;p78"/>
            <p:cNvSpPr/>
            <p:nvPr/>
          </p:nvSpPr>
          <p:spPr>
            <a:xfrm>
              <a:off x="2860" y="3060"/>
              <a:ext cx="832" cy="312"/>
            </a:xfrm>
            <a:prstGeom prst="rightArrow">
              <a:avLst>
                <a:gd fmla="val 50000" name="adj1"/>
                <a:gd fmla="val 133346" name="adj2"/>
              </a:avLst>
            </a:prstGeom>
            <a:solidFill>
              <a:srgbClr val="91919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58" name="Google Shape;1858;p78"/>
            <p:cNvSpPr/>
            <p:nvPr/>
          </p:nvSpPr>
          <p:spPr>
            <a:xfrm flipH="1">
              <a:off x="2036" y="3052"/>
              <a:ext cx="816" cy="328"/>
            </a:xfrm>
            <a:prstGeom prst="rightArrow">
              <a:avLst>
                <a:gd fmla="val 50000" name="adj1"/>
                <a:gd fmla="val 124402" name="adj2"/>
              </a:avLst>
            </a:prstGeom>
            <a:solidFill>
              <a:srgbClr val="91919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sp>
        <p:nvSpPr>
          <p:cNvPr id="1859" name="Google Shape;1859;p78"/>
          <p:cNvSpPr/>
          <p:nvPr/>
        </p:nvSpPr>
        <p:spPr>
          <a:xfrm>
            <a:off x="3375025" y="2538413"/>
            <a:ext cx="511175" cy="344091"/>
          </a:xfrm>
          <a:custGeom>
            <a:rect b="b" l="l" r="r" t="t"/>
            <a:pathLst>
              <a:path extrusionOk="0" h="289" w="322">
                <a:moveTo>
                  <a:pt x="321" y="256"/>
                </a:moveTo>
                <a:lnTo>
                  <a:pt x="255" y="193"/>
                </a:lnTo>
                <a:lnTo>
                  <a:pt x="194" y="288"/>
                </a:lnTo>
                <a:lnTo>
                  <a:pt x="33" y="204"/>
                </a:lnTo>
                <a:lnTo>
                  <a:pt x="95" y="109"/>
                </a:lnTo>
                <a:lnTo>
                  <a:pt x="0" y="91"/>
                </a:lnTo>
                <a:lnTo>
                  <a:pt x="272" y="0"/>
                </a:lnTo>
                <a:lnTo>
                  <a:pt x="321" y="256"/>
                </a:lnTo>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0" name="Google Shape;1860;p78"/>
          <p:cNvSpPr/>
          <p:nvPr/>
        </p:nvSpPr>
        <p:spPr>
          <a:xfrm>
            <a:off x="2695575" y="3367088"/>
            <a:ext cx="574675" cy="342900"/>
          </a:xfrm>
          <a:custGeom>
            <a:rect b="b" l="l" r="r" t="t"/>
            <a:pathLst>
              <a:path extrusionOk="0" h="288" w="362">
                <a:moveTo>
                  <a:pt x="0" y="32"/>
                </a:moveTo>
                <a:lnTo>
                  <a:pt x="74" y="95"/>
                </a:lnTo>
                <a:lnTo>
                  <a:pt x="143" y="0"/>
                </a:lnTo>
                <a:lnTo>
                  <a:pt x="324" y="84"/>
                </a:lnTo>
                <a:lnTo>
                  <a:pt x="254" y="179"/>
                </a:lnTo>
                <a:lnTo>
                  <a:pt x="361" y="198"/>
                </a:lnTo>
                <a:lnTo>
                  <a:pt x="55" y="287"/>
                </a:lnTo>
                <a:lnTo>
                  <a:pt x="0" y="32"/>
                </a:lnTo>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1" name="Google Shape;1861;p78"/>
          <p:cNvSpPr/>
          <p:nvPr/>
        </p:nvSpPr>
        <p:spPr>
          <a:xfrm>
            <a:off x="5189538" y="2538413"/>
            <a:ext cx="511175" cy="344091"/>
          </a:xfrm>
          <a:custGeom>
            <a:rect b="b" l="l" r="r" t="t"/>
            <a:pathLst>
              <a:path extrusionOk="0" h="289" w="322">
                <a:moveTo>
                  <a:pt x="0" y="256"/>
                </a:moveTo>
                <a:lnTo>
                  <a:pt x="66" y="193"/>
                </a:lnTo>
                <a:lnTo>
                  <a:pt x="127" y="288"/>
                </a:lnTo>
                <a:lnTo>
                  <a:pt x="288" y="204"/>
                </a:lnTo>
                <a:lnTo>
                  <a:pt x="226" y="109"/>
                </a:lnTo>
                <a:lnTo>
                  <a:pt x="321" y="91"/>
                </a:lnTo>
                <a:lnTo>
                  <a:pt x="49" y="0"/>
                </a:lnTo>
                <a:lnTo>
                  <a:pt x="0" y="256"/>
                </a:ln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2" name="Google Shape;1862;p78"/>
          <p:cNvSpPr/>
          <p:nvPr/>
        </p:nvSpPr>
        <p:spPr>
          <a:xfrm>
            <a:off x="5805488" y="3367088"/>
            <a:ext cx="574675" cy="342900"/>
          </a:xfrm>
          <a:custGeom>
            <a:rect b="b" l="l" r="r" t="t"/>
            <a:pathLst>
              <a:path extrusionOk="0" h="288" w="362">
                <a:moveTo>
                  <a:pt x="361" y="32"/>
                </a:moveTo>
                <a:lnTo>
                  <a:pt x="287" y="95"/>
                </a:lnTo>
                <a:lnTo>
                  <a:pt x="218" y="0"/>
                </a:lnTo>
                <a:lnTo>
                  <a:pt x="37" y="84"/>
                </a:lnTo>
                <a:lnTo>
                  <a:pt x="107" y="179"/>
                </a:lnTo>
                <a:lnTo>
                  <a:pt x="0" y="198"/>
                </a:lnTo>
                <a:lnTo>
                  <a:pt x="306" y="287"/>
                </a:lnTo>
                <a:lnTo>
                  <a:pt x="361" y="32"/>
                </a:ln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6" name="Shape 1866"/>
        <p:cNvGrpSpPr/>
        <p:nvPr/>
      </p:nvGrpSpPr>
      <p:grpSpPr>
        <a:xfrm>
          <a:off x="0" y="0"/>
          <a:ext cx="0" cy="0"/>
          <a:chOff x="0" y="0"/>
          <a:chExt cx="0" cy="0"/>
        </a:xfrm>
      </p:grpSpPr>
      <p:sp>
        <p:nvSpPr>
          <p:cNvPr id="1867" name="Google Shape;1867;p7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modelling</a:t>
            </a:r>
            <a:endParaRPr/>
          </a:p>
        </p:txBody>
      </p:sp>
      <p:sp>
        <p:nvSpPr>
          <p:cNvPr id="1868" name="Google Shape;1868;p7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92500" lnSpcReduction="20000"/>
          </a:bodyPr>
          <a:lstStyle/>
          <a:p>
            <a:pPr indent="-331470" lvl="0" marL="342900" rtl="0" algn="l">
              <a:lnSpc>
                <a:spcPct val="115000"/>
              </a:lnSpc>
              <a:spcBef>
                <a:spcPts val="0"/>
              </a:spcBef>
              <a:spcAft>
                <a:spcPts val="0"/>
              </a:spcAft>
              <a:buClr>
                <a:schemeClr val="lt1"/>
              </a:buClr>
              <a:buSzPct val="100000"/>
              <a:buFont typeface="Arial"/>
              <a:buChar char="●"/>
            </a:pPr>
            <a:r>
              <a:rPr lang="it-IT" sz="2400"/>
              <a:t>to think effectively about certain aspects of the thing being modelled</a:t>
            </a:r>
            <a:endParaRPr/>
          </a:p>
          <a:p>
            <a:pPr indent="-331470" lvl="0" marL="342900" rtl="0" algn="l">
              <a:lnSpc>
                <a:spcPct val="115000"/>
              </a:lnSpc>
              <a:spcBef>
                <a:spcPts val="480"/>
              </a:spcBef>
              <a:spcAft>
                <a:spcPts val="0"/>
              </a:spcAft>
              <a:buClr>
                <a:srgbClr val="FFFF00"/>
              </a:buClr>
              <a:buSzPct val="100000"/>
              <a:buFont typeface="Arial"/>
              <a:buChar char="●"/>
            </a:pPr>
            <a:r>
              <a:rPr lang="it-IT" sz="2400" u="sng">
                <a:solidFill>
                  <a:srgbClr val="FFFF00"/>
                </a:solidFill>
              </a:rPr>
              <a:t>metacircular</a:t>
            </a:r>
            <a:r>
              <a:rPr lang="it-IT" sz="2400"/>
              <a:t> modelling - at some stage one must understand the model itself which requires another model and this may last indefinitely...nevertheless this feature may be turned into a positive one</a:t>
            </a:r>
            <a:endParaRPr/>
          </a:p>
          <a:p>
            <a:pPr indent="-331470" lvl="0" marL="342900" rtl="0" algn="l">
              <a:lnSpc>
                <a:spcPct val="115000"/>
              </a:lnSpc>
              <a:spcBef>
                <a:spcPts val="480"/>
              </a:spcBef>
              <a:spcAft>
                <a:spcPts val="0"/>
              </a:spcAft>
              <a:buClr>
                <a:schemeClr val="lt1"/>
              </a:buClr>
              <a:buSzPct val="100000"/>
              <a:buFont typeface="Arial"/>
              <a:buChar char="●"/>
            </a:pPr>
            <a:r>
              <a:rPr lang="it-IT" sz="2400"/>
              <a:t>loss of </a:t>
            </a:r>
            <a:r>
              <a:rPr lang="it-IT" sz="2400" u="sng">
                <a:solidFill>
                  <a:srgbClr val="FFFF00"/>
                </a:solidFill>
              </a:rPr>
              <a:t>representation</a:t>
            </a:r>
            <a:r>
              <a:rPr lang="it-IT" sz="2400"/>
              <a:t> - we trade abstracting with a better grasp of other aspects of the design which holds whenever we want to concentrate on correctness, efficiency, efficacy or any well-defined property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2" name="Shape 1872"/>
        <p:cNvGrpSpPr/>
        <p:nvPr/>
      </p:nvGrpSpPr>
      <p:grpSpPr>
        <a:xfrm>
          <a:off x="0" y="0"/>
          <a:ext cx="0" cy="0"/>
          <a:chOff x="0" y="0"/>
          <a:chExt cx="0" cy="0"/>
        </a:xfrm>
      </p:grpSpPr>
      <p:sp>
        <p:nvSpPr>
          <p:cNvPr id="1873" name="Google Shape;1873;p8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modelling +</a:t>
            </a:r>
            <a:endParaRPr/>
          </a:p>
        </p:txBody>
      </p:sp>
      <p:sp>
        <p:nvSpPr>
          <p:cNvPr id="1874" name="Google Shape;1874;p8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7500" lnSpcReduction="20000"/>
          </a:bodyPr>
          <a:lstStyle/>
          <a:p>
            <a:pPr indent="-308610" lvl="0" marL="342900" rtl="0" algn="l">
              <a:lnSpc>
                <a:spcPct val="115000"/>
              </a:lnSpc>
              <a:spcBef>
                <a:spcPts val="0"/>
              </a:spcBef>
              <a:spcAft>
                <a:spcPts val="0"/>
              </a:spcAft>
              <a:buClr>
                <a:schemeClr val="lt1"/>
              </a:buClr>
              <a:buSzPct val="100000"/>
              <a:buFont typeface="Arial"/>
              <a:buChar char="●"/>
            </a:pPr>
            <a:r>
              <a:rPr lang="it-IT" sz="2400"/>
              <a:t>if we care about </a:t>
            </a:r>
            <a:r>
              <a:rPr lang="it-IT" sz="2400" u="sng">
                <a:solidFill>
                  <a:srgbClr val="FFFF00"/>
                </a:solidFill>
              </a:rPr>
              <a:t>usability</a:t>
            </a:r>
            <a:r>
              <a:rPr lang="it-IT" sz="2400"/>
              <a:t> this approach may not help</a:t>
            </a:r>
            <a:endParaRPr/>
          </a:p>
          <a:p>
            <a:pPr indent="-308610" lvl="0" marL="342900" rtl="0" algn="l">
              <a:lnSpc>
                <a:spcPct val="115000"/>
              </a:lnSpc>
              <a:spcBef>
                <a:spcPts val="480"/>
              </a:spcBef>
              <a:spcAft>
                <a:spcPts val="0"/>
              </a:spcAft>
              <a:buClr>
                <a:schemeClr val="lt1"/>
              </a:buClr>
              <a:buSzPct val="100000"/>
              <a:buFont typeface="Arial"/>
              <a:buChar char="●"/>
            </a:pPr>
            <a:r>
              <a:rPr lang="it-IT" sz="2400"/>
              <a:t>the </a:t>
            </a:r>
            <a:r>
              <a:rPr lang="it-IT" sz="2400" u="sng"/>
              <a:t>holist</a:t>
            </a:r>
            <a:r>
              <a:rPr lang="it-IT" sz="2400"/>
              <a:t> criterion claims that modeling loses issues of crucial importance, the whole system has properties that are not present in any of the parts being modeled</a:t>
            </a:r>
            <a:endParaRPr/>
          </a:p>
          <a:p>
            <a:pPr indent="-308610" lvl="0" marL="342900" rtl="0" algn="l">
              <a:lnSpc>
                <a:spcPct val="115000"/>
              </a:lnSpc>
              <a:spcBef>
                <a:spcPts val="480"/>
              </a:spcBef>
              <a:spcAft>
                <a:spcPts val="0"/>
              </a:spcAft>
              <a:buClr>
                <a:schemeClr val="lt1"/>
              </a:buClr>
              <a:buSzPct val="100000"/>
              <a:buFont typeface="Arial"/>
              <a:buChar char="●"/>
            </a:pPr>
            <a:r>
              <a:rPr lang="it-IT" sz="2400"/>
              <a:t>the </a:t>
            </a:r>
            <a:r>
              <a:rPr lang="it-IT" sz="2400" u="sng"/>
              <a:t>Turing hierarchy</a:t>
            </a:r>
            <a:r>
              <a:rPr lang="it-IT" sz="2400"/>
              <a:t> - a model powerful enough to work interactively should be Turing Complete so as to model anything a Turing Machine could model: what can we learn about such a system?</a:t>
            </a:r>
            <a:endParaRPr/>
          </a:p>
          <a:p>
            <a:pPr indent="-308610" lvl="0" marL="342900" rtl="0" algn="l">
              <a:lnSpc>
                <a:spcPct val="115000"/>
              </a:lnSpc>
              <a:spcBef>
                <a:spcPts val="480"/>
              </a:spcBef>
              <a:spcAft>
                <a:spcPts val="0"/>
              </a:spcAft>
              <a:buClr>
                <a:schemeClr val="lt1"/>
              </a:buClr>
              <a:buSzPct val="100000"/>
              <a:buFont typeface="Arial"/>
              <a:buChar char="●"/>
            </a:pPr>
            <a:r>
              <a:rPr lang="it-IT" sz="2400" u="sng"/>
              <a:t>phenomenalist</a:t>
            </a:r>
            <a:r>
              <a:rPr lang="it-IT" sz="2400"/>
              <a:t> alternative - even if thinking with a model in mind, we are engaged in activity, theories/models may be alternatively be substituted by actions (phenomena) and we may think on those terms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8" name="Shape 1878"/>
        <p:cNvGrpSpPr/>
        <p:nvPr/>
      </p:nvGrpSpPr>
      <p:grpSpPr>
        <a:xfrm>
          <a:off x="0" y="0"/>
          <a:ext cx="0" cy="0"/>
          <a:chOff x="0" y="0"/>
          <a:chExt cx="0" cy="0"/>
        </a:xfrm>
      </p:grpSpPr>
      <p:sp>
        <p:nvSpPr>
          <p:cNvPr id="1879" name="Google Shape;1879;p8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projection and transference</a:t>
            </a:r>
            <a:endParaRPr/>
          </a:p>
        </p:txBody>
      </p:sp>
      <p:sp>
        <p:nvSpPr>
          <p:cNvPr id="1880" name="Google Shape;1880;p8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330200" lvl="0" marL="342900" rtl="0" algn="l">
              <a:lnSpc>
                <a:spcPct val="95000"/>
              </a:lnSpc>
              <a:spcBef>
                <a:spcPts val="0"/>
              </a:spcBef>
              <a:spcAft>
                <a:spcPts val="0"/>
              </a:spcAft>
              <a:buClr>
                <a:schemeClr val="lt1"/>
              </a:buClr>
              <a:buSzPts val="2200"/>
              <a:buFont typeface="Arial"/>
              <a:buChar char="●"/>
            </a:pPr>
            <a:r>
              <a:rPr lang="it-IT" sz="2200"/>
              <a:t>to reveal a model - often subconscious -  by </a:t>
            </a:r>
            <a:r>
              <a:rPr lang="it-IT" sz="2200" u="sng">
                <a:solidFill>
                  <a:srgbClr val="FFFF00"/>
                </a:solidFill>
              </a:rPr>
              <a:t>projection</a:t>
            </a:r>
            <a:r>
              <a:rPr lang="it-IT" sz="2200"/>
              <a:t>: the user interacts with a system and detects motives for wanting the model to be in such a particular way - yet the model is not easy to be fully described and therefore used by the designer</a:t>
            </a:r>
            <a:endParaRPr sz="850"/>
          </a:p>
          <a:p>
            <a:pPr indent="-342900" lvl="0" marL="342900" rtl="0" algn="l">
              <a:lnSpc>
                <a:spcPct val="95000"/>
              </a:lnSpc>
              <a:spcBef>
                <a:spcPts val="480"/>
              </a:spcBef>
              <a:spcAft>
                <a:spcPts val="0"/>
              </a:spcAft>
              <a:buClr>
                <a:schemeClr val="lt1"/>
              </a:buClr>
              <a:buSzPts val="2400"/>
              <a:buFont typeface="Arial"/>
              <a:buNone/>
            </a:pPr>
            <a:r>
              <a:t/>
            </a:r>
            <a:endParaRPr sz="2200"/>
          </a:p>
          <a:p>
            <a:pPr indent="-330200" lvl="0" marL="342900" rtl="0" algn="l">
              <a:lnSpc>
                <a:spcPct val="95000"/>
              </a:lnSpc>
              <a:spcBef>
                <a:spcPts val="480"/>
              </a:spcBef>
              <a:spcAft>
                <a:spcPts val="0"/>
              </a:spcAft>
              <a:buClr>
                <a:schemeClr val="lt1"/>
              </a:buClr>
              <a:buSzPts val="2200"/>
              <a:buFont typeface="Arial"/>
              <a:buChar char="●"/>
            </a:pPr>
            <a:r>
              <a:rPr lang="it-IT" sz="2200"/>
              <a:t>in </a:t>
            </a:r>
            <a:r>
              <a:rPr lang="it-IT" sz="2200" u="sng">
                <a:solidFill>
                  <a:srgbClr val="FFFF00"/>
                </a:solidFill>
              </a:rPr>
              <a:t>transference</a:t>
            </a:r>
            <a:r>
              <a:rPr lang="it-IT" sz="2200"/>
              <a:t> the user projects another model - not his own - one of other users (parents, teachers, etc.) the interface is locked in a discourse rehearsed in the past for instance with other systems...</a:t>
            </a:r>
            <a:endParaRPr sz="85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82"/>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non-determinism</a:t>
            </a:r>
            <a:endParaRPr/>
          </a:p>
        </p:txBody>
      </p:sp>
      <p:sp>
        <p:nvSpPr>
          <p:cNvPr id="1886" name="Google Shape;1886;p82"/>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70000" lnSpcReduction="10000"/>
          </a:bodyPr>
          <a:lstStyle/>
          <a:p>
            <a:pPr indent="-297180" lvl="0" marL="342900" rtl="0" algn="l">
              <a:lnSpc>
                <a:spcPct val="115000"/>
              </a:lnSpc>
              <a:spcBef>
                <a:spcPts val="0"/>
              </a:spcBef>
              <a:spcAft>
                <a:spcPts val="0"/>
              </a:spcAft>
              <a:buClr>
                <a:srgbClr val="FFFF00"/>
              </a:buClr>
              <a:buSzPct val="100000"/>
              <a:buFont typeface="Arial"/>
              <a:buChar char="●"/>
            </a:pPr>
            <a:r>
              <a:rPr lang="it-IT" sz="2400">
                <a:solidFill>
                  <a:srgbClr val="FFFF00"/>
                </a:solidFill>
              </a:rPr>
              <a:t>randomness</a:t>
            </a:r>
            <a:r>
              <a:rPr lang="it-IT" sz="2400"/>
              <a:t> may be requested but generally is a non-wanted situation: bugs - they come from unexpected external situations, including the user</a:t>
            </a:r>
            <a:endParaRPr/>
          </a:p>
          <a:p>
            <a:pPr indent="-297180" lvl="0" marL="342900" rtl="0" algn="l">
              <a:lnSpc>
                <a:spcPct val="115000"/>
              </a:lnSpc>
              <a:spcBef>
                <a:spcPts val="480"/>
              </a:spcBef>
              <a:spcAft>
                <a:spcPts val="0"/>
              </a:spcAft>
              <a:buClr>
                <a:schemeClr val="lt1"/>
              </a:buClr>
              <a:buSzPct val="100000"/>
              <a:buFont typeface="Arial"/>
              <a:buChar char="●"/>
            </a:pPr>
            <a:r>
              <a:rPr lang="it-IT" sz="2400"/>
              <a:t>computer programs should be </a:t>
            </a:r>
            <a:r>
              <a:rPr lang="it-IT" sz="2400" u="sng">
                <a:solidFill>
                  <a:srgbClr val="FFFF00"/>
                </a:solidFill>
              </a:rPr>
              <a:t>predictable</a:t>
            </a:r>
            <a:r>
              <a:rPr lang="it-IT" sz="2400"/>
              <a:t>, if the user has no adequate model for a situation, it may appear random </a:t>
            </a:r>
            <a:endParaRPr/>
          </a:p>
          <a:p>
            <a:pPr indent="-297180" lvl="0" marL="342900" rtl="0" algn="l">
              <a:lnSpc>
                <a:spcPct val="115000"/>
              </a:lnSpc>
              <a:spcBef>
                <a:spcPts val="480"/>
              </a:spcBef>
              <a:spcAft>
                <a:spcPts val="0"/>
              </a:spcAft>
              <a:buClr>
                <a:schemeClr val="lt1"/>
              </a:buClr>
              <a:buSzPct val="100000"/>
              <a:buFont typeface="Arial"/>
              <a:buChar char="●"/>
            </a:pPr>
            <a:r>
              <a:rPr lang="it-IT" sz="2400"/>
              <a:t>a particular interference from the real world is the one of </a:t>
            </a:r>
            <a:r>
              <a:rPr lang="it-IT" sz="2400" u="sng">
                <a:solidFill>
                  <a:srgbClr val="FFFF00"/>
                </a:solidFill>
              </a:rPr>
              <a:t>time</a:t>
            </a:r>
            <a:r>
              <a:rPr lang="it-IT" sz="2400"/>
              <a:t>, real-time races are performed whenever decisions are made </a:t>
            </a:r>
            <a:r>
              <a:rPr lang="it-IT" sz="2400" u="sng"/>
              <a:t>depending on which information arrives first</a:t>
            </a:r>
            <a:endParaRPr u="sng"/>
          </a:p>
          <a:p>
            <a:pPr indent="-297180" lvl="0" marL="342900" rtl="0" algn="l">
              <a:lnSpc>
                <a:spcPct val="115000"/>
              </a:lnSpc>
              <a:spcBef>
                <a:spcPts val="480"/>
              </a:spcBef>
              <a:spcAft>
                <a:spcPts val="0"/>
              </a:spcAft>
              <a:buClr>
                <a:schemeClr val="lt1"/>
              </a:buClr>
              <a:buSzPct val="100000"/>
              <a:buFont typeface="Arial"/>
              <a:buChar char="●"/>
            </a:pPr>
            <a:r>
              <a:rPr lang="it-IT" sz="2400"/>
              <a:t>a schedule for erasing old files should be known otherwise those files exceeding the time threshold will be removed and this may appear random to the user</a:t>
            </a:r>
            <a:endParaRPr/>
          </a:p>
          <a:p>
            <a:pPr indent="-297180" lvl="0" marL="342900" rtl="0" algn="l">
              <a:lnSpc>
                <a:spcPct val="115000"/>
              </a:lnSpc>
              <a:spcBef>
                <a:spcPts val="480"/>
              </a:spcBef>
              <a:spcAft>
                <a:spcPts val="0"/>
              </a:spcAft>
              <a:buClr>
                <a:schemeClr val="lt1"/>
              </a:buClr>
              <a:buSzPct val="100000"/>
              <a:buFont typeface="Arial"/>
              <a:buChar char="●"/>
            </a:pPr>
            <a:r>
              <a:rPr lang="it-IT" sz="2400"/>
              <a:t>non-determinism may appear just because some information is not known - note-takers, diaries, transcripts help to "keep track"</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83"/>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user</a:t>
            </a:r>
            <a:endParaRPr/>
          </a:p>
        </p:txBody>
      </p:sp>
      <p:sp>
        <p:nvSpPr>
          <p:cNvPr id="1892" name="Google Shape;1892;p83"/>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342900" lvl="0" marL="342900" rtl="0" algn="l">
              <a:lnSpc>
                <a:spcPct val="115000"/>
              </a:lnSpc>
              <a:spcBef>
                <a:spcPts val="0"/>
              </a:spcBef>
              <a:spcAft>
                <a:spcPts val="0"/>
              </a:spcAft>
              <a:buClr>
                <a:schemeClr val="lt1"/>
              </a:buClr>
              <a:buSzPts val="3100"/>
              <a:buFont typeface="Arial"/>
              <a:buChar char="●"/>
            </a:pPr>
            <a:r>
              <a:rPr b="0" lang="it-IT" sz="1350"/>
              <a:t>difficult to maintain consistent beliefs - along time</a:t>
            </a:r>
            <a:endParaRPr sz="1350"/>
          </a:p>
          <a:p>
            <a:pPr indent="-342900" lvl="0" marL="342900" rtl="0" algn="l">
              <a:lnSpc>
                <a:spcPct val="115000"/>
              </a:lnSpc>
              <a:spcBef>
                <a:spcPts val="560"/>
              </a:spcBef>
              <a:spcAft>
                <a:spcPts val="0"/>
              </a:spcAft>
              <a:buClr>
                <a:schemeClr val="lt1"/>
              </a:buClr>
              <a:buSzPts val="3100"/>
              <a:buFont typeface="Arial"/>
              <a:buChar char="●"/>
            </a:pPr>
            <a:r>
              <a:rPr b="0" lang="it-IT" sz="1350"/>
              <a:t>not using an adequate notation</a:t>
            </a:r>
            <a:endParaRPr sz="1350"/>
          </a:p>
          <a:p>
            <a:pPr indent="-342900" lvl="0" marL="342900" rtl="0" algn="l">
              <a:lnSpc>
                <a:spcPct val="115000"/>
              </a:lnSpc>
              <a:spcBef>
                <a:spcPts val="560"/>
              </a:spcBef>
              <a:spcAft>
                <a:spcPts val="0"/>
              </a:spcAft>
              <a:buClr>
                <a:schemeClr val="lt1"/>
              </a:buClr>
              <a:buSzPts val="3100"/>
              <a:buFont typeface="Arial"/>
              <a:buChar char="●"/>
            </a:pPr>
            <a:r>
              <a:rPr b="0" lang="it-IT" sz="1350"/>
              <a:t>typically wanting transitive preferences (A better than B better than C/ implies A better than C)</a:t>
            </a:r>
            <a:endParaRPr sz="1350"/>
          </a:p>
          <a:p>
            <a:pPr indent="-342900" lvl="0" marL="342900" rtl="0" algn="l">
              <a:lnSpc>
                <a:spcPct val="115000"/>
              </a:lnSpc>
              <a:spcBef>
                <a:spcPts val="560"/>
              </a:spcBef>
              <a:spcAft>
                <a:spcPts val="0"/>
              </a:spcAft>
              <a:buClr>
                <a:schemeClr val="lt1"/>
              </a:buClr>
              <a:buSzPts val="3100"/>
              <a:buFont typeface="Arial"/>
              <a:buChar char="●"/>
            </a:pPr>
            <a:r>
              <a:rPr b="0" lang="it-IT" sz="1350"/>
              <a:t>menu interface better than command-based one</a:t>
            </a:r>
            <a:endParaRPr sz="1350"/>
          </a:p>
          <a:p>
            <a:pPr indent="-342900" lvl="0" marL="342900" rtl="0" algn="l">
              <a:lnSpc>
                <a:spcPct val="115000"/>
              </a:lnSpc>
              <a:spcBef>
                <a:spcPts val="560"/>
              </a:spcBef>
              <a:spcAft>
                <a:spcPts val="0"/>
              </a:spcAft>
              <a:buClr>
                <a:schemeClr val="lt1"/>
              </a:buClr>
              <a:buSzPts val="3100"/>
              <a:buFont typeface="Arial"/>
              <a:buChar char="●"/>
            </a:pPr>
            <a:r>
              <a:rPr b="0" lang="it-IT" sz="1350"/>
              <a:t>knowledge-based direct manipulation better than menu</a:t>
            </a:r>
            <a:endParaRPr sz="135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6" name="Shape 1896"/>
        <p:cNvGrpSpPr/>
        <p:nvPr/>
      </p:nvGrpSpPr>
      <p:grpSpPr>
        <a:xfrm>
          <a:off x="0" y="0"/>
          <a:ext cx="0" cy="0"/>
          <a:chOff x="0" y="0"/>
          <a:chExt cx="0" cy="0"/>
        </a:xfrm>
      </p:grpSpPr>
      <p:sp>
        <p:nvSpPr>
          <p:cNvPr id="1897" name="Google Shape;1897;p84"/>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short-term memory</a:t>
            </a:r>
            <a:endParaRPr/>
          </a:p>
        </p:txBody>
      </p:sp>
      <p:sp>
        <p:nvSpPr>
          <p:cNvPr id="1898" name="Google Shape;1898;p84"/>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20000"/>
          </a:bodyPr>
          <a:lstStyle/>
          <a:p>
            <a:pPr indent="-320040" lvl="0" marL="342900" rtl="0" algn="l">
              <a:lnSpc>
                <a:spcPct val="115000"/>
              </a:lnSpc>
              <a:spcBef>
                <a:spcPts val="0"/>
              </a:spcBef>
              <a:spcAft>
                <a:spcPts val="0"/>
              </a:spcAft>
              <a:buClr>
                <a:srgbClr val="FFFF00"/>
              </a:buClr>
              <a:buSzPct val="100000"/>
              <a:buFont typeface="Arial"/>
              <a:buChar char="●"/>
            </a:pPr>
            <a:r>
              <a:rPr lang="it-IT" sz="2400" u="sng">
                <a:solidFill>
                  <a:srgbClr val="FFFF00"/>
                </a:solidFill>
              </a:rPr>
              <a:t>selective</a:t>
            </a:r>
            <a:r>
              <a:rPr lang="it-IT" sz="2400"/>
              <a:t> attention, shifting attention = 50 ms, eye movements 200 ms, audio is captured quickly and faster than video</a:t>
            </a:r>
            <a:endParaRPr/>
          </a:p>
          <a:p>
            <a:pPr indent="-320040" lvl="0" marL="342900" rtl="0" algn="l">
              <a:lnSpc>
                <a:spcPct val="115000"/>
              </a:lnSpc>
              <a:spcBef>
                <a:spcPts val="480"/>
              </a:spcBef>
              <a:spcAft>
                <a:spcPts val="0"/>
              </a:spcAft>
              <a:buClr>
                <a:schemeClr val="lt1"/>
              </a:buClr>
              <a:buSzPct val="100000"/>
              <a:buFont typeface="Arial"/>
              <a:buChar char="●"/>
            </a:pPr>
            <a:r>
              <a:rPr lang="it-IT" sz="2400"/>
              <a:t>once selected, the information is copied in STM: a conscious place which may manage 7 objects, if unused the contents of STM decays after 20" - it can be refreshed by rehearsal</a:t>
            </a:r>
            <a:endParaRPr/>
          </a:p>
          <a:p>
            <a:pPr indent="-320040" lvl="0" marL="342900" rtl="0" algn="l">
              <a:lnSpc>
                <a:spcPct val="115000"/>
              </a:lnSpc>
              <a:spcBef>
                <a:spcPts val="480"/>
              </a:spcBef>
              <a:spcAft>
                <a:spcPts val="0"/>
              </a:spcAft>
              <a:buClr>
                <a:schemeClr val="lt1"/>
              </a:buClr>
              <a:buSzPct val="100000"/>
              <a:buFont typeface="Arial"/>
              <a:buChar char="●"/>
            </a:pPr>
            <a:r>
              <a:rPr lang="it-IT" sz="2400"/>
              <a:t>data is stored in </a:t>
            </a:r>
            <a:r>
              <a:rPr lang="it-IT" sz="2400" u="sng">
                <a:solidFill>
                  <a:srgbClr val="FFFF00"/>
                </a:solidFill>
              </a:rPr>
              <a:t>chunks</a:t>
            </a:r>
            <a:r>
              <a:rPr lang="it-IT" sz="2400"/>
              <a:t> each one being a name related to an object, the chunks (output chunks are routines) may contain sub-chunks which may be stored and processed</a:t>
            </a:r>
            <a:endParaRPr/>
          </a:p>
          <a:p>
            <a:pPr indent="-320040" lvl="0" marL="342900" rtl="0" algn="l">
              <a:lnSpc>
                <a:spcPct val="115000"/>
              </a:lnSpc>
              <a:spcBef>
                <a:spcPts val="480"/>
              </a:spcBef>
              <a:spcAft>
                <a:spcPts val="0"/>
              </a:spcAft>
              <a:buClr>
                <a:schemeClr val="lt1"/>
              </a:buClr>
              <a:buSzPct val="100000"/>
              <a:buFont typeface="Arial"/>
              <a:buChar char="●"/>
            </a:pPr>
            <a:r>
              <a:rPr lang="it-IT" sz="2400"/>
              <a:t>chunks are built by closure, STM may be seen as a memory stack, the closure is a pop operation</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85"/>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on closure</a:t>
            </a:r>
            <a:endParaRPr/>
          </a:p>
        </p:txBody>
      </p:sp>
      <p:sp>
        <p:nvSpPr>
          <p:cNvPr id="1904" name="Google Shape;1904;p85"/>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92500" lnSpcReduction="20000"/>
          </a:bodyPr>
          <a:lstStyle/>
          <a:p>
            <a:pPr indent="-274320" lvl="0" marL="285750" rtl="0" algn="l">
              <a:lnSpc>
                <a:spcPct val="115000"/>
              </a:lnSpc>
              <a:spcBef>
                <a:spcPts val="0"/>
              </a:spcBef>
              <a:spcAft>
                <a:spcPts val="0"/>
              </a:spcAft>
              <a:buClr>
                <a:schemeClr val="lt1"/>
              </a:buClr>
              <a:buSzPct val="100000"/>
              <a:buFont typeface="Arial"/>
              <a:buChar char="●"/>
            </a:pPr>
            <a:r>
              <a:rPr lang="it-IT" sz="2400"/>
              <a:t>closure may eclipse other goals - this may cause a termination error caused by a 'too effective closure'</a:t>
            </a:r>
            <a:endParaRPr/>
          </a:p>
          <a:p>
            <a:pPr indent="-274320" lvl="0" marL="285750" rtl="0" algn="l">
              <a:lnSpc>
                <a:spcPct val="115000"/>
              </a:lnSpc>
              <a:spcBef>
                <a:spcPts val="480"/>
              </a:spcBef>
              <a:spcAft>
                <a:spcPts val="0"/>
              </a:spcAft>
              <a:buClr>
                <a:schemeClr val="lt1"/>
              </a:buClr>
              <a:buSzPct val="100000"/>
              <a:buFont typeface="Arial"/>
              <a:buChar char="●"/>
            </a:pPr>
            <a:r>
              <a:rPr lang="it-IT" sz="2400"/>
              <a:t>in a cash dispenser if the money is provided AFTER the card has been returned, the user will never forget his card in the machine (termination error)</a:t>
            </a:r>
            <a:endParaRPr/>
          </a:p>
          <a:p>
            <a:pPr indent="-274320" lvl="0" marL="285750" rtl="0" algn="l">
              <a:lnSpc>
                <a:spcPct val="115000"/>
              </a:lnSpc>
              <a:spcBef>
                <a:spcPts val="480"/>
              </a:spcBef>
              <a:spcAft>
                <a:spcPts val="0"/>
              </a:spcAft>
              <a:buClr>
                <a:srgbClr val="FFFF00"/>
              </a:buClr>
              <a:buSzPct val="100000"/>
              <a:buFont typeface="Arial"/>
              <a:buChar char="●"/>
            </a:pPr>
            <a:r>
              <a:rPr lang="it-IT" sz="2400" u="sng">
                <a:solidFill>
                  <a:srgbClr val="FFFF00"/>
                </a:solidFill>
              </a:rPr>
              <a:t>resource</a:t>
            </a:r>
            <a:r>
              <a:rPr lang="it-IT" sz="2400"/>
              <a:t> limited: 	too many processes to be looked at are happening</a:t>
            </a:r>
            <a:endParaRPr/>
          </a:p>
          <a:p>
            <a:pPr indent="-274320" lvl="0" marL="285750" rtl="0" algn="l">
              <a:lnSpc>
                <a:spcPct val="115000"/>
              </a:lnSpc>
              <a:spcBef>
                <a:spcPts val="480"/>
              </a:spcBef>
              <a:spcAft>
                <a:spcPts val="0"/>
              </a:spcAft>
              <a:buClr>
                <a:srgbClr val="FFFF00"/>
              </a:buClr>
              <a:buSzPct val="100000"/>
              <a:buFont typeface="Arial"/>
              <a:buChar char="●"/>
            </a:pPr>
            <a:r>
              <a:rPr lang="it-IT" sz="2400" u="sng">
                <a:solidFill>
                  <a:srgbClr val="FFFF00"/>
                </a:solidFill>
              </a:rPr>
              <a:t>data</a:t>
            </a:r>
            <a:r>
              <a:rPr lang="it-IT" sz="2400"/>
              <a:t> limited: 	darkness for eyesight</a:t>
            </a:r>
            <a:endParaRPr/>
          </a:p>
          <a:p>
            <a:pPr indent="-274320" lvl="0" marL="285750" rtl="0" algn="l">
              <a:lnSpc>
                <a:spcPct val="115000"/>
              </a:lnSpc>
              <a:spcBef>
                <a:spcPts val="480"/>
              </a:spcBef>
              <a:spcAft>
                <a:spcPts val="0"/>
              </a:spcAft>
              <a:buClr>
                <a:schemeClr val="lt1"/>
              </a:buClr>
              <a:buSzPct val="100000"/>
              <a:buFont typeface="Arial"/>
              <a:buChar char="●"/>
            </a:pPr>
            <a:r>
              <a:rPr lang="it-IT" sz="2400"/>
              <a:t>these features are important in the design of warning/help clues within interfaces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86"/>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long-term memory</a:t>
            </a:r>
            <a:endParaRPr/>
          </a:p>
        </p:txBody>
      </p:sp>
      <p:sp>
        <p:nvSpPr>
          <p:cNvPr id="1910" name="Google Shape;1910;p86"/>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10000"/>
          </a:bodyPr>
          <a:lstStyle/>
          <a:p>
            <a:pPr indent="-320040" lvl="0" marL="342900" rtl="0" algn="l">
              <a:lnSpc>
                <a:spcPct val="115000"/>
              </a:lnSpc>
              <a:spcBef>
                <a:spcPts val="0"/>
              </a:spcBef>
              <a:spcAft>
                <a:spcPts val="0"/>
              </a:spcAft>
              <a:buClr>
                <a:schemeClr val="lt1"/>
              </a:buClr>
              <a:buSzPct val="100000"/>
              <a:buFont typeface="Arial"/>
              <a:buChar char="●"/>
            </a:pPr>
            <a:r>
              <a:rPr lang="it-IT" sz="2400"/>
              <a:t>&gt; 5" the contents of STM gets transferred in LTM having a </a:t>
            </a:r>
            <a:r>
              <a:rPr lang="it-IT" sz="2400">
                <a:solidFill>
                  <a:srgbClr val="FFFF00"/>
                </a:solidFill>
              </a:rPr>
              <a:t>large</a:t>
            </a:r>
            <a:r>
              <a:rPr lang="it-IT" sz="2400"/>
              <a:t> capacity and </a:t>
            </a:r>
            <a:r>
              <a:rPr lang="it-IT" sz="2400">
                <a:solidFill>
                  <a:srgbClr val="FFFF00"/>
                </a:solidFill>
              </a:rPr>
              <a:t>small</a:t>
            </a:r>
            <a:r>
              <a:rPr lang="it-IT" sz="2400"/>
              <a:t> decay</a:t>
            </a:r>
            <a:endParaRPr/>
          </a:p>
          <a:p>
            <a:pPr indent="-320040" lvl="0" marL="342900" rtl="0" algn="l">
              <a:lnSpc>
                <a:spcPct val="115000"/>
              </a:lnSpc>
              <a:spcBef>
                <a:spcPts val="480"/>
              </a:spcBef>
              <a:spcAft>
                <a:spcPts val="0"/>
              </a:spcAft>
              <a:buClr>
                <a:schemeClr val="lt1"/>
              </a:buClr>
              <a:buSzPct val="100000"/>
              <a:buFont typeface="Arial"/>
              <a:buChar char="●"/>
            </a:pPr>
            <a:r>
              <a:rPr lang="it-IT" sz="2400"/>
              <a:t>our knowledge on language is contained in LTM: it is 'perfect' only sometimes it is difficult to </a:t>
            </a:r>
            <a:r>
              <a:rPr lang="it-IT" sz="2400">
                <a:solidFill>
                  <a:srgbClr val="FFFF00"/>
                </a:solidFill>
              </a:rPr>
              <a:t>retrieve</a:t>
            </a:r>
            <a:r>
              <a:rPr lang="it-IT" sz="2400"/>
              <a:t> - particularly without rehearsal - whenever successful it takes .1 " </a:t>
            </a:r>
            <a:endParaRPr/>
          </a:p>
          <a:p>
            <a:pPr indent="-320040" lvl="0" marL="342900" rtl="0" algn="l">
              <a:lnSpc>
                <a:spcPct val="115000"/>
              </a:lnSpc>
              <a:spcBef>
                <a:spcPts val="480"/>
              </a:spcBef>
              <a:spcAft>
                <a:spcPts val="0"/>
              </a:spcAft>
              <a:buClr>
                <a:schemeClr val="lt1"/>
              </a:buClr>
              <a:buSzPct val="100000"/>
              <a:buFont typeface="Arial"/>
              <a:buChar char="●"/>
            </a:pPr>
            <a:r>
              <a:rPr lang="it-IT" sz="2400"/>
              <a:t>mnemonics helps to retrieve wanted data, previous rehearsal in STM also helps:</a:t>
            </a:r>
            <a:r>
              <a:rPr lang="it-IT"/>
              <a:t> </a:t>
            </a:r>
            <a:r>
              <a:rPr lang="it-IT" sz="2400"/>
              <a:t>I could insert my table on ≠ behaviours of people and machines during interaction</a:t>
            </a:r>
            <a:endParaRPr/>
          </a:p>
          <a:p>
            <a:pPr indent="-320040" lvl="0" marL="342900" rtl="0" algn="l">
              <a:lnSpc>
                <a:spcPct val="115000"/>
              </a:lnSpc>
              <a:spcBef>
                <a:spcPts val="480"/>
              </a:spcBef>
              <a:spcAft>
                <a:spcPts val="0"/>
              </a:spcAft>
              <a:buClr>
                <a:schemeClr val="lt1"/>
              </a:buClr>
              <a:buSzPct val="100000"/>
              <a:buFont typeface="Arial"/>
              <a:buChar char="●"/>
            </a:pPr>
            <a:r>
              <a:rPr lang="it-IT" sz="2400"/>
              <a:t>people can never forget, computers may completely erase data and sometimes users forget this...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87"/>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l-tm &amp; s-tm</a:t>
            </a:r>
            <a:endParaRPr/>
          </a:p>
        </p:txBody>
      </p:sp>
      <p:sp>
        <p:nvSpPr>
          <p:cNvPr id="1916" name="Google Shape;1916;p87"/>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10000"/>
          </a:bodyPr>
          <a:lstStyle/>
          <a:p>
            <a:pPr indent="-320040" lvl="0" marL="342900" rtl="0" algn="l">
              <a:lnSpc>
                <a:spcPct val="115000"/>
              </a:lnSpc>
              <a:spcBef>
                <a:spcPts val="0"/>
              </a:spcBef>
              <a:spcAft>
                <a:spcPts val="0"/>
              </a:spcAft>
              <a:buClr>
                <a:schemeClr val="lt1"/>
              </a:buClr>
              <a:buSzPct val="100000"/>
              <a:buFont typeface="Arial"/>
              <a:buChar char="●"/>
            </a:pPr>
            <a:r>
              <a:rPr lang="it-IT" sz="2400"/>
              <a:t>both suffer from </a:t>
            </a:r>
            <a:r>
              <a:rPr lang="it-IT" sz="2400" u="sng">
                <a:solidFill>
                  <a:srgbClr val="FFFF00"/>
                </a:solidFill>
              </a:rPr>
              <a:t>interference</a:t>
            </a:r>
            <a:r>
              <a:rPr lang="it-IT" sz="2400"/>
              <a:t> since different items in memory may have the same coding (as if Hash coded) - it becomes hard to recall one thing since it was recorded with two different codes, or the same code for two different items</a:t>
            </a:r>
            <a:endParaRPr/>
          </a:p>
          <a:p>
            <a:pPr indent="-342900" lvl="0" marL="342900" rtl="0" algn="l">
              <a:lnSpc>
                <a:spcPct val="115000"/>
              </a:lnSpc>
              <a:spcBef>
                <a:spcPts val="480"/>
              </a:spcBef>
              <a:spcAft>
                <a:spcPts val="0"/>
              </a:spcAft>
              <a:buClr>
                <a:schemeClr val="lt1"/>
              </a:buClr>
              <a:buSzPct val="100000"/>
              <a:buFont typeface="Arial"/>
              <a:buNone/>
            </a:pPr>
            <a:r>
              <a:t/>
            </a:r>
            <a:endParaRPr sz="2400"/>
          </a:p>
          <a:p>
            <a:pPr indent="-320040" lvl="0" marL="342900" rtl="0" algn="l">
              <a:lnSpc>
                <a:spcPct val="115000"/>
              </a:lnSpc>
              <a:spcBef>
                <a:spcPts val="480"/>
              </a:spcBef>
              <a:spcAft>
                <a:spcPts val="0"/>
              </a:spcAft>
              <a:buClr>
                <a:schemeClr val="lt1"/>
              </a:buClr>
              <a:buSzPct val="100000"/>
              <a:buFont typeface="Arial"/>
              <a:buChar char="●"/>
            </a:pPr>
            <a:r>
              <a:rPr lang="it-IT" sz="2400"/>
              <a:t>for 2 different interactive systems, the experience of the first, carries-over the learning process of the second if they are similar  -  as when programming with a new language/speaking a new language in terms of an older, known one (conceptual capture</a:t>
            </a:r>
            <a:r>
              <a:rPr b="0" lang="it-IT" sz="2400"/>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88"/>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on behaviour</a:t>
            </a:r>
            <a:endParaRPr/>
          </a:p>
        </p:txBody>
      </p:sp>
      <p:sp>
        <p:nvSpPr>
          <p:cNvPr id="1922" name="Google Shape;1922;p88"/>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lnSpcReduction="10000"/>
          </a:bodyPr>
          <a:lstStyle/>
          <a:p>
            <a:pPr indent="-342900" lvl="0" marL="342900" rtl="0" algn="l">
              <a:lnSpc>
                <a:spcPct val="115000"/>
              </a:lnSpc>
              <a:spcBef>
                <a:spcPts val="0"/>
              </a:spcBef>
              <a:spcAft>
                <a:spcPts val="0"/>
              </a:spcAft>
              <a:buClr>
                <a:schemeClr val="lt1"/>
              </a:buClr>
              <a:buSzPts val="2400"/>
              <a:buFont typeface="Arial"/>
              <a:buChar char="●"/>
            </a:pPr>
            <a:r>
              <a:rPr lang="it-IT" sz="2400"/>
              <a:t>example of </a:t>
            </a:r>
            <a:r>
              <a:rPr lang="it-IT" sz="2400" u="sng">
                <a:solidFill>
                  <a:srgbClr val="FFFF00"/>
                </a:solidFill>
              </a:rPr>
              <a:t>priming</a:t>
            </a:r>
            <a:r>
              <a:rPr lang="it-IT" sz="2400"/>
              <a:t>: impinging an idea into someone - spell "shop"- what do you do when you see a green light? (go and not stop)</a:t>
            </a:r>
            <a:endParaRPr/>
          </a:p>
          <a:p>
            <a:pPr indent="-342900" lvl="0" marL="342900" rtl="0" algn="l">
              <a:lnSpc>
                <a:spcPct val="115000"/>
              </a:lnSpc>
              <a:spcBef>
                <a:spcPts val="480"/>
              </a:spcBef>
              <a:spcAft>
                <a:spcPts val="0"/>
              </a:spcAft>
              <a:buClr>
                <a:schemeClr val="lt1"/>
              </a:buClr>
              <a:buSzPts val="2400"/>
              <a:buFont typeface="Arial"/>
              <a:buNone/>
            </a:pPr>
            <a:r>
              <a:t/>
            </a:r>
            <a:endParaRPr sz="2400"/>
          </a:p>
          <a:p>
            <a:pPr indent="-342900" lvl="0" marL="342900" rtl="0" algn="l">
              <a:lnSpc>
                <a:spcPct val="115000"/>
              </a:lnSpc>
              <a:spcBef>
                <a:spcPts val="480"/>
              </a:spcBef>
              <a:spcAft>
                <a:spcPts val="0"/>
              </a:spcAft>
              <a:buClr>
                <a:srgbClr val="FFFF00"/>
              </a:buClr>
              <a:buSzPts val="2400"/>
              <a:buFont typeface="Arial"/>
              <a:buChar char="●"/>
            </a:pPr>
            <a:r>
              <a:rPr lang="it-IT" sz="2400" u="sng">
                <a:solidFill>
                  <a:srgbClr val="FFFF00"/>
                </a:solidFill>
              </a:rPr>
              <a:t>stereotyped</a:t>
            </a:r>
            <a:r>
              <a:rPr lang="it-IT" sz="2400"/>
              <a:t> behaviour is when people panic and use a "default escape" solution that generally is not the best action to perform under the circumstances - people may make mistakes in this way and, even worse, are not able to recover from such mistakes...</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6" name="Shape 1926"/>
        <p:cNvGrpSpPr/>
        <p:nvPr/>
      </p:nvGrpSpPr>
      <p:grpSpPr>
        <a:xfrm>
          <a:off x="0" y="0"/>
          <a:ext cx="0" cy="0"/>
          <a:chOff x="0" y="0"/>
          <a:chExt cx="0" cy="0"/>
        </a:xfrm>
      </p:grpSpPr>
      <p:sp>
        <p:nvSpPr>
          <p:cNvPr id="1927" name="Google Shape;1927;p89"/>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cognitive dissonance</a:t>
            </a:r>
            <a:endParaRPr/>
          </a:p>
        </p:txBody>
      </p:sp>
      <p:sp>
        <p:nvSpPr>
          <p:cNvPr id="1928" name="Google Shape;1928;p89"/>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lnSpcReduction="20000"/>
          </a:bodyPr>
          <a:lstStyle/>
          <a:p>
            <a:pPr indent="-342900" lvl="0" marL="342900" rtl="0" algn="l">
              <a:lnSpc>
                <a:spcPct val="115000"/>
              </a:lnSpc>
              <a:spcBef>
                <a:spcPts val="0"/>
              </a:spcBef>
              <a:spcAft>
                <a:spcPts val="0"/>
              </a:spcAft>
              <a:buClr>
                <a:srgbClr val="FFFF00"/>
              </a:buClr>
              <a:buSzPts val="2400"/>
              <a:buFont typeface="Arial"/>
              <a:buChar char="●"/>
            </a:pPr>
            <a:r>
              <a:rPr i="1" lang="it-IT" sz="2400">
                <a:solidFill>
                  <a:srgbClr val="FFFF00"/>
                </a:solidFill>
              </a:rPr>
              <a:t>Festinger</a:t>
            </a:r>
            <a:r>
              <a:rPr i="1" lang="it-IT" sz="2400"/>
              <a:t>, 1957 </a:t>
            </a:r>
            <a:endParaRPr sz="2400"/>
          </a:p>
          <a:p>
            <a:pPr indent="-342900" lvl="0" marL="342900" rtl="0" algn="l">
              <a:lnSpc>
                <a:spcPct val="115000"/>
              </a:lnSpc>
              <a:spcBef>
                <a:spcPts val="0"/>
              </a:spcBef>
              <a:spcAft>
                <a:spcPts val="0"/>
              </a:spcAft>
              <a:buClr>
                <a:schemeClr val="lt1"/>
              </a:buClr>
              <a:buSzPts val="2400"/>
              <a:buFont typeface="Arial"/>
              <a:buChar char="●"/>
            </a:pPr>
            <a:r>
              <a:rPr lang="it-IT" sz="2400"/>
              <a:t>after a (program) choice is made, the new alternative looks worse than the other, possible one, and...vice versa. </a:t>
            </a:r>
            <a:endParaRPr/>
          </a:p>
          <a:p>
            <a:pPr indent="-342900" lvl="0" marL="342900" rtl="0" algn="l">
              <a:lnSpc>
                <a:spcPct val="115000"/>
              </a:lnSpc>
              <a:spcBef>
                <a:spcPts val="0"/>
              </a:spcBef>
              <a:spcAft>
                <a:spcPts val="0"/>
              </a:spcAft>
              <a:buClr>
                <a:schemeClr val="lt1"/>
              </a:buClr>
              <a:buSzPts val="2400"/>
              <a:buFont typeface="Arial"/>
              <a:buChar char="●"/>
            </a:pPr>
            <a:r>
              <a:rPr lang="it-IT" sz="2400"/>
              <a:t>humans try to reduce such dissonance to feel better - e.g. the user may change his program, reduce the importance of choice (his job is more significant than the program he is using), add further consonant ideas, selectively expose himself to read positive evaluations of his choice...(tricks that help)</a:t>
            </a:r>
            <a:endParaRPr sz="2400"/>
          </a:p>
        </p:txBody>
      </p:sp>
      <p:sp>
        <p:nvSpPr>
          <p:cNvPr id="1929" name="Google Shape;1929;p89"/>
          <p:cNvSpPr/>
          <p:nvPr/>
        </p:nvSpPr>
        <p:spPr>
          <a:xfrm>
            <a:off x="290513" y="2155031"/>
            <a:ext cx="180900" cy="6846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90"/>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users adapt</a:t>
            </a:r>
            <a:endParaRPr/>
          </a:p>
        </p:txBody>
      </p:sp>
      <p:sp>
        <p:nvSpPr>
          <p:cNvPr id="1935" name="Google Shape;1935;p90"/>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a:bodyPr>
          <a:lstStyle/>
          <a:p>
            <a:pPr indent="-342900" lvl="0" marL="342900" rtl="0" algn="l">
              <a:lnSpc>
                <a:spcPct val="115000"/>
              </a:lnSpc>
              <a:spcBef>
                <a:spcPts val="0"/>
              </a:spcBef>
              <a:spcAft>
                <a:spcPts val="0"/>
              </a:spcAft>
              <a:buClr>
                <a:schemeClr val="lt1"/>
              </a:buClr>
              <a:buSzPts val="3700"/>
              <a:buFont typeface="Arial"/>
              <a:buChar char="●"/>
            </a:pPr>
            <a:r>
              <a:rPr b="0" lang="it-IT" sz="1950"/>
              <a:t>it is easier to stay with nonsense, than face the cost of changing over to something which would almost certainly be better</a:t>
            </a:r>
            <a:endParaRPr sz="1950"/>
          </a:p>
          <a:p>
            <a:pPr indent="-342900" lvl="0" marL="342900" rtl="0" algn="l">
              <a:lnSpc>
                <a:spcPct val="115000"/>
              </a:lnSpc>
              <a:spcBef>
                <a:spcPts val="560"/>
              </a:spcBef>
              <a:spcAft>
                <a:spcPts val="0"/>
              </a:spcAft>
              <a:buClr>
                <a:schemeClr val="lt1"/>
              </a:buClr>
              <a:buSzPts val="3700"/>
              <a:buFont typeface="Arial"/>
              <a:buChar char="●"/>
            </a:pPr>
            <a:r>
              <a:rPr b="0" lang="it-IT" sz="1950"/>
              <a:t>a user will adapt, and then the designer will continue with the same choice he made in the previous design</a:t>
            </a:r>
            <a:endParaRPr b="0" sz="195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39" name="Shape 1939"/>
        <p:cNvGrpSpPr/>
        <p:nvPr/>
      </p:nvGrpSpPr>
      <p:grpSpPr>
        <a:xfrm>
          <a:off x="0" y="0"/>
          <a:ext cx="0" cy="0"/>
          <a:chOff x="0" y="0"/>
          <a:chExt cx="0" cy="0"/>
        </a:xfrm>
      </p:grpSpPr>
      <p:sp>
        <p:nvSpPr>
          <p:cNvPr id="1940" name="Google Shape;1940;p91"/>
          <p:cNvSpPr txBox="1"/>
          <p:nvPr>
            <p:ph type="title"/>
          </p:nvPr>
        </p:nvSpPr>
        <p:spPr>
          <a:xfrm>
            <a:off x="720000" y="325700"/>
            <a:ext cx="7704000" cy="634500"/>
          </a:xfrm>
          <a:prstGeom prst="rect">
            <a:avLst/>
          </a:prstGeom>
          <a:noFill/>
          <a:ln>
            <a:noFill/>
          </a:ln>
        </p:spPr>
        <p:txBody>
          <a:bodyPr anchorCtr="0" anchor="ctr" bIns="44450" lIns="90475" spcFirstLastPara="1" rIns="90475" wrap="square" tIns="44450">
            <a:noAutofit/>
          </a:bodyPr>
          <a:lstStyle/>
          <a:p>
            <a:pPr indent="0" lvl="0" marL="0" rtl="0" algn="ctr">
              <a:lnSpc>
                <a:spcPct val="100000"/>
              </a:lnSpc>
              <a:spcBef>
                <a:spcPts val="0"/>
              </a:spcBef>
              <a:spcAft>
                <a:spcPts val="0"/>
              </a:spcAft>
              <a:buSzPts val="3100"/>
              <a:buNone/>
            </a:pPr>
            <a:r>
              <a:rPr b="1" lang="it-IT"/>
              <a:t>homeostasis</a:t>
            </a:r>
            <a:endParaRPr/>
          </a:p>
        </p:txBody>
      </p:sp>
      <p:sp>
        <p:nvSpPr>
          <p:cNvPr id="1941" name="Google Shape;1941;p91"/>
          <p:cNvSpPr txBox="1"/>
          <p:nvPr>
            <p:ph idx="1" type="body"/>
          </p:nvPr>
        </p:nvSpPr>
        <p:spPr>
          <a:xfrm>
            <a:off x="720000" y="1217550"/>
            <a:ext cx="7704000" cy="3699600"/>
          </a:xfrm>
          <a:prstGeom prst="rect">
            <a:avLst/>
          </a:prstGeom>
          <a:noFill/>
          <a:ln>
            <a:noFill/>
          </a:ln>
        </p:spPr>
        <p:txBody>
          <a:bodyPr anchorCtr="0" anchor="t" bIns="44450" lIns="90475" spcFirstLastPara="1" rIns="90475" wrap="square" tIns="44450">
            <a:normAutofit fontScale="85000" lnSpcReduction="10000"/>
          </a:bodyPr>
          <a:lstStyle/>
          <a:p>
            <a:pPr indent="-320040" lvl="0" marL="342900" rtl="0" algn="l">
              <a:lnSpc>
                <a:spcPct val="115000"/>
              </a:lnSpc>
              <a:spcBef>
                <a:spcPts val="0"/>
              </a:spcBef>
              <a:spcAft>
                <a:spcPts val="0"/>
              </a:spcAft>
              <a:buClr>
                <a:schemeClr val="lt1"/>
              </a:buClr>
              <a:buSzPct val="100000"/>
              <a:buFont typeface="Arial"/>
              <a:buChar char="●"/>
            </a:pPr>
            <a:r>
              <a:rPr lang="it-IT" sz="2400"/>
              <a:t>users take risks depending on their assessment of the consequences of their actions</a:t>
            </a:r>
            <a:endParaRPr/>
          </a:p>
          <a:p>
            <a:pPr indent="-320040" lvl="0" marL="342900" rtl="0" algn="l">
              <a:lnSpc>
                <a:spcPct val="115000"/>
              </a:lnSpc>
              <a:spcBef>
                <a:spcPts val="480"/>
              </a:spcBef>
              <a:spcAft>
                <a:spcPts val="0"/>
              </a:spcAft>
              <a:buClr>
                <a:schemeClr val="lt1"/>
              </a:buClr>
              <a:buSzPct val="100000"/>
              <a:buFont typeface="Arial"/>
              <a:buChar char="●"/>
            </a:pPr>
            <a:r>
              <a:rPr lang="it-IT" sz="2400"/>
              <a:t>if the interactive system is safe, they will behave wildly, if the system is simple they will try complex things</a:t>
            </a:r>
            <a:endParaRPr/>
          </a:p>
          <a:p>
            <a:pPr indent="-320040" lvl="0" marL="342900" rtl="0" algn="l">
              <a:lnSpc>
                <a:spcPct val="115000"/>
              </a:lnSpc>
              <a:spcBef>
                <a:spcPts val="480"/>
              </a:spcBef>
              <a:spcAft>
                <a:spcPts val="0"/>
              </a:spcAft>
              <a:buClr>
                <a:schemeClr val="lt1"/>
              </a:buClr>
              <a:buSzPct val="100000"/>
              <a:buFont typeface="Arial"/>
              <a:buChar char="●"/>
            </a:pPr>
            <a:r>
              <a:rPr lang="it-IT" sz="2400"/>
              <a:t>i.e. the user style will depend on his attitudes as well as on the documentation of the system - homeostasis makes designers build systems far more complex than necessary</a:t>
            </a:r>
            <a:endParaRPr/>
          </a:p>
          <a:p>
            <a:pPr indent="-320040" lvl="0" marL="342900" rtl="0" algn="l">
              <a:lnSpc>
                <a:spcPct val="115000"/>
              </a:lnSpc>
              <a:spcBef>
                <a:spcPts val="480"/>
              </a:spcBef>
              <a:spcAft>
                <a:spcPts val="0"/>
              </a:spcAft>
              <a:buClr>
                <a:srgbClr val="FFFF00"/>
              </a:buClr>
              <a:buSzPct val="100000"/>
              <a:buFont typeface="Arial"/>
              <a:buChar char="●"/>
            </a:pPr>
            <a:r>
              <a:rPr lang="it-IT" sz="2400">
                <a:solidFill>
                  <a:srgbClr val="FFFF00"/>
                </a:solidFill>
              </a:rPr>
              <a:t>Hawthorne Effect</a:t>
            </a:r>
            <a:r>
              <a:rPr lang="it-IT" sz="2400"/>
              <a:t> </a:t>
            </a:r>
            <a:r>
              <a:rPr i="1" lang="it-IT" sz="2400"/>
              <a:t>(Mayo 1933) </a:t>
            </a:r>
            <a:r>
              <a:rPr lang="it-IT" sz="2400"/>
              <a:t>: users tend to work harder if they are participating to something new or where they have more control, so partly invalidating the experiment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story of Internet Class for College by Slidesgo">
  <a:themeElements>
    <a:clrScheme name="Simple Light">
      <a:dk1>
        <a:srgbClr val="000000"/>
      </a:dk1>
      <a:lt1>
        <a:srgbClr val="F3F3F3"/>
      </a:lt1>
      <a:dk2>
        <a:srgbClr val="00183A"/>
      </a:dk2>
      <a:lt2>
        <a:srgbClr val="012060"/>
      </a:lt2>
      <a:accent1>
        <a:srgbClr val="022E88"/>
      </a:accent1>
      <a:accent2>
        <a:srgbClr val="006AFF"/>
      </a:accent2>
      <a:accent3>
        <a:srgbClr val="0182AA"/>
      </a:accent3>
      <a:accent4>
        <a:srgbClr val="20F8FD"/>
      </a:accent4>
      <a:accent5>
        <a:srgbClr val="748BFF"/>
      </a:accent5>
      <a:accent6>
        <a:srgbClr val="7659FF"/>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