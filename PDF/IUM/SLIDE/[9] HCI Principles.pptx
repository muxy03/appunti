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66" r:id="rId4"/>
    <p:sldMasterId id="2147483767" r:id="rId5"/>
    <p:sldMasterId id="214748376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y="5143500" cx="9144000"/>
  <p:notesSz cx="6858000" cy="9144000"/>
  <p:embeddedFontLst>
    <p:embeddedFont>
      <p:font typeface="Roboto"/>
      <p:regular r:id="rId54"/>
      <p:bold r:id="rId55"/>
      <p:italic r:id="rId56"/>
      <p:boldItalic r:id="rId57"/>
    </p:embeddedFont>
    <p:embeddedFont>
      <p:font typeface="Overpass"/>
      <p:regular r:id="rId58"/>
      <p:bold r:id="rId59"/>
      <p:italic r:id="rId60"/>
      <p:boldItalic r:id="rId61"/>
    </p:embeddedFont>
    <p:embeddedFont>
      <p:font typeface="Oxanium"/>
      <p:regular r:id="rId62"/>
      <p:bold r:id="rId63"/>
    </p:embeddedFont>
    <p:embeddedFont>
      <p:font typeface="Jua"/>
      <p:regular r:id="rId64"/>
    </p:embeddedFont>
    <p:embeddedFont>
      <p:font typeface="Helvetica Neue"/>
      <p:regular r:id="rId65"/>
      <p:bold r:id="rId66"/>
      <p:italic r:id="rId67"/>
      <p:boldItalic r:id="rId68"/>
    </p:embeddedFont>
    <p:embeddedFont>
      <p:font typeface="Noto Sans Symbols"/>
      <p:regular r:id="rId69"/>
      <p:bold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2D200454-40CA-4A62-9FC3-DE9A4176ACB9}">
      <p15:notesGuideLst>
        <p15:guide id="1" orient="horz" pos="216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notesViewPr>
    <p:cSldViewPr snapToGrid="0">
      <p:cViewPr varScale="1">
        <p:scale>
          <a:sx n="100" d="100"/>
          <a:sy n="100" d="100"/>
        </p:scale>
        <p:origin x="0" y="0"/>
      </p:cViewPr>
      <p:guideLst>
        <p:guide pos="216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0" Type="http://schemas.openxmlformats.org/officeDocument/2006/relationships/font" Target="fonts/NotoSansSymbols-bold.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Oxanium-regular.fntdata"/><Relationship Id="rId61" Type="http://schemas.openxmlformats.org/officeDocument/2006/relationships/font" Target="fonts/Overpass-boldItalic.fntdata"/><Relationship Id="rId20" Type="http://schemas.openxmlformats.org/officeDocument/2006/relationships/slide" Target="slides/slide13.xml"/><Relationship Id="rId64" Type="http://schemas.openxmlformats.org/officeDocument/2006/relationships/font" Target="fonts/Jua-regular.fntdata"/><Relationship Id="rId63" Type="http://schemas.openxmlformats.org/officeDocument/2006/relationships/font" Target="fonts/Oxanium-bold.fntdata"/><Relationship Id="rId22" Type="http://schemas.openxmlformats.org/officeDocument/2006/relationships/slide" Target="slides/slide15.xml"/><Relationship Id="rId66" Type="http://schemas.openxmlformats.org/officeDocument/2006/relationships/font" Target="fonts/HelveticaNeue-bold.fntdata"/><Relationship Id="rId21" Type="http://schemas.openxmlformats.org/officeDocument/2006/relationships/slide" Target="slides/slide14.xml"/><Relationship Id="rId65" Type="http://schemas.openxmlformats.org/officeDocument/2006/relationships/font" Target="fonts/HelveticaNeue-regular.fntdata"/><Relationship Id="rId24" Type="http://schemas.openxmlformats.org/officeDocument/2006/relationships/slide" Target="slides/slide17.xml"/><Relationship Id="rId68" Type="http://schemas.openxmlformats.org/officeDocument/2006/relationships/font" Target="fonts/HelveticaNeue-boldItalic.fntdata"/><Relationship Id="rId23" Type="http://schemas.openxmlformats.org/officeDocument/2006/relationships/slide" Target="slides/slide16.xml"/><Relationship Id="rId67" Type="http://schemas.openxmlformats.org/officeDocument/2006/relationships/font" Target="fonts/HelveticaNeue-italic.fntdata"/><Relationship Id="rId60" Type="http://schemas.openxmlformats.org/officeDocument/2006/relationships/font" Target="fonts/Overpass-italic.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NotoSansSymbols-regular.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font" Target="fonts/Roboto-bold.fntdata"/><Relationship Id="rId10" Type="http://schemas.openxmlformats.org/officeDocument/2006/relationships/slide" Target="slides/slide3.xml"/><Relationship Id="rId54" Type="http://schemas.openxmlformats.org/officeDocument/2006/relationships/font" Target="fonts/Roboto-regular.fntdata"/><Relationship Id="rId13" Type="http://schemas.openxmlformats.org/officeDocument/2006/relationships/slide" Target="slides/slide6.xml"/><Relationship Id="rId57" Type="http://schemas.openxmlformats.org/officeDocument/2006/relationships/font" Target="fonts/Roboto-boldItalic.fntdata"/><Relationship Id="rId12" Type="http://schemas.openxmlformats.org/officeDocument/2006/relationships/slide" Target="slides/slide5.xml"/><Relationship Id="rId56" Type="http://schemas.openxmlformats.org/officeDocument/2006/relationships/font" Target="fonts/Roboto-italic.fntdata"/><Relationship Id="rId15" Type="http://schemas.openxmlformats.org/officeDocument/2006/relationships/slide" Target="slides/slide8.xml"/><Relationship Id="rId59" Type="http://schemas.openxmlformats.org/officeDocument/2006/relationships/font" Target="fonts/Overpass-bold.fntdata"/><Relationship Id="rId14" Type="http://schemas.openxmlformats.org/officeDocument/2006/relationships/slide" Target="slides/slide7.xml"/><Relationship Id="rId58" Type="http://schemas.openxmlformats.org/officeDocument/2006/relationships/font" Target="fonts/Overpass-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I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harold.thimbleby.net/cv/files/guep.pdf" TargetMode="External"/><Relationship Id="rId3" Type="http://schemas.openxmlformats.org/officeDocument/2006/relationships/hyperlink" Target="https://alandix.com/academic/papers/hci88/"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pii/S0020737382800576"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9" name="Shape 3379"/>
        <p:cNvGrpSpPr/>
        <p:nvPr/>
      </p:nvGrpSpPr>
      <p:grpSpPr>
        <a:xfrm>
          <a:off x="0" y="0"/>
          <a:ext cx="0" cy="0"/>
          <a:chOff x="0" y="0"/>
          <a:chExt cx="0" cy="0"/>
        </a:xfrm>
      </p:grpSpPr>
      <p:sp>
        <p:nvSpPr>
          <p:cNvPr id="3380" name="Google Shape;3380;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81" name="Google Shape;338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5" name="Shape 3385"/>
        <p:cNvGrpSpPr/>
        <p:nvPr/>
      </p:nvGrpSpPr>
      <p:grpSpPr>
        <a:xfrm>
          <a:off x="0" y="0"/>
          <a:ext cx="0" cy="0"/>
          <a:chOff x="0" y="0"/>
          <a:chExt cx="0" cy="0"/>
        </a:xfrm>
      </p:grpSpPr>
      <p:sp>
        <p:nvSpPr>
          <p:cNvPr id="3386" name="Google Shape;3386;g30b88f80b8c_0_1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87" name="Google Shape;3387;g30b88f80b8c_0_1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1" name="Shape 3391"/>
        <p:cNvGrpSpPr/>
        <p:nvPr/>
      </p:nvGrpSpPr>
      <p:grpSpPr>
        <a:xfrm>
          <a:off x="0" y="0"/>
          <a:ext cx="0" cy="0"/>
          <a:chOff x="0" y="0"/>
          <a:chExt cx="0" cy="0"/>
        </a:xfrm>
      </p:grpSpPr>
      <p:sp>
        <p:nvSpPr>
          <p:cNvPr id="3392" name="Google Shape;3392;g30b6873bad0_0_11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In relation to the user’s mind as expert system… </a:t>
            </a:r>
            <a:endParaRPr/>
          </a:p>
        </p:txBody>
      </p:sp>
      <p:sp>
        <p:nvSpPr>
          <p:cNvPr id="3393" name="Google Shape;3393;g30b6873bad0_0_1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9" name="Shape 3399"/>
        <p:cNvGrpSpPr/>
        <p:nvPr/>
      </p:nvGrpSpPr>
      <p:grpSpPr>
        <a:xfrm>
          <a:off x="0" y="0"/>
          <a:ext cx="0" cy="0"/>
          <a:chOff x="0" y="0"/>
          <a:chExt cx="0" cy="0"/>
        </a:xfrm>
      </p:grpSpPr>
      <p:sp>
        <p:nvSpPr>
          <p:cNvPr id="3400" name="Google Shape;3400;g30b6873bad0_0_11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01" name="Google Shape;3401;g30b6873bad0_0_1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7" name="Shape 3407"/>
        <p:cNvGrpSpPr/>
        <p:nvPr/>
      </p:nvGrpSpPr>
      <p:grpSpPr>
        <a:xfrm>
          <a:off x="0" y="0"/>
          <a:ext cx="0" cy="0"/>
          <a:chOff x="0" y="0"/>
          <a:chExt cx="0" cy="0"/>
        </a:xfrm>
      </p:grpSpPr>
      <p:sp>
        <p:nvSpPr>
          <p:cNvPr id="3408" name="Google Shape;3408;g30b6873bad0_0_11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09" name="Google Shape;3409;g30b6873bad0_0_1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3" name="Shape 3413"/>
        <p:cNvGrpSpPr/>
        <p:nvPr/>
      </p:nvGrpSpPr>
      <p:grpSpPr>
        <a:xfrm>
          <a:off x="0" y="0"/>
          <a:ext cx="0" cy="0"/>
          <a:chOff x="0" y="0"/>
          <a:chExt cx="0" cy="0"/>
        </a:xfrm>
      </p:grpSpPr>
      <p:sp>
        <p:nvSpPr>
          <p:cNvPr id="3414" name="Google Shape;3414;g30b6873bad0_0_11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15" name="Google Shape;3415;g30b6873bad0_0_11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9" name="Shape 3419"/>
        <p:cNvGrpSpPr/>
        <p:nvPr/>
      </p:nvGrpSpPr>
      <p:grpSpPr>
        <a:xfrm>
          <a:off x="0" y="0"/>
          <a:ext cx="0" cy="0"/>
          <a:chOff x="0" y="0"/>
          <a:chExt cx="0" cy="0"/>
        </a:xfrm>
      </p:grpSpPr>
      <p:sp>
        <p:nvSpPr>
          <p:cNvPr id="3420" name="Google Shape;3420;g30b6873bad0_0_11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Naming for Chunking: Naming is a technique used in symbolic interactions to expedite chunking, which involves grouping related information or objects together. Providing names for items or concepts can make it easier for users to remember and manage them.</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LTM and Naming: Users may remember these names more easily in their Long-Term Memory, which aids in efficient retrieval and interaction.</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Example: In a file management system, if users can provide custom names for files or folders, they can quickly identify and access the items they need.</a:t>
            </a:r>
            <a:endParaRPr>
              <a:solidFill>
                <a:srgbClr val="374151"/>
              </a:solidFill>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
        <p:nvSpPr>
          <p:cNvPr id="3421" name="Google Shape;3421;g30b6873bad0_0_11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6" name="Shape 3426"/>
        <p:cNvGrpSpPr/>
        <p:nvPr/>
      </p:nvGrpSpPr>
      <p:grpSpPr>
        <a:xfrm>
          <a:off x="0" y="0"/>
          <a:ext cx="0" cy="0"/>
          <a:chOff x="0" y="0"/>
          <a:chExt cx="0" cy="0"/>
        </a:xfrm>
      </p:grpSpPr>
      <p:sp>
        <p:nvSpPr>
          <p:cNvPr id="3427" name="Google Shape;3427;g30b6873bad0_0_11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60000"/>
              </a:lnSpc>
              <a:spcBef>
                <a:spcPts val="1400"/>
              </a:spcBef>
              <a:spcAft>
                <a:spcPts val="0"/>
              </a:spcAft>
              <a:buClr>
                <a:schemeClr val="dk1"/>
              </a:buClr>
              <a:buSzPts val="1100"/>
              <a:buFont typeface="Arial"/>
              <a:buNone/>
            </a:pPr>
            <a:r>
              <a:rPr b="1" lang="it-IT" sz="1650">
                <a:latin typeface="Roboto"/>
                <a:ea typeface="Roboto"/>
                <a:cs typeface="Roboto"/>
                <a:sym typeface="Roboto"/>
              </a:rPr>
              <a:t>1. Lexical Level</a:t>
            </a:r>
            <a:endParaRPr b="1" sz="1650">
              <a:latin typeface="Roboto"/>
              <a:ea typeface="Roboto"/>
              <a:cs typeface="Roboto"/>
              <a:sym typeface="Roboto"/>
            </a:endParaRPr>
          </a:p>
          <a:p>
            <a:pPr indent="-304800" lvl="0" marL="457200" rtl="0" algn="l">
              <a:lnSpc>
                <a:spcPct val="115000"/>
              </a:lnSpc>
              <a:spcBef>
                <a:spcPts val="400"/>
              </a:spcBef>
              <a:spcAft>
                <a:spcPts val="0"/>
              </a:spcAft>
              <a:buClr>
                <a:srgbClr val="374151"/>
              </a:buClr>
              <a:buSzPts val="1200"/>
              <a:buFont typeface="Roboto"/>
              <a:buChar char="●"/>
            </a:pPr>
            <a:r>
              <a:rPr lang="it-IT">
                <a:solidFill>
                  <a:srgbClr val="374151"/>
                </a:solidFill>
                <a:latin typeface="Roboto"/>
                <a:ea typeface="Roboto"/>
                <a:cs typeface="Roboto"/>
                <a:sym typeface="Roboto"/>
              </a:rPr>
              <a:t>Lexical Form: The lexical level deals with the form of commands and the </a:t>
            </a:r>
            <a:r>
              <a:rPr lang="it-IT" u="sng">
                <a:solidFill>
                  <a:srgbClr val="374151"/>
                </a:solidFill>
                <a:latin typeface="Roboto"/>
                <a:ea typeface="Roboto"/>
                <a:cs typeface="Roboto"/>
                <a:sym typeface="Roboto"/>
              </a:rPr>
              <a:t>form of output symbols</a:t>
            </a:r>
            <a:r>
              <a:rPr lang="it-IT">
                <a:solidFill>
                  <a:srgbClr val="374151"/>
                </a:solidFill>
                <a:latin typeface="Roboto"/>
                <a:ea typeface="Roboto"/>
                <a:cs typeface="Roboto"/>
                <a:sym typeface="Roboto"/>
              </a:rPr>
              <a:t> in the user interface. This level is concerned with the</a:t>
            </a:r>
            <a:r>
              <a:rPr lang="it-IT" u="sng">
                <a:solidFill>
                  <a:srgbClr val="374151"/>
                </a:solidFill>
                <a:latin typeface="Roboto"/>
                <a:ea typeface="Roboto"/>
                <a:cs typeface="Roboto"/>
                <a:sym typeface="Roboto"/>
              </a:rPr>
              <a:t> visual representation of elements</a:t>
            </a:r>
            <a:r>
              <a:rPr lang="it-IT">
                <a:solidFill>
                  <a:srgbClr val="374151"/>
                </a:solidFill>
                <a:latin typeface="Roboto"/>
                <a:ea typeface="Roboto"/>
                <a:cs typeface="Roboto"/>
                <a:sym typeface="Roboto"/>
              </a:rPr>
              <a:t> in the interface, such as </a:t>
            </a:r>
            <a:r>
              <a:rPr lang="it-IT" u="sng">
                <a:solidFill>
                  <a:srgbClr val="374151"/>
                </a:solidFill>
                <a:latin typeface="Roboto"/>
                <a:ea typeface="Roboto"/>
                <a:cs typeface="Roboto"/>
                <a:sym typeface="Roboto"/>
              </a:rPr>
              <a:t>colors, windows, widgets, menus, icons</a:t>
            </a:r>
            <a:r>
              <a:rPr lang="it-IT">
                <a:solidFill>
                  <a:srgbClr val="374151"/>
                </a:solidFill>
                <a:latin typeface="Roboto"/>
                <a:ea typeface="Roboto"/>
                <a:cs typeface="Roboto"/>
                <a:sym typeface="Roboto"/>
              </a:rPr>
              <a:t>, and other symbols.</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User Perception: It involves how users perceive and interpret these visual symbols presented on the screen. Lexical elements are the building blocks that users see and interact with in the interface.</a:t>
            </a:r>
            <a:endParaRPr>
              <a:solidFill>
                <a:srgbClr val="374151"/>
              </a:solidFill>
              <a:latin typeface="Roboto"/>
              <a:ea typeface="Roboto"/>
              <a:cs typeface="Roboto"/>
              <a:sym typeface="Roboto"/>
            </a:endParaRPr>
          </a:p>
          <a:p>
            <a:pPr indent="0" lvl="0" marL="0" rtl="0" algn="l">
              <a:lnSpc>
                <a:spcPct val="160000"/>
              </a:lnSpc>
              <a:spcBef>
                <a:spcPts val="1500"/>
              </a:spcBef>
              <a:spcAft>
                <a:spcPts val="0"/>
              </a:spcAft>
              <a:buClr>
                <a:schemeClr val="dk1"/>
              </a:buClr>
              <a:buSzPts val="1100"/>
              <a:buFont typeface="Arial"/>
              <a:buNone/>
            </a:pPr>
            <a:r>
              <a:rPr b="1" lang="it-IT" sz="1650">
                <a:latin typeface="Roboto"/>
                <a:ea typeface="Roboto"/>
                <a:cs typeface="Roboto"/>
                <a:sym typeface="Roboto"/>
              </a:rPr>
              <a:t>2. Syntactic Level</a:t>
            </a:r>
            <a:endParaRPr b="1" sz="1650">
              <a:latin typeface="Roboto"/>
              <a:ea typeface="Roboto"/>
              <a:cs typeface="Roboto"/>
              <a:sym typeface="Roboto"/>
            </a:endParaRPr>
          </a:p>
          <a:p>
            <a:pPr indent="-304800" lvl="0" marL="457200" rtl="0" algn="l">
              <a:lnSpc>
                <a:spcPct val="115000"/>
              </a:lnSpc>
              <a:spcBef>
                <a:spcPts val="400"/>
              </a:spcBef>
              <a:spcAft>
                <a:spcPts val="0"/>
              </a:spcAft>
              <a:buClr>
                <a:srgbClr val="374151"/>
              </a:buClr>
              <a:buSzPts val="1200"/>
              <a:buFont typeface="Roboto"/>
              <a:buChar char="●"/>
            </a:pPr>
            <a:r>
              <a:rPr lang="it-IT">
                <a:solidFill>
                  <a:srgbClr val="374151"/>
                </a:solidFill>
                <a:latin typeface="Roboto"/>
                <a:ea typeface="Roboto"/>
                <a:cs typeface="Roboto"/>
                <a:sym typeface="Roboto"/>
              </a:rPr>
              <a:t>Syntactic Rules: The syntactic level focuses on the</a:t>
            </a:r>
            <a:r>
              <a:rPr lang="it-IT" u="sng">
                <a:solidFill>
                  <a:srgbClr val="374151"/>
                </a:solidFill>
                <a:latin typeface="Roboto"/>
                <a:ea typeface="Roboto"/>
                <a:cs typeface="Roboto"/>
                <a:sym typeface="Roboto"/>
              </a:rPr>
              <a:t> combination rules </a:t>
            </a:r>
            <a:r>
              <a:rPr lang="it-IT">
                <a:solidFill>
                  <a:srgbClr val="374151"/>
                </a:solidFill>
                <a:latin typeface="Roboto"/>
                <a:ea typeface="Roboto"/>
                <a:cs typeface="Roboto"/>
                <a:sym typeface="Roboto"/>
              </a:rPr>
              <a:t>for the previous commands and visual </a:t>
            </a:r>
            <a:r>
              <a:rPr lang="it-IT" u="sng">
                <a:solidFill>
                  <a:srgbClr val="374151"/>
                </a:solidFill>
                <a:latin typeface="Roboto"/>
                <a:ea typeface="Roboto"/>
                <a:cs typeface="Roboto"/>
                <a:sym typeface="Roboto"/>
              </a:rPr>
              <a:t>symbols </a:t>
            </a:r>
            <a:r>
              <a:rPr lang="it-IT">
                <a:solidFill>
                  <a:srgbClr val="374151"/>
                </a:solidFill>
                <a:latin typeface="Roboto"/>
                <a:ea typeface="Roboto"/>
                <a:cs typeface="Roboto"/>
                <a:sym typeface="Roboto"/>
              </a:rPr>
              <a:t>in the interface. </a:t>
            </a:r>
            <a:r>
              <a:rPr lang="it-IT" u="sng">
                <a:solidFill>
                  <a:srgbClr val="374151"/>
                </a:solidFill>
                <a:latin typeface="Roboto"/>
                <a:ea typeface="Roboto"/>
                <a:cs typeface="Roboto"/>
                <a:sym typeface="Roboto"/>
              </a:rPr>
              <a:t>It deals with how these elements can be structured and combined.</a:t>
            </a:r>
            <a:endParaRPr u="sng">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Layout and Structure: At this level, designers establish rules for generating and arranging visual symbols, including how to displace windows, position them on the screen, manage screen real estate, apply transformations (e.g., rotation or enlargement), and define the overall layout and structure of the interface.</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Structural Consistency: Ensuring consistency in the layout and structure of the interface is essential at the syntactic level to make it predictable and user-friendly.</a:t>
            </a:r>
            <a:endParaRPr>
              <a:solidFill>
                <a:srgbClr val="374151"/>
              </a:solidFill>
              <a:latin typeface="Roboto"/>
              <a:ea typeface="Roboto"/>
              <a:cs typeface="Roboto"/>
              <a:sym typeface="Roboto"/>
            </a:endParaRPr>
          </a:p>
          <a:p>
            <a:pPr indent="0" lvl="0" marL="0" rtl="0" algn="l">
              <a:lnSpc>
                <a:spcPct val="160000"/>
              </a:lnSpc>
              <a:spcBef>
                <a:spcPts val="1500"/>
              </a:spcBef>
              <a:spcAft>
                <a:spcPts val="0"/>
              </a:spcAft>
              <a:buClr>
                <a:schemeClr val="dk1"/>
              </a:buClr>
              <a:buSzPts val="1100"/>
              <a:buFont typeface="Arial"/>
              <a:buNone/>
            </a:pPr>
            <a:r>
              <a:rPr b="1" lang="it-IT" sz="1650">
                <a:latin typeface="Roboto"/>
                <a:ea typeface="Roboto"/>
                <a:cs typeface="Roboto"/>
                <a:sym typeface="Roboto"/>
              </a:rPr>
              <a:t>3. Semantic Level</a:t>
            </a:r>
            <a:endParaRPr b="1" sz="1650">
              <a:latin typeface="Roboto"/>
              <a:ea typeface="Roboto"/>
              <a:cs typeface="Roboto"/>
              <a:sym typeface="Roboto"/>
            </a:endParaRPr>
          </a:p>
          <a:p>
            <a:pPr indent="-304800" lvl="0" marL="457200" rtl="0" algn="l">
              <a:lnSpc>
                <a:spcPct val="115000"/>
              </a:lnSpc>
              <a:spcBef>
                <a:spcPts val="400"/>
              </a:spcBef>
              <a:spcAft>
                <a:spcPts val="0"/>
              </a:spcAft>
              <a:buClr>
                <a:srgbClr val="374151"/>
              </a:buClr>
              <a:buSzPts val="1200"/>
              <a:buFont typeface="Roboto"/>
              <a:buChar char="●"/>
            </a:pPr>
            <a:r>
              <a:rPr lang="it-IT">
                <a:solidFill>
                  <a:srgbClr val="374151"/>
                </a:solidFill>
                <a:latin typeface="Roboto"/>
                <a:ea typeface="Roboto"/>
                <a:cs typeface="Roboto"/>
                <a:sym typeface="Roboto"/>
              </a:rPr>
              <a:t>Semantic Meaning: The semantic level pertains to the</a:t>
            </a:r>
            <a:r>
              <a:rPr lang="it-IT" u="sng">
                <a:solidFill>
                  <a:srgbClr val="374151"/>
                </a:solidFill>
                <a:latin typeface="Roboto"/>
                <a:ea typeface="Roboto"/>
                <a:cs typeface="Roboto"/>
                <a:sym typeface="Roboto"/>
              </a:rPr>
              <a:t> meaning and interpretation of the combinations of visual symbols</a:t>
            </a:r>
            <a:r>
              <a:rPr lang="it-IT">
                <a:solidFill>
                  <a:srgbClr val="374151"/>
                </a:solidFill>
                <a:latin typeface="Roboto"/>
                <a:ea typeface="Roboto"/>
                <a:cs typeface="Roboto"/>
                <a:sym typeface="Roboto"/>
              </a:rPr>
              <a:t> and user commands in the interface.</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Task-Dependent: Unlike the lexical and syntactic levels, which can be defined with rules and standards, </a:t>
            </a:r>
            <a:r>
              <a:rPr lang="it-IT" u="sng">
                <a:solidFill>
                  <a:srgbClr val="374151"/>
                </a:solidFill>
                <a:latin typeface="Roboto"/>
                <a:ea typeface="Roboto"/>
                <a:cs typeface="Roboto"/>
                <a:sym typeface="Roboto"/>
              </a:rPr>
              <a:t>the semantic level is highly task-dependent</a:t>
            </a:r>
            <a:r>
              <a:rPr lang="it-IT">
                <a:solidFill>
                  <a:srgbClr val="374151"/>
                </a:solidFill>
                <a:latin typeface="Roboto"/>
                <a:ea typeface="Roboto"/>
                <a:cs typeface="Roboto"/>
                <a:sym typeface="Roboto"/>
              </a:rPr>
              <a:t>. It is specific to the tasks that users need to execute within the interface.</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Task Understanding: Users must understand the semantics of the visual symbols and commands to effectively interact with the system, and this understanding depends on the context and purpose of their actions.</a:t>
            </a:r>
            <a:endParaRPr/>
          </a:p>
        </p:txBody>
      </p:sp>
      <p:sp>
        <p:nvSpPr>
          <p:cNvPr id="3428" name="Google Shape;3428;g30b6873bad0_0_1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2" name="Shape 3432"/>
        <p:cNvGrpSpPr/>
        <p:nvPr/>
      </p:nvGrpSpPr>
      <p:grpSpPr>
        <a:xfrm>
          <a:off x="0" y="0"/>
          <a:ext cx="0" cy="0"/>
          <a:chOff x="0" y="0"/>
          <a:chExt cx="0" cy="0"/>
        </a:xfrm>
      </p:grpSpPr>
      <p:sp>
        <p:nvSpPr>
          <p:cNvPr id="3433" name="Google Shape;3433;g30b6873bad0_0_11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34" name="Google Shape;3434;g30b6873bad0_0_11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8" name="Shape 3438"/>
        <p:cNvGrpSpPr/>
        <p:nvPr/>
      </p:nvGrpSpPr>
      <p:grpSpPr>
        <a:xfrm>
          <a:off x="0" y="0"/>
          <a:ext cx="0" cy="0"/>
          <a:chOff x="0" y="0"/>
          <a:chExt cx="0" cy="0"/>
        </a:xfrm>
      </p:grpSpPr>
      <p:sp>
        <p:nvSpPr>
          <p:cNvPr id="3439" name="Google Shape;3439;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40" name="Google Shape;344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4" name="Shape 3444"/>
        <p:cNvGrpSpPr/>
        <p:nvPr/>
      </p:nvGrpSpPr>
      <p:grpSpPr>
        <a:xfrm>
          <a:off x="0" y="0"/>
          <a:ext cx="0" cy="0"/>
          <a:chOff x="0" y="0"/>
          <a:chExt cx="0" cy="0"/>
        </a:xfrm>
      </p:grpSpPr>
      <p:sp>
        <p:nvSpPr>
          <p:cNvPr id="3445" name="Google Shape;344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Attitudinal guidelines refer to a set of design principles and recommendations that focus on shaping the mindset, attitude, and approach of designers and developers when creating user interfaces. These guidelines are less prescriptive in terms of specific design elements and more oriented toward fostering a user-centered and empathetic design perspective.</a:t>
            </a:r>
            <a:endParaRPr/>
          </a:p>
        </p:txBody>
      </p:sp>
      <p:sp>
        <p:nvSpPr>
          <p:cNvPr id="3446" name="Google Shape;344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0" name="Shape 3450"/>
        <p:cNvGrpSpPr/>
        <p:nvPr/>
      </p:nvGrpSpPr>
      <p:grpSpPr>
        <a:xfrm>
          <a:off x="0" y="0"/>
          <a:ext cx="0" cy="0"/>
          <a:chOff x="0" y="0"/>
          <a:chExt cx="0" cy="0"/>
        </a:xfrm>
      </p:grpSpPr>
      <p:sp>
        <p:nvSpPr>
          <p:cNvPr id="3451" name="Google Shape;345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A good example could be the changes that Microsoft made to the windows’ controls: minimize, full screen, exit. They are usually distant from where the cursor is when moving around the screen. So in the latest versions of Windows, they became bigger.</a:t>
            </a:r>
            <a:endParaRPr/>
          </a:p>
        </p:txBody>
      </p:sp>
      <p:sp>
        <p:nvSpPr>
          <p:cNvPr id="3452" name="Google Shape;345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6" name="Shape 3466"/>
        <p:cNvGrpSpPr/>
        <p:nvPr/>
      </p:nvGrpSpPr>
      <p:grpSpPr>
        <a:xfrm>
          <a:off x="0" y="0"/>
          <a:ext cx="0" cy="0"/>
          <a:chOff x="0" y="0"/>
          <a:chExt cx="0" cy="0"/>
        </a:xfrm>
      </p:grpSpPr>
      <p:sp>
        <p:nvSpPr>
          <p:cNvPr id="3467" name="Google Shape;346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68" name="Google Shape;346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2" name="Shape 3472"/>
        <p:cNvGrpSpPr/>
        <p:nvPr/>
      </p:nvGrpSpPr>
      <p:grpSpPr>
        <a:xfrm>
          <a:off x="0" y="0"/>
          <a:ext cx="0" cy="0"/>
          <a:chOff x="0" y="0"/>
          <a:chExt cx="0" cy="0"/>
        </a:xfrm>
      </p:grpSpPr>
      <p:sp>
        <p:nvSpPr>
          <p:cNvPr id="3473" name="Google Shape;347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solidFill>
                  <a:srgbClr val="374151"/>
                </a:solidFill>
                <a:latin typeface="Roboto"/>
                <a:ea typeface="Roboto"/>
                <a:cs typeface="Roboto"/>
                <a:sym typeface="Roboto"/>
              </a:rPr>
              <a:t>The paradox poses the question: If you have a heap of sand and you gradually remove one grain of sand at a time, when does the heap cease to be a heap? In other words, it challenges our understanding of concepts that lack clear, precise boundaries.</a:t>
            </a:r>
            <a:endParaRPr/>
          </a:p>
        </p:txBody>
      </p:sp>
      <p:sp>
        <p:nvSpPr>
          <p:cNvPr id="3474" name="Google Shape;347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8" name="Shape 3478"/>
        <p:cNvGrpSpPr/>
        <p:nvPr/>
      </p:nvGrpSpPr>
      <p:grpSpPr>
        <a:xfrm>
          <a:off x="0" y="0"/>
          <a:ext cx="0" cy="0"/>
          <a:chOff x="0" y="0"/>
          <a:chExt cx="0" cy="0"/>
        </a:xfrm>
      </p:grpSpPr>
      <p:sp>
        <p:nvSpPr>
          <p:cNvPr id="3479" name="Google Shape;347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Clr>
                <a:schemeClr val="dk1"/>
              </a:buClr>
              <a:buSzPts val="1100"/>
              <a:buFont typeface="Arial"/>
              <a:buNone/>
            </a:pPr>
            <a:r>
              <a:rPr lang="it-IT"/>
              <a:t>The "Principle of Least Astonishment" (“minor stupore”) is a design principle that suggests that when designing user interfaces or systems, you should minimize the extent to which users are surprised or astonished by the behavior of the system.</a:t>
            </a:r>
            <a:endParaRPr/>
          </a:p>
          <a:p>
            <a:pPr indent="0" lvl="0" marL="0" rtl="0" algn="l">
              <a:lnSpc>
                <a:spcPct val="100000"/>
              </a:lnSpc>
              <a:spcBef>
                <a:spcPts val="360"/>
              </a:spcBef>
              <a:spcAft>
                <a:spcPts val="0"/>
              </a:spcAft>
              <a:buSzPts val="1400"/>
              <a:buNone/>
            </a:pPr>
            <a:r>
              <a:t/>
            </a:r>
            <a:endParaRPr/>
          </a:p>
        </p:txBody>
      </p:sp>
      <p:sp>
        <p:nvSpPr>
          <p:cNvPr id="3480" name="Google Shape;348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4" name="Shape 3484"/>
        <p:cNvGrpSpPr/>
        <p:nvPr/>
      </p:nvGrpSpPr>
      <p:grpSpPr>
        <a:xfrm>
          <a:off x="0" y="0"/>
          <a:ext cx="0" cy="0"/>
          <a:chOff x="0" y="0"/>
          <a:chExt cx="0" cy="0"/>
        </a:xfrm>
      </p:grpSpPr>
      <p:sp>
        <p:nvSpPr>
          <p:cNvPr id="3485" name="Google Shape;348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86" name="Google Shape;348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1" name="Shape 3491"/>
        <p:cNvGrpSpPr/>
        <p:nvPr/>
      </p:nvGrpSpPr>
      <p:grpSpPr>
        <a:xfrm>
          <a:off x="0" y="0"/>
          <a:ext cx="0" cy="0"/>
          <a:chOff x="0" y="0"/>
          <a:chExt cx="0" cy="0"/>
        </a:xfrm>
      </p:grpSpPr>
      <p:sp>
        <p:nvSpPr>
          <p:cNvPr id="3492" name="Google Shape;3492;g30b88f80b8c_0_22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3" name="Google Shape;3493;g30b88f80b8c_0_22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it-IT" u="sng">
                <a:solidFill>
                  <a:schemeClr val="hlink"/>
                </a:solidFill>
                <a:hlinkClick r:id="rId2"/>
              </a:rPr>
              <a:t>https://harold.thimbleby.net/cv/files/guep.pdf</a:t>
            </a:r>
            <a:r>
              <a:rPr lang="it-IT"/>
              <a:t>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it-IT" u="sng">
                <a:solidFill>
                  <a:schemeClr val="hlink"/>
                </a:solidFill>
                <a:hlinkClick r:id="rId3"/>
              </a:rPr>
              <a:t>https://alandix.com/academic/papers/hci88/</a:t>
            </a:r>
            <a:r>
              <a:rPr lang="it-IT"/>
              <a:t> </a:t>
            </a:r>
            <a:endParaRPr/>
          </a:p>
        </p:txBody>
      </p:sp>
      <p:sp>
        <p:nvSpPr>
          <p:cNvPr id="3494" name="Google Shape;3494;g30b88f80b8c_0_225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8" name="Shape 3498"/>
        <p:cNvGrpSpPr/>
        <p:nvPr/>
      </p:nvGrpSpPr>
      <p:grpSpPr>
        <a:xfrm>
          <a:off x="0" y="0"/>
          <a:ext cx="0" cy="0"/>
          <a:chOff x="0" y="0"/>
          <a:chExt cx="0" cy="0"/>
        </a:xfrm>
      </p:grpSpPr>
      <p:sp>
        <p:nvSpPr>
          <p:cNvPr id="3499" name="Google Shape;349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Hidden information can be valuable for decluttering the interface, providing context-sensitive options, and revealing advanced features when users require them. However, if not well-organized, it can lead to discoverability issues, where users struggle to find and utilize hidden features.</a:t>
            </a:r>
            <a:endParaRPr/>
          </a:p>
          <a:p>
            <a:pPr indent="0" lvl="0" marL="0" rtl="0" algn="l">
              <a:lnSpc>
                <a:spcPct val="100000"/>
              </a:lnSpc>
              <a:spcBef>
                <a:spcPts val="360"/>
              </a:spcBef>
              <a:spcAft>
                <a:spcPts val="0"/>
              </a:spcAft>
              <a:buSzPts val="1400"/>
              <a:buNone/>
            </a:pPr>
            <a:br>
              <a:rPr lang="it-IT"/>
            </a:br>
            <a:r>
              <a:rPr lang="it-IT"/>
              <a:t>Modes example: in a drawing application, there might be different modes for drawing, selecting objects, and applying text. Each mode alters the behavior of the interface, allowing users to perform distinct actions.</a:t>
            </a:r>
            <a:endParaRPr/>
          </a:p>
          <a:p>
            <a:pPr indent="0" lvl="0" marL="0" rtl="0" algn="l">
              <a:lnSpc>
                <a:spcPct val="100000"/>
              </a:lnSpc>
              <a:spcBef>
                <a:spcPts val="360"/>
              </a:spcBef>
              <a:spcAft>
                <a:spcPts val="0"/>
              </a:spcAft>
              <a:buClr>
                <a:schemeClr val="dk1"/>
              </a:buClr>
              <a:buSzPts val="1100"/>
              <a:buFont typeface="Arial"/>
              <a:buNone/>
            </a:pPr>
            <a:r>
              <a:rPr lang="it-IT"/>
              <a:t>Modes can increase the versatility of the system, but they can also introduce confusion, especially if users inadvertently switch modes or struggle to determine the current mode</a:t>
            </a:r>
            <a:endParaRPr/>
          </a:p>
          <a:p>
            <a:pPr indent="0" lvl="0" marL="0" rtl="0" algn="l">
              <a:lnSpc>
                <a:spcPct val="100000"/>
              </a:lnSpc>
              <a:spcBef>
                <a:spcPts val="360"/>
              </a:spcBef>
              <a:spcAft>
                <a:spcPts val="0"/>
              </a:spcAft>
              <a:buSzPts val="1400"/>
              <a:buNone/>
            </a:pPr>
            <a:r>
              <a:t/>
            </a:r>
            <a:endParaRPr/>
          </a:p>
        </p:txBody>
      </p:sp>
      <p:sp>
        <p:nvSpPr>
          <p:cNvPr id="3500" name="Google Shape;350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4" name="Shape 3504"/>
        <p:cNvGrpSpPr/>
        <p:nvPr/>
      </p:nvGrpSpPr>
      <p:grpSpPr>
        <a:xfrm>
          <a:off x="0" y="0"/>
          <a:ext cx="0" cy="0"/>
          <a:chOff x="0" y="0"/>
          <a:chExt cx="0" cy="0"/>
        </a:xfrm>
      </p:grpSpPr>
      <p:sp>
        <p:nvSpPr>
          <p:cNvPr id="3505" name="Google Shape;3505;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Ambiguity arises because users may inadvertently switch modes or be unsure of the current mode. Complexity increases as more modes are introduced, making the system harder to learn and master.</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it-IT"/>
              <a:t>Modes ambiguity: in a symbolic interface style word processor, “d” stands for “delete” or for the letter “d”? (Thimbleby </a:t>
            </a:r>
            <a:r>
              <a:rPr lang="it-IT" u="sng">
                <a:solidFill>
                  <a:schemeClr val="hlink"/>
                </a:solidFill>
                <a:hlinkClick r:id="rId2"/>
              </a:rPr>
              <a:t>https://www.sciencedirect.com/science/article/pii/S0020737382800576</a:t>
            </a:r>
            <a:r>
              <a:rPr lang="it-IT"/>
              <a:t>)</a:t>
            </a:r>
            <a:endParaRPr/>
          </a:p>
        </p:txBody>
      </p:sp>
      <p:sp>
        <p:nvSpPr>
          <p:cNvPr id="3506" name="Google Shape;350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0" name="Shape 3510"/>
        <p:cNvGrpSpPr/>
        <p:nvPr/>
      </p:nvGrpSpPr>
      <p:grpSpPr>
        <a:xfrm>
          <a:off x="0" y="0"/>
          <a:ext cx="0" cy="0"/>
          <a:chOff x="0" y="0"/>
          <a:chExt cx="0" cy="0"/>
        </a:xfrm>
      </p:grpSpPr>
      <p:sp>
        <p:nvSpPr>
          <p:cNvPr id="3511" name="Google Shape;3511;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12" name="Google Shape;351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6" name="Shape 3516"/>
        <p:cNvGrpSpPr/>
        <p:nvPr/>
      </p:nvGrpSpPr>
      <p:grpSpPr>
        <a:xfrm>
          <a:off x="0" y="0"/>
          <a:ext cx="0" cy="0"/>
          <a:chOff x="0" y="0"/>
          <a:chExt cx="0" cy="0"/>
        </a:xfrm>
      </p:grpSpPr>
      <p:sp>
        <p:nvSpPr>
          <p:cNvPr id="3517" name="Google Shape;3517;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videogames example: simulators, where to account for the scarcity of mapping between “real” and “virtual” control, the interface presents many modes -&gt; simulators have indeed a steep learning curve.</a:t>
            </a:r>
            <a:endParaRPr/>
          </a:p>
        </p:txBody>
      </p:sp>
      <p:sp>
        <p:nvSpPr>
          <p:cNvPr id="3518" name="Google Shape;351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4" name="Shape 3524"/>
        <p:cNvGrpSpPr/>
        <p:nvPr/>
      </p:nvGrpSpPr>
      <p:grpSpPr>
        <a:xfrm>
          <a:off x="0" y="0"/>
          <a:ext cx="0" cy="0"/>
          <a:chOff x="0" y="0"/>
          <a:chExt cx="0" cy="0"/>
        </a:xfrm>
      </p:grpSpPr>
      <p:sp>
        <p:nvSpPr>
          <p:cNvPr id="3525" name="Google Shape;3525;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time-based mode: ctrl+v (you have to press them both at the same time); shif+A to write capital ‘A’ is slow transmission because you have to press shift first, it will pass some time and then you will press A.</a:t>
            </a:r>
            <a:endParaRPr/>
          </a:p>
          <a:p>
            <a:pPr indent="0" lvl="0" marL="0" rtl="0" algn="l">
              <a:lnSpc>
                <a:spcPct val="100000"/>
              </a:lnSpc>
              <a:spcBef>
                <a:spcPts val="360"/>
              </a:spcBef>
              <a:spcAft>
                <a:spcPts val="0"/>
              </a:spcAft>
              <a:buSzPts val="1400"/>
              <a:buNone/>
            </a:pPr>
            <a:r>
              <a:rPr lang="it-IT"/>
              <a:t>space-based mode: if the mouse is moved away from the canvas you move from a brush tool mode to a pointer mode, it is fast transmission because when you enter the canvas it will abruptly change the mode (the same goes for mode-bindend icons like ‘pencil mode’ or ‘pointer mode’) </a:t>
            </a:r>
            <a:endParaRPr/>
          </a:p>
        </p:txBody>
      </p:sp>
      <p:sp>
        <p:nvSpPr>
          <p:cNvPr id="3526" name="Google Shape;352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0" name="Shape 3530"/>
        <p:cNvGrpSpPr/>
        <p:nvPr/>
      </p:nvGrpSpPr>
      <p:grpSpPr>
        <a:xfrm>
          <a:off x="0" y="0"/>
          <a:ext cx="0" cy="0"/>
          <a:chOff x="0" y="0"/>
          <a:chExt cx="0" cy="0"/>
        </a:xfrm>
      </p:grpSpPr>
      <p:sp>
        <p:nvSpPr>
          <p:cNvPr id="3531" name="Google Shape;3531;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For example, if the user selected a "Copy" option from the menu, clicking the left mouse button after activation will copy the item the cursor is positioned over. If "Paste" is selected, clicking will paste content where the cursor is positioned.</a:t>
            </a:r>
            <a:endParaRPr/>
          </a:p>
        </p:txBody>
      </p:sp>
      <p:sp>
        <p:nvSpPr>
          <p:cNvPr id="3532" name="Google Shape;353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6" name="Shape 3536"/>
        <p:cNvGrpSpPr/>
        <p:nvPr/>
      </p:nvGrpSpPr>
      <p:grpSpPr>
        <a:xfrm>
          <a:off x="0" y="0"/>
          <a:ext cx="0" cy="0"/>
          <a:chOff x="0" y="0"/>
          <a:chExt cx="0" cy="0"/>
        </a:xfrm>
      </p:grpSpPr>
      <p:sp>
        <p:nvSpPr>
          <p:cNvPr id="3537" name="Google Shape;3537;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38" name="Google Shape;353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2" name="Shape 3542"/>
        <p:cNvGrpSpPr/>
        <p:nvPr/>
      </p:nvGrpSpPr>
      <p:grpSpPr>
        <a:xfrm>
          <a:off x="0" y="0"/>
          <a:ext cx="0" cy="0"/>
          <a:chOff x="0" y="0"/>
          <a:chExt cx="0" cy="0"/>
        </a:xfrm>
      </p:grpSpPr>
      <p:sp>
        <p:nvSpPr>
          <p:cNvPr id="3543" name="Google Shape;3543;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44" name="Google Shape;3544;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8" name="Shape 3548"/>
        <p:cNvGrpSpPr/>
        <p:nvPr/>
      </p:nvGrpSpPr>
      <p:grpSpPr>
        <a:xfrm>
          <a:off x="0" y="0"/>
          <a:ext cx="0" cy="0"/>
          <a:chOff x="0" y="0"/>
          <a:chExt cx="0" cy="0"/>
        </a:xfrm>
      </p:grpSpPr>
      <p:sp>
        <p:nvSpPr>
          <p:cNvPr id="3549" name="Google Shape;354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50" name="Google Shape;355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2" name="Shape 3602"/>
        <p:cNvGrpSpPr/>
        <p:nvPr/>
      </p:nvGrpSpPr>
      <p:grpSpPr>
        <a:xfrm>
          <a:off x="0" y="0"/>
          <a:ext cx="0" cy="0"/>
          <a:chOff x="0" y="0"/>
          <a:chExt cx="0" cy="0"/>
        </a:xfrm>
      </p:grpSpPr>
      <p:sp>
        <p:nvSpPr>
          <p:cNvPr id="3603" name="Google Shape;3603;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04" name="Google Shape;360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9" name="Shape 3609"/>
        <p:cNvGrpSpPr/>
        <p:nvPr/>
      </p:nvGrpSpPr>
      <p:grpSpPr>
        <a:xfrm>
          <a:off x="0" y="0"/>
          <a:ext cx="0" cy="0"/>
          <a:chOff x="0" y="0"/>
          <a:chExt cx="0" cy="0"/>
        </a:xfrm>
      </p:grpSpPr>
      <p:sp>
        <p:nvSpPr>
          <p:cNvPr id="3610" name="Google Shape;3610;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11" name="Google Shape;3611;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5" name="Shape 3615"/>
        <p:cNvGrpSpPr/>
        <p:nvPr/>
      </p:nvGrpSpPr>
      <p:grpSpPr>
        <a:xfrm>
          <a:off x="0" y="0"/>
          <a:ext cx="0" cy="0"/>
          <a:chOff x="0" y="0"/>
          <a:chExt cx="0" cy="0"/>
        </a:xfrm>
      </p:grpSpPr>
      <p:sp>
        <p:nvSpPr>
          <p:cNvPr id="3616" name="Google Shape;3616;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17" name="Google Shape;3617;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1" name="Shape 3621"/>
        <p:cNvGrpSpPr/>
        <p:nvPr/>
      </p:nvGrpSpPr>
      <p:grpSpPr>
        <a:xfrm>
          <a:off x="0" y="0"/>
          <a:ext cx="0" cy="0"/>
          <a:chOff x="0" y="0"/>
          <a:chExt cx="0" cy="0"/>
        </a:xfrm>
      </p:grpSpPr>
      <p:sp>
        <p:nvSpPr>
          <p:cNvPr id="3622" name="Google Shape;3622;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solidFill>
                  <a:srgbClr val="374151"/>
                </a:solidFill>
                <a:latin typeface="Roboto"/>
                <a:ea typeface="Roboto"/>
                <a:cs typeface="Roboto"/>
                <a:sym typeface="Roboto"/>
              </a:rPr>
              <a:t>Calculators are therefore inertial modes, that default previous user inputs.</a:t>
            </a:r>
            <a:endParaRPr>
              <a:solidFill>
                <a:srgbClr val="374151"/>
              </a:solidFill>
              <a:latin typeface="Roboto"/>
              <a:ea typeface="Roboto"/>
              <a:cs typeface="Roboto"/>
              <a:sym typeface="Roboto"/>
            </a:endParaRPr>
          </a:p>
          <a:p>
            <a:pPr indent="0" lvl="0" marL="0" rtl="0" algn="l">
              <a:lnSpc>
                <a:spcPct val="100000"/>
              </a:lnSpc>
              <a:spcBef>
                <a:spcPts val="360"/>
              </a:spcBef>
              <a:spcAft>
                <a:spcPts val="0"/>
              </a:spcAft>
              <a:buSzPts val="1400"/>
              <a:buNone/>
            </a:pPr>
            <a:r>
              <a:rPr lang="it-IT">
                <a:solidFill>
                  <a:srgbClr val="374151"/>
                </a:solidFill>
                <a:latin typeface="Roboto"/>
                <a:ea typeface="Roboto"/>
                <a:cs typeface="Roboto"/>
                <a:sym typeface="Roboto"/>
              </a:rPr>
              <a:t>With passive recall the default values are showed again to the user for confirmation.</a:t>
            </a:r>
            <a:endParaRPr>
              <a:solidFill>
                <a:srgbClr val="374151"/>
              </a:solidFill>
              <a:latin typeface="Roboto"/>
              <a:ea typeface="Roboto"/>
              <a:cs typeface="Roboto"/>
              <a:sym typeface="Roboto"/>
            </a:endParaRPr>
          </a:p>
          <a:p>
            <a:pPr indent="0" lvl="0" marL="0" rtl="0" algn="l">
              <a:lnSpc>
                <a:spcPct val="100000"/>
              </a:lnSpc>
              <a:spcBef>
                <a:spcPts val="360"/>
              </a:spcBef>
              <a:spcAft>
                <a:spcPts val="0"/>
              </a:spcAft>
              <a:buSzPts val="1400"/>
              <a:buNone/>
            </a:pPr>
            <a:r>
              <a:rPr lang="it-IT">
                <a:solidFill>
                  <a:srgbClr val="374151"/>
                </a:solidFill>
                <a:latin typeface="Roboto"/>
                <a:ea typeface="Roboto"/>
                <a:cs typeface="Roboto"/>
                <a:sym typeface="Roboto"/>
              </a:rPr>
              <a:t>This can be a useful feature in various applications, particularly in scenarios where users perform repetitive tasks or need to enter similar values repeatedly. </a:t>
            </a:r>
            <a:endParaRPr>
              <a:solidFill>
                <a:srgbClr val="374151"/>
              </a:solidFill>
              <a:latin typeface="Roboto"/>
              <a:ea typeface="Roboto"/>
              <a:cs typeface="Roboto"/>
              <a:sym typeface="Roboto"/>
            </a:endParaRPr>
          </a:p>
          <a:p>
            <a:pPr indent="0" lvl="0" marL="0" rtl="0" algn="l">
              <a:lnSpc>
                <a:spcPct val="100000"/>
              </a:lnSpc>
              <a:spcBef>
                <a:spcPts val="360"/>
              </a:spcBef>
              <a:spcAft>
                <a:spcPts val="0"/>
              </a:spcAft>
              <a:buSzPts val="1400"/>
              <a:buNone/>
            </a:pPr>
            <a:r>
              <a:rPr lang="it-IT">
                <a:solidFill>
                  <a:srgbClr val="374151"/>
                </a:solidFill>
                <a:latin typeface="Roboto"/>
                <a:ea typeface="Roboto"/>
                <a:cs typeface="Roboto"/>
                <a:sym typeface="Roboto"/>
              </a:rPr>
              <a:t>Ex: 2 -&gt; + -&gt; 2 -&gt; =  … 2+2?</a:t>
            </a:r>
            <a:endParaRPr>
              <a:solidFill>
                <a:srgbClr val="374151"/>
              </a:solidFill>
              <a:latin typeface="Roboto"/>
              <a:ea typeface="Roboto"/>
              <a:cs typeface="Roboto"/>
              <a:sym typeface="Roboto"/>
            </a:endParaRPr>
          </a:p>
        </p:txBody>
      </p:sp>
      <p:sp>
        <p:nvSpPr>
          <p:cNvPr id="3623" name="Google Shape;3623;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7" name="Shape 3627"/>
        <p:cNvGrpSpPr/>
        <p:nvPr/>
      </p:nvGrpSpPr>
      <p:grpSpPr>
        <a:xfrm>
          <a:off x="0" y="0"/>
          <a:ext cx="0" cy="0"/>
          <a:chOff x="0" y="0"/>
          <a:chExt cx="0" cy="0"/>
        </a:xfrm>
      </p:grpSpPr>
      <p:sp>
        <p:nvSpPr>
          <p:cNvPr id="3628" name="Google Shape;362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29" name="Google Shape;3629;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3" name="Shape 3633"/>
        <p:cNvGrpSpPr/>
        <p:nvPr/>
      </p:nvGrpSpPr>
      <p:grpSpPr>
        <a:xfrm>
          <a:off x="0" y="0"/>
          <a:ext cx="0" cy="0"/>
          <a:chOff x="0" y="0"/>
          <a:chExt cx="0" cy="0"/>
        </a:xfrm>
      </p:grpSpPr>
      <p:sp>
        <p:nvSpPr>
          <p:cNvPr id="3634" name="Google Shape;3634;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mode-independent command example: alt+tab</a:t>
            </a:r>
            <a:endParaRPr/>
          </a:p>
        </p:txBody>
      </p:sp>
      <p:sp>
        <p:nvSpPr>
          <p:cNvPr id="3635" name="Google Shape;3635;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9" name="Shape 3639"/>
        <p:cNvGrpSpPr/>
        <p:nvPr/>
      </p:nvGrpSpPr>
      <p:grpSpPr>
        <a:xfrm>
          <a:off x="0" y="0"/>
          <a:ext cx="0" cy="0"/>
          <a:chOff x="0" y="0"/>
          <a:chExt cx="0" cy="0"/>
        </a:xfrm>
      </p:grpSpPr>
      <p:sp>
        <p:nvSpPr>
          <p:cNvPr id="3640" name="Google Shape;3640;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solidFill>
                  <a:srgbClr val="374151"/>
                </a:solidFill>
                <a:latin typeface="Roboto"/>
                <a:ea typeface="Roboto"/>
                <a:cs typeface="Roboto"/>
                <a:sym typeface="Roboto"/>
              </a:rPr>
              <a:t>Pre-emptive modes refer to situations in which the system can change its mode without the explicit consent or command of the user.</a:t>
            </a:r>
            <a:endParaRPr>
              <a:solidFill>
                <a:srgbClr val="374151"/>
              </a:solidFill>
              <a:latin typeface="Roboto"/>
              <a:ea typeface="Roboto"/>
              <a:cs typeface="Roboto"/>
              <a:sym typeface="Roboto"/>
            </a:endParaRPr>
          </a:p>
          <a:p>
            <a:pPr indent="0" lvl="0" marL="0" rtl="0" algn="l">
              <a:lnSpc>
                <a:spcPct val="100000"/>
              </a:lnSpc>
              <a:spcBef>
                <a:spcPts val="360"/>
              </a:spcBef>
              <a:spcAft>
                <a:spcPts val="0"/>
              </a:spcAft>
              <a:buSzPts val="1400"/>
              <a:buNone/>
            </a:pPr>
            <a:r>
              <a:rPr lang="it-IT">
                <a:solidFill>
                  <a:srgbClr val="374151"/>
                </a:solidFill>
                <a:latin typeface="Roboto"/>
                <a:ea typeface="Roboto"/>
                <a:cs typeface="Roboto"/>
                <a:sym typeface="Roboto"/>
              </a:rPr>
              <a:t>To outlaw pre-emptive modes, a generative user-engineering principle (GUEP) could be defined as "you may do anything anywhere."</a:t>
            </a:r>
            <a:endParaRPr>
              <a:solidFill>
                <a:srgbClr val="374151"/>
              </a:solidFill>
              <a:latin typeface="Roboto"/>
              <a:ea typeface="Roboto"/>
              <a:cs typeface="Roboto"/>
              <a:sym typeface="Roboto"/>
            </a:endParaRPr>
          </a:p>
          <a:p>
            <a:pPr indent="0" lvl="0" marL="0" rtl="0" algn="l">
              <a:lnSpc>
                <a:spcPct val="100000"/>
              </a:lnSpc>
              <a:spcBef>
                <a:spcPts val="360"/>
              </a:spcBef>
              <a:spcAft>
                <a:spcPts val="0"/>
              </a:spcAft>
              <a:buClr>
                <a:schemeClr val="dk1"/>
              </a:buClr>
              <a:buSzPts val="1100"/>
              <a:buFont typeface="Arial"/>
              <a:buNone/>
            </a:pPr>
            <a:r>
              <a:rPr lang="it-IT">
                <a:solidFill>
                  <a:srgbClr val="374151"/>
                </a:solidFill>
                <a:latin typeface="Roboto"/>
                <a:ea typeface="Roboto"/>
                <a:cs typeface="Roboto"/>
                <a:sym typeface="Roboto"/>
              </a:rPr>
              <a:t>This principle suggests that the user should have the freedom to perform any action or command in any context without the system changing modes automatically.</a:t>
            </a:r>
            <a:endParaRPr>
              <a:solidFill>
                <a:srgbClr val="374151"/>
              </a:solidFill>
              <a:latin typeface="Roboto"/>
              <a:ea typeface="Roboto"/>
              <a:cs typeface="Roboto"/>
              <a:sym typeface="Roboto"/>
            </a:endParaRPr>
          </a:p>
          <a:p>
            <a:pPr indent="0" lvl="0" marL="0" rtl="0" algn="l">
              <a:lnSpc>
                <a:spcPct val="100000"/>
              </a:lnSpc>
              <a:spcBef>
                <a:spcPts val="360"/>
              </a:spcBef>
              <a:spcAft>
                <a:spcPts val="0"/>
              </a:spcAft>
              <a:buSzPts val="1400"/>
              <a:buNone/>
            </a:pPr>
            <a:r>
              <a:rPr lang="it-IT">
                <a:solidFill>
                  <a:srgbClr val="374151"/>
                </a:solidFill>
                <a:latin typeface="Roboto"/>
                <a:ea typeface="Roboto"/>
                <a:cs typeface="Roboto"/>
                <a:sym typeface="Roboto"/>
              </a:rPr>
              <a:t>This means that the system should not switch modes or alter its behavior without the user's explicit input or command. The user retains control over the system's behavior at all times.</a:t>
            </a:r>
            <a:endParaRPr>
              <a:solidFill>
                <a:srgbClr val="374151"/>
              </a:solidFill>
              <a:latin typeface="Roboto"/>
              <a:ea typeface="Roboto"/>
              <a:cs typeface="Roboto"/>
              <a:sym typeface="Roboto"/>
            </a:endParaRPr>
          </a:p>
          <a:p>
            <a:pPr indent="0" lvl="0" marL="0" rtl="0" algn="l">
              <a:lnSpc>
                <a:spcPct val="100000"/>
              </a:lnSpc>
              <a:spcBef>
                <a:spcPts val="360"/>
              </a:spcBef>
              <a:spcAft>
                <a:spcPts val="0"/>
              </a:spcAft>
              <a:buSzPts val="1400"/>
              <a:buNone/>
            </a:pPr>
            <a:r>
              <a:t/>
            </a:r>
            <a:endParaRPr>
              <a:solidFill>
                <a:srgbClr val="374151"/>
              </a:solidFill>
              <a:latin typeface="Roboto"/>
              <a:ea typeface="Roboto"/>
              <a:cs typeface="Roboto"/>
              <a:sym typeface="Roboto"/>
            </a:endParaRPr>
          </a:p>
          <a:p>
            <a:pPr indent="0" lvl="0" marL="0" rtl="0" algn="l">
              <a:lnSpc>
                <a:spcPct val="100000"/>
              </a:lnSpc>
              <a:spcBef>
                <a:spcPts val="360"/>
              </a:spcBef>
              <a:spcAft>
                <a:spcPts val="0"/>
              </a:spcAft>
              <a:buSzPts val="1400"/>
              <a:buNone/>
            </a:pPr>
            <a:r>
              <a:rPr lang="it-IT">
                <a:solidFill>
                  <a:srgbClr val="374151"/>
                </a:solidFill>
                <a:latin typeface="Roboto"/>
                <a:ea typeface="Roboto"/>
                <a:cs typeface="Roboto"/>
                <a:sym typeface="Roboto"/>
              </a:rPr>
              <a:t>In systems with multiple windows or interfaces, each window may represent a specific mode or context. When the user interacts with elements within a particular window, it implies that they are operating in that mode.</a:t>
            </a:r>
            <a:endParaRPr>
              <a:solidFill>
                <a:srgbClr val="374151"/>
              </a:solidFill>
              <a:latin typeface="Roboto"/>
              <a:ea typeface="Roboto"/>
              <a:cs typeface="Roboto"/>
              <a:sym typeface="Roboto"/>
            </a:endParaRPr>
          </a:p>
          <a:p>
            <a:pPr indent="0" lvl="0" marL="0" rtl="0" algn="l">
              <a:lnSpc>
                <a:spcPct val="100000"/>
              </a:lnSpc>
              <a:spcBef>
                <a:spcPts val="360"/>
              </a:spcBef>
              <a:spcAft>
                <a:spcPts val="0"/>
              </a:spcAft>
              <a:buSzPts val="1400"/>
              <a:buNone/>
            </a:pPr>
            <a:r>
              <a:rPr lang="it-IT">
                <a:solidFill>
                  <a:srgbClr val="374151"/>
                </a:solidFill>
                <a:latin typeface="Roboto"/>
                <a:ea typeface="Roboto"/>
                <a:cs typeface="Roboto"/>
                <a:sym typeface="Roboto"/>
              </a:rPr>
              <a:t>To change the mode, the user can interact with elements or controls within a different window. This spatial separation allows the user to transition between modes within specific regions of the screen.</a:t>
            </a:r>
            <a:endParaRPr>
              <a:solidFill>
                <a:srgbClr val="374151"/>
              </a:solidFill>
              <a:latin typeface="Roboto"/>
              <a:ea typeface="Roboto"/>
              <a:cs typeface="Roboto"/>
              <a:sym typeface="Roboto"/>
            </a:endParaRPr>
          </a:p>
          <a:p>
            <a:pPr indent="0" lvl="0" marL="0" rtl="0" algn="l">
              <a:lnSpc>
                <a:spcPct val="100000"/>
              </a:lnSpc>
              <a:spcBef>
                <a:spcPts val="360"/>
              </a:spcBef>
              <a:spcAft>
                <a:spcPts val="0"/>
              </a:spcAft>
              <a:buClr>
                <a:schemeClr val="dk1"/>
              </a:buClr>
              <a:buSzPts val="1100"/>
              <a:buFont typeface="Arial"/>
              <a:buNone/>
            </a:pPr>
            <a:r>
              <a:t/>
            </a:r>
            <a:endParaRPr>
              <a:solidFill>
                <a:srgbClr val="374151"/>
              </a:solidFill>
              <a:latin typeface="Roboto"/>
              <a:ea typeface="Roboto"/>
              <a:cs typeface="Roboto"/>
              <a:sym typeface="Roboto"/>
            </a:endParaRPr>
          </a:p>
          <a:p>
            <a:pPr indent="0" lvl="0" marL="0" rtl="0" algn="l">
              <a:lnSpc>
                <a:spcPct val="100000"/>
              </a:lnSpc>
              <a:spcBef>
                <a:spcPts val="360"/>
              </a:spcBef>
              <a:spcAft>
                <a:spcPts val="0"/>
              </a:spcAft>
              <a:buSzPts val="1400"/>
              <a:buNone/>
            </a:pPr>
            <a:r>
              <a:t/>
            </a:r>
            <a:endParaRPr>
              <a:solidFill>
                <a:srgbClr val="374151"/>
              </a:solidFill>
              <a:latin typeface="Roboto"/>
              <a:ea typeface="Roboto"/>
              <a:cs typeface="Roboto"/>
              <a:sym typeface="Roboto"/>
            </a:endParaRPr>
          </a:p>
        </p:txBody>
      </p:sp>
      <p:sp>
        <p:nvSpPr>
          <p:cNvPr id="3641" name="Google Shape;3641;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5" name="Shape 3645"/>
        <p:cNvGrpSpPr/>
        <p:nvPr/>
      </p:nvGrpSpPr>
      <p:grpSpPr>
        <a:xfrm>
          <a:off x="0" y="0"/>
          <a:ext cx="0" cy="0"/>
          <a:chOff x="0" y="0"/>
          <a:chExt cx="0" cy="0"/>
        </a:xfrm>
      </p:grpSpPr>
      <p:sp>
        <p:nvSpPr>
          <p:cNvPr id="3646" name="Google Shape;3646;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47" name="Google Shape;3647;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2" name="Shape 3652"/>
        <p:cNvGrpSpPr/>
        <p:nvPr/>
      </p:nvGrpSpPr>
      <p:grpSpPr>
        <a:xfrm>
          <a:off x="0" y="0"/>
          <a:ext cx="0" cy="0"/>
          <a:chOff x="0" y="0"/>
          <a:chExt cx="0" cy="0"/>
        </a:xfrm>
      </p:grpSpPr>
      <p:sp>
        <p:nvSpPr>
          <p:cNvPr id="3653" name="Google Shape;3653;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Ex: online unit of measure converters</a:t>
            </a:r>
            <a:endParaRPr/>
          </a:p>
        </p:txBody>
      </p:sp>
      <p:sp>
        <p:nvSpPr>
          <p:cNvPr id="3654" name="Google Shape;365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9" name="Shape 3659"/>
        <p:cNvGrpSpPr/>
        <p:nvPr/>
      </p:nvGrpSpPr>
      <p:grpSpPr>
        <a:xfrm>
          <a:off x="0" y="0"/>
          <a:ext cx="0" cy="0"/>
          <a:chOff x="0" y="0"/>
          <a:chExt cx="0" cy="0"/>
        </a:xfrm>
      </p:grpSpPr>
      <p:sp>
        <p:nvSpPr>
          <p:cNvPr id="3660" name="Google Shape;3660;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LateX vs Word</a:t>
            </a:r>
            <a:endParaRPr/>
          </a:p>
        </p:txBody>
      </p:sp>
      <p:sp>
        <p:nvSpPr>
          <p:cNvPr id="3661" name="Google Shape;366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5" name="Shape 3665"/>
        <p:cNvGrpSpPr/>
        <p:nvPr/>
      </p:nvGrpSpPr>
      <p:grpSpPr>
        <a:xfrm>
          <a:off x="0" y="0"/>
          <a:ext cx="0" cy="0"/>
          <a:chOff x="0" y="0"/>
          <a:chExt cx="0" cy="0"/>
        </a:xfrm>
      </p:grpSpPr>
      <p:sp>
        <p:nvSpPr>
          <p:cNvPr id="3666" name="Google Shape;3666;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67" name="Google Shape;366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1" name="Shape 3671"/>
        <p:cNvGrpSpPr/>
        <p:nvPr/>
      </p:nvGrpSpPr>
      <p:grpSpPr>
        <a:xfrm>
          <a:off x="0" y="0"/>
          <a:ext cx="0" cy="0"/>
          <a:chOff x="0" y="0"/>
          <a:chExt cx="0" cy="0"/>
        </a:xfrm>
      </p:grpSpPr>
      <p:sp>
        <p:nvSpPr>
          <p:cNvPr id="3672" name="Google Shape;3672;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73" name="Google Shape;3673;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7" name="Shape 3677"/>
        <p:cNvGrpSpPr/>
        <p:nvPr/>
      </p:nvGrpSpPr>
      <p:grpSpPr>
        <a:xfrm>
          <a:off x="0" y="0"/>
          <a:ext cx="0" cy="0"/>
          <a:chOff x="0" y="0"/>
          <a:chExt cx="0" cy="0"/>
        </a:xfrm>
      </p:grpSpPr>
      <p:sp>
        <p:nvSpPr>
          <p:cNvPr id="3678" name="Google Shape;3678;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79" name="Google Shape;3679;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3" name="Shape 3683"/>
        <p:cNvGrpSpPr/>
        <p:nvPr/>
      </p:nvGrpSpPr>
      <p:grpSpPr>
        <a:xfrm>
          <a:off x="0" y="0"/>
          <a:ext cx="0" cy="0"/>
          <a:chOff x="0" y="0"/>
          <a:chExt cx="0" cy="0"/>
        </a:xfrm>
      </p:grpSpPr>
      <p:sp>
        <p:nvSpPr>
          <p:cNvPr id="3684" name="Google Shape;3684;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Clr>
                <a:schemeClr val="dk1"/>
              </a:buClr>
              <a:buSzPts val="1100"/>
              <a:buFont typeface="Arial"/>
              <a:buNone/>
            </a:pPr>
            <a:r>
              <a:rPr lang="it-IT"/>
              <a:t>I[c]∈Σ→S</a:t>
            </a:r>
            <a:endParaRPr/>
          </a:p>
          <a:p>
            <a:pPr indent="0" lvl="0" marL="0" rtl="0" algn="l">
              <a:lnSpc>
                <a:spcPct val="100000"/>
              </a:lnSpc>
              <a:spcBef>
                <a:spcPts val="360"/>
              </a:spcBef>
              <a:spcAft>
                <a:spcPts val="0"/>
              </a:spcAft>
              <a:buClr>
                <a:schemeClr val="dk1"/>
              </a:buClr>
              <a:buSzPts val="1100"/>
              <a:buFont typeface="Arial"/>
              <a:buNone/>
            </a:pPr>
            <a:r>
              <a:rPr lang="it-IT"/>
              <a:t>Where:</a:t>
            </a:r>
            <a:endParaRPr/>
          </a:p>
          <a:p>
            <a:pPr indent="0" lvl="0" marL="0" rtl="0" algn="l">
              <a:lnSpc>
                <a:spcPct val="100000"/>
              </a:lnSpc>
              <a:spcBef>
                <a:spcPts val="360"/>
              </a:spcBef>
              <a:spcAft>
                <a:spcPts val="0"/>
              </a:spcAft>
              <a:buClr>
                <a:schemeClr val="dk1"/>
              </a:buClr>
              <a:buSzPts val="1100"/>
              <a:buFont typeface="Arial"/>
              <a:buNone/>
            </a:pPr>
            <a:r>
              <a:rPr lang="it-IT"/>
              <a:t>I[c]: Represents the interpretation of the command c.</a:t>
            </a:r>
            <a:endParaRPr/>
          </a:p>
          <a:p>
            <a:pPr indent="0" lvl="0" marL="0" rtl="0" algn="l">
              <a:lnSpc>
                <a:spcPct val="100000"/>
              </a:lnSpc>
              <a:spcBef>
                <a:spcPts val="360"/>
              </a:spcBef>
              <a:spcAft>
                <a:spcPts val="0"/>
              </a:spcAft>
              <a:buClr>
                <a:schemeClr val="dk1"/>
              </a:buClr>
              <a:buSzPts val="1100"/>
              <a:buFont typeface="Arial"/>
              <a:buNone/>
            </a:pPr>
            <a:r>
              <a:rPr lang="it-IT"/>
              <a:t>Σ: Denotes the set of possible commands or actions.</a:t>
            </a:r>
            <a:endParaRPr/>
          </a:p>
          <a:p>
            <a:pPr indent="0" lvl="0" marL="0" rtl="0" algn="l">
              <a:lnSpc>
                <a:spcPct val="100000"/>
              </a:lnSpc>
              <a:spcBef>
                <a:spcPts val="360"/>
              </a:spcBef>
              <a:spcAft>
                <a:spcPts val="0"/>
              </a:spcAft>
              <a:buClr>
                <a:schemeClr val="dk1"/>
              </a:buClr>
              <a:buSzPts val="1100"/>
              <a:buFont typeface="Arial"/>
              <a:buNone/>
            </a:pPr>
            <a:r>
              <a:rPr lang="it-IT"/>
              <a:t>S: Represents the state of the system.</a:t>
            </a:r>
            <a:endParaRPr/>
          </a:p>
          <a:p>
            <a:pPr indent="0" lvl="0" marL="0" rtl="0" algn="l">
              <a:lnSpc>
                <a:spcPct val="100000"/>
              </a:lnSpc>
              <a:spcBef>
                <a:spcPts val="360"/>
              </a:spcBef>
              <a:spcAft>
                <a:spcPts val="0"/>
              </a:spcAft>
              <a:buSzPts val="1400"/>
              <a:buNone/>
            </a:pPr>
            <a:r>
              <a:t/>
            </a:r>
            <a:endParaRPr/>
          </a:p>
        </p:txBody>
      </p:sp>
      <p:sp>
        <p:nvSpPr>
          <p:cNvPr id="3685" name="Google Shape;368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9" name="Shape 3689"/>
        <p:cNvGrpSpPr/>
        <p:nvPr/>
      </p:nvGrpSpPr>
      <p:grpSpPr>
        <a:xfrm>
          <a:off x="0" y="0"/>
          <a:ext cx="0" cy="0"/>
          <a:chOff x="0" y="0"/>
          <a:chExt cx="0" cy="0"/>
        </a:xfrm>
      </p:grpSpPr>
      <p:sp>
        <p:nvSpPr>
          <p:cNvPr id="3690" name="Google Shape;3690;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Longer explanation:</a:t>
            </a:r>
            <a:endParaRPr/>
          </a:p>
          <a:p>
            <a:pPr indent="0" lvl="0" marL="0" rtl="0" algn="l">
              <a:lnSpc>
                <a:spcPct val="100000"/>
              </a:lnSpc>
              <a:spcBef>
                <a:spcPts val="360"/>
              </a:spcBef>
              <a:spcAft>
                <a:spcPts val="0"/>
              </a:spcAft>
              <a:buClr>
                <a:schemeClr val="dk1"/>
              </a:buClr>
              <a:buSzPts val="1100"/>
              <a:buFont typeface="Arial"/>
              <a:buNone/>
            </a:pPr>
            <a:br>
              <a:rPr lang="it-IT"/>
            </a:br>
            <a:r>
              <a:rPr lang="it-IT"/>
              <a:t>In the notation I[d] = s ⇒ 10s + val(d), I is the interpretation of the command d. The interpretation maps the input symbols in Σ to a set of states in S that satisfy the condition c. Here, d is a digit that is entered into the calculator, and s is the current state of the calculator display.</a:t>
            </a:r>
            <a:endParaRPr/>
          </a:p>
          <a:p>
            <a:pPr indent="0" lvl="0" marL="0" rtl="0" algn="l">
              <a:lnSpc>
                <a:spcPct val="100000"/>
              </a:lnSpc>
              <a:spcBef>
                <a:spcPts val="360"/>
              </a:spcBef>
              <a:spcAft>
                <a:spcPts val="0"/>
              </a:spcAft>
              <a:buClr>
                <a:schemeClr val="dk1"/>
              </a:buClr>
              <a:buSzPts val="1100"/>
              <a:buFont typeface="Arial"/>
              <a:buNone/>
            </a:pPr>
            <a:r>
              <a:t/>
            </a:r>
            <a:endParaRPr/>
          </a:p>
          <a:p>
            <a:pPr indent="0" lvl="0" marL="0" rtl="0" algn="l">
              <a:lnSpc>
                <a:spcPct val="100000"/>
              </a:lnSpc>
              <a:spcBef>
                <a:spcPts val="360"/>
              </a:spcBef>
              <a:spcAft>
                <a:spcPts val="0"/>
              </a:spcAft>
              <a:buClr>
                <a:schemeClr val="dk1"/>
              </a:buClr>
              <a:buSzPts val="1100"/>
              <a:buFont typeface="Arial"/>
              <a:buNone/>
            </a:pPr>
            <a:r>
              <a:rPr lang="it-IT"/>
              <a:t>The constraint I[d] = s ⇒ 10s + val(d) specifies that when the digit d is entered into the calculator, the state of the calculator changes to 10s + val(d), where val(d) is the numerical value of the digit. For example, if the current state of the calculator display is 3, and we enter the digit 5, then the new state of the calculator display will be (10 * 3) + 5 = 35.</a:t>
            </a:r>
            <a:endParaRPr/>
          </a:p>
          <a:p>
            <a:pPr indent="0" lvl="0" marL="0" rtl="0" algn="l">
              <a:lnSpc>
                <a:spcPct val="100000"/>
              </a:lnSpc>
              <a:spcBef>
                <a:spcPts val="360"/>
              </a:spcBef>
              <a:spcAft>
                <a:spcPts val="0"/>
              </a:spcAft>
              <a:buClr>
                <a:schemeClr val="dk1"/>
              </a:buClr>
              <a:buSzPts val="1100"/>
              <a:buFont typeface="Arial"/>
              <a:buNone/>
            </a:pPr>
            <a:r>
              <a:t/>
            </a:r>
            <a:endParaRPr/>
          </a:p>
          <a:p>
            <a:pPr indent="0" lvl="0" marL="0" rtl="0" algn="l">
              <a:lnSpc>
                <a:spcPct val="100000"/>
              </a:lnSpc>
              <a:spcBef>
                <a:spcPts val="360"/>
              </a:spcBef>
              <a:spcAft>
                <a:spcPts val="0"/>
              </a:spcAft>
              <a:buClr>
                <a:schemeClr val="dk1"/>
              </a:buClr>
              <a:buSzPts val="1100"/>
              <a:buFont typeface="Arial"/>
              <a:buNone/>
            </a:pPr>
            <a:r>
              <a:rPr lang="it-IT"/>
              <a:t>However, if the system is modey, then a command may change both the state of the system and its mode. In this case, the meanings of subsequent commands may be different depending on the current mode. For example, if we consider a calculator that has two modes: addition and subtraction, then entering a digit in each mode may have different meanings. In addition mode, entering a digit may add it to the current state of the calculator display, while in subtraction mode, entering a digit may subtract it from the current state.</a:t>
            </a:r>
            <a:endParaRPr/>
          </a:p>
          <a:p>
            <a:pPr indent="0" lvl="0" marL="0" rtl="0" algn="l">
              <a:lnSpc>
                <a:spcPct val="100000"/>
              </a:lnSpc>
              <a:spcBef>
                <a:spcPts val="360"/>
              </a:spcBef>
              <a:spcAft>
                <a:spcPts val="0"/>
              </a:spcAft>
              <a:buSzPts val="1400"/>
              <a:buNone/>
            </a:pPr>
            <a:r>
              <a:t/>
            </a:r>
            <a:endParaRPr/>
          </a:p>
        </p:txBody>
      </p:sp>
      <p:sp>
        <p:nvSpPr>
          <p:cNvPr id="3691" name="Google Shape;3691;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5" name="Shape 3695"/>
        <p:cNvGrpSpPr/>
        <p:nvPr/>
      </p:nvGrpSpPr>
      <p:grpSpPr>
        <a:xfrm>
          <a:off x="0" y="0"/>
          <a:ext cx="0" cy="0"/>
          <a:chOff x="0" y="0"/>
          <a:chExt cx="0" cy="0"/>
        </a:xfrm>
      </p:grpSpPr>
      <p:sp>
        <p:nvSpPr>
          <p:cNvPr id="3696" name="Google Shape;3696;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For example, if the current state of the calculator display is 3, and we enter digit 5 in decimal mode, then the new state of the calculator display will be (10 * 3) + 5 = 35. If we enter digit A (which corresponds to 10 decimal) in hexadecimal mode, then the new state will be 3A (in decimal (16 * 3) + 10 = 58).</a:t>
            </a:r>
            <a:endParaRPr/>
          </a:p>
        </p:txBody>
      </p:sp>
      <p:sp>
        <p:nvSpPr>
          <p:cNvPr id="3697" name="Google Shape;3697;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1" name="Shape 3701"/>
        <p:cNvGrpSpPr/>
        <p:nvPr/>
      </p:nvGrpSpPr>
      <p:grpSpPr>
        <a:xfrm>
          <a:off x="0" y="0"/>
          <a:ext cx="0" cy="0"/>
          <a:chOff x="0" y="0"/>
          <a:chExt cx="0" cy="0"/>
        </a:xfrm>
      </p:grpSpPr>
      <p:sp>
        <p:nvSpPr>
          <p:cNvPr id="3702" name="Google Shape;3702;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here the Interpretation of a command is both the command of inserting a new value to the next cursor position (m+1) and the value of the command itself (‘i’).</a:t>
            </a:r>
            <a:endParaRPr/>
          </a:p>
        </p:txBody>
      </p:sp>
      <p:sp>
        <p:nvSpPr>
          <p:cNvPr id="3703" name="Google Shape;3703;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7" name="Shape 3707"/>
        <p:cNvGrpSpPr/>
        <p:nvPr/>
      </p:nvGrpSpPr>
      <p:grpSpPr>
        <a:xfrm>
          <a:off x="0" y="0"/>
          <a:ext cx="0" cy="0"/>
          <a:chOff x="0" y="0"/>
          <a:chExt cx="0" cy="0"/>
        </a:xfrm>
      </p:grpSpPr>
      <p:sp>
        <p:nvSpPr>
          <p:cNvPr id="3708" name="Google Shape;3708;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Here we make the mode for the cursor position a state of the system, thus removing it (modeless) from the user’s perspective by concealment.</a:t>
            </a:r>
            <a:endParaRPr/>
          </a:p>
        </p:txBody>
      </p:sp>
      <p:sp>
        <p:nvSpPr>
          <p:cNvPr id="3709" name="Google Shape;3709;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3" name="Shape 3713"/>
        <p:cNvGrpSpPr/>
        <p:nvPr/>
      </p:nvGrpSpPr>
      <p:grpSpPr>
        <a:xfrm>
          <a:off x="0" y="0"/>
          <a:ext cx="0" cy="0"/>
          <a:chOff x="0" y="0"/>
          <a:chExt cx="0" cy="0"/>
        </a:xfrm>
      </p:grpSpPr>
      <p:sp>
        <p:nvSpPr>
          <p:cNvPr id="3714" name="Google Shape;3714;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Non-apparent information includes internal details, system states, or algorithms that are not relevant to the user's primary tasks. When these non-apparent aspects affect how commands are interpreted, they can be considered part of the mode.</a:t>
            </a:r>
            <a:br>
              <a:rPr lang="it-IT"/>
            </a:br>
            <a:br>
              <a:rPr lang="it-IT"/>
            </a:br>
            <a:r>
              <a:rPr lang="it-IT"/>
              <a:t>In some cases, concealing mode information simplifies the user's experience. However, complete transparency might be necessary when mode changes directly affect user interactions.</a:t>
            </a:r>
            <a:endParaRPr/>
          </a:p>
        </p:txBody>
      </p:sp>
      <p:sp>
        <p:nvSpPr>
          <p:cNvPr id="3715" name="Google Shape;3715;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9" name="Shape 3719"/>
        <p:cNvGrpSpPr/>
        <p:nvPr/>
      </p:nvGrpSpPr>
      <p:grpSpPr>
        <a:xfrm>
          <a:off x="0" y="0"/>
          <a:ext cx="0" cy="0"/>
          <a:chOff x="0" y="0"/>
          <a:chExt cx="0" cy="0"/>
        </a:xfrm>
      </p:grpSpPr>
      <p:sp>
        <p:nvSpPr>
          <p:cNvPr id="3720" name="Google Shape;3720;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21" name="Google Shape;3721;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grpSp>
        <p:nvGrpSpPr>
          <p:cNvPr id="13" name="Google Shape;13;p2"/>
          <p:cNvGrpSpPr/>
          <p:nvPr/>
        </p:nvGrpSpPr>
        <p:grpSpPr>
          <a:xfrm>
            <a:off x="0" y="0"/>
            <a:ext cx="9144000" cy="5143500"/>
            <a:chOff x="0" y="0"/>
            <a:chExt cx="9144000" cy="5143500"/>
          </a:xfrm>
        </p:grpSpPr>
        <p:sp>
          <p:nvSpPr>
            <p:cNvPr id="14" name="Google Shape;14;p2"/>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 name="Google Shape;16;p2"/>
          <p:cNvGrpSpPr/>
          <p:nvPr/>
        </p:nvGrpSpPr>
        <p:grpSpPr>
          <a:xfrm>
            <a:off x="-83525" y="-233775"/>
            <a:ext cx="9339050" cy="5417100"/>
            <a:chOff x="-83525" y="-233775"/>
            <a:chExt cx="9339050" cy="5417100"/>
          </a:xfrm>
        </p:grpSpPr>
        <p:cxnSp>
          <p:nvCxnSpPr>
            <p:cNvPr id="17" name="Google Shape;17;p2"/>
            <p:cNvCxnSpPr/>
            <p:nvPr/>
          </p:nvCxnSpPr>
          <p:spPr>
            <a:xfrm flipH="1" rot="10800000">
              <a:off x="-83525" y="4026525"/>
              <a:ext cx="4902900" cy="610500"/>
            </a:xfrm>
            <a:prstGeom prst="straightConnector1">
              <a:avLst/>
            </a:prstGeom>
            <a:noFill/>
            <a:ln cap="rnd" cmpd="sng" w="9525">
              <a:solidFill>
                <a:schemeClr val="accent4"/>
              </a:solidFill>
              <a:prstDash val="solid"/>
              <a:round/>
              <a:headEnd len="sm" w="sm" type="none"/>
              <a:tailEnd len="sm" w="sm" type="none"/>
            </a:ln>
          </p:spPr>
        </p:cxnSp>
        <p:cxnSp>
          <p:nvCxnSpPr>
            <p:cNvPr id="18" name="Google Shape;18;p2"/>
            <p:cNvCxnSpPr/>
            <p:nvPr/>
          </p:nvCxnSpPr>
          <p:spPr>
            <a:xfrm>
              <a:off x="3297225" y="4026550"/>
              <a:ext cx="1927800" cy="1105200"/>
            </a:xfrm>
            <a:prstGeom prst="straightConnector1">
              <a:avLst/>
            </a:prstGeom>
            <a:noFill/>
            <a:ln cap="rnd" cmpd="sng" w="9525">
              <a:solidFill>
                <a:schemeClr val="accent4"/>
              </a:solidFill>
              <a:prstDash val="solid"/>
              <a:round/>
              <a:headEnd len="sm" w="sm" type="none"/>
              <a:tailEnd len="sm" w="sm" type="none"/>
            </a:ln>
          </p:spPr>
        </p:cxnSp>
        <p:cxnSp>
          <p:nvCxnSpPr>
            <p:cNvPr id="19" name="Google Shape;19;p2"/>
            <p:cNvCxnSpPr/>
            <p:nvPr/>
          </p:nvCxnSpPr>
          <p:spPr>
            <a:xfrm>
              <a:off x="6053925" y="3975"/>
              <a:ext cx="2345400" cy="1240200"/>
            </a:xfrm>
            <a:prstGeom prst="straightConnector1">
              <a:avLst/>
            </a:prstGeom>
            <a:noFill/>
            <a:ln cap="rnd" cmpd="sng" w="9525">
              <a:solidFill>
                <a:schemeClr val="accent4"/>
              </a:solidFill>
              <a:prstDash val="solid"/>
              <a:round/>
              <a:headEnd len="sm" w="sm" type="none"/>
              <a:tailEnd len="sm" w="sm" type="none"/>
            </a:ln>
          </p:spPr>
        </p:cxnSp>
        <p:cxnSp>
          <p:nvCxnSpPr>
            <p:cNvPr id="20" name="Google Shape;20;p2"/>
            <p:cNvCxnSpPr/>
            <p:nvPr/>
          </p:nvCxnSpPr>
          <p:spPr>
            <a:xfrm>
              <a:off x="4338225" y="-28150"/>
              <a:ext cx="4917300" cy="931800"/>
            </a:xfrm>
            <a:prstGeom prst="straightConnector1">
              <a:avLst/>
            </a:prstGeom>
            <a:noFill/>
            <a:ln cap="rnd" cmpd="sng" w="9525">
              <a:solidFill>
                <a:schemeClr val="accent4"/>
              </a:solidFill>
              <a:prstDash val="solid"/>
              <a:round/>
              <a:headEnd len="sm" w="sm" type="none"/>
              <a:tailEnd len="sm" w="sm" type="none"/>
            </a:ln>
          </p:spPr>
        </p:cxnSp>
        <p:cxnSp>
          <p:nvCxnSpPr>
            <p:cNvPr id="21" name="Google Shape;21;p2"/>
            <p:cNvCxnSpPr/>
            <p:nvPr/>
          </p:nvCxnSpPr>
          <p:spPr>
            <a:xfrm flipH="1">
              <a:off x="173650" y="-233775"/>
              <a:ext cx="173400" cy="5417100"/>
            </a:xfrm>
            <a:prstGeom prst="straightConnector1">
              <a:avLst/>
            </a:prstGeom>
            <a:noFill/>
            <a:ln cap="rnd" cmpd="sng" w="9525">
              <a:solidFill>
                <a:schemeClr val="accent4"/>
              </a:solidFill>
              <a:prstDash val="solid"/>
              <a:round/>
              <a:headEnd len="sm" w="sm" type="none"/>
              <a:tailEnd len="sm" w="sm" type="none"/>
            </a:ln>
          </p:spPr>
        </p:cxnSp>
        <p:grpSp>
          <p:nvGrpSpPr>
            <p:cNvPr id="22" name="Google Shape;22;p2"/>
            <p:cNvGrpSpPr/>
            <p:nvPr/>
          </p:nvGrpSpPr>
          <p:grpSpPr>
            <a:xfrm>
              <a:off x="-83525" y="4333650"/>
              <a:ext cx="539700" cy="539700"/>
              <a:chOff x="-83525" y="4333650"/>
              <a:chExt cx="539700" cy="539700"/>
            </a:xfrm>
          </p:grpSpPr>
          <p:sp>
            <p:nvSpPr>
              <p:cNvPr id="23" name="Google Shape;23;p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 name="Google Shape;25;p2"/>
            <p:cNvGrpSpPr/>
            <p:nvPr/>
          </p:nvGrpSpPr>
          <p:grpSpPr>
            <a:xfrm>
              <a:off x="3297225" y="3935250"/>
              <a:ext cx="539700" cy="539700"/>
              <a:chOff x="-83525" y="4333650"/>
              <a:chExt cx="539700" cy="539700"/>
            </a:xfrm>
          </p:grpSpPr>
          <p:sp>
            <p:nvSpPr>
              <p:cNvPr id="26" name="Google Shape;26;p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 name="Google Shape;28;p2"/>
            <p:cNvGrpSpPr/>
            <p:nvPr/>
          </p:nvGrpSpPr>
          <p:grpSpPr>
            <a:xfrm>
              <a:off x="6542926" y="112425"/>
              <a:ext cx="718341" cy="718341"/>
              <a:chOff x="-83525" y="4333650"/>
              <a:chExt cx="539700" cy="539700"/>
            </a:xfrm>
          </p:grpSpPr>
          <p:sp>
            <p:nvSpPr>
              <p:cNvPr id="29" name="Google Shape;29;p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 name="Google Shape;31;p2"/>
            <p:cNvGrpSpPr/>
            <p:nvPr/>
          </p:nvGrpSpPr>
          <p:grpSpPr>
            <a:xfrm>
              <a:off x="7165201" y="112422"/>
              <a:ext cx="265640" cy="265640"/>
              <a:chOff x="-83525" y="4333650"/>
              <a:chExt cx="539700" cy="539700"/>
            </a:xfrm>
          </p:grpSpPr>
          <p:sp>
            <p:nvSpPr>
              <p:cNvPr id="32" name="Google Shape;32;p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 name="Google Shape;34;p2"/>
            <p:cNvGrpSpPr/>
            <p:nvPr/>
          </p:nvGrpSpPr>
          <p:grpSpPr>
            <a:xfrm>
              <a:off x="7814201" y="1436147"/>
              <a:ext cx="265640" cy="265640"/>
              <a:chOff x="-83525" y="4333650"/>
              <a:chExt cx="539700" cy="539700"/>
            </a:xfrm>
          </p:grpSpPr>
          <p:sp>
            <p:nvSpPr>
              <p:cNvPr id="35" name="Google Shape;35;p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 name="Google Shape;37;p2"/>
            <p:cNvGrpSpPr/>
            <p:nvPr/>
          </p:nvGrpSpPr>
          <p:grpSpPr>
            <a:xfrm>
              <a:off x="2718476" y="4603497"/>
              <a:ext cx="265640" cy="265640"/>
              <a:chOff x="-83525" y="4333650"/>
              <a:chExt cx="539700" cy="539700"/>
            </a:xfrm>
          </p:grpSpPr>
          <p:sp>
            <p:nvSpPr>
              <p:cNvPr id="38" name="Google Shape;38;p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 name="Google Shape;40;p2"/>
            <p:cNvGrpSpPr/>
            <p:nvPr/>
          </p:nvGrpSpPr>
          <p:grpSpPr>
            <a:xfrm>
              <a:off x="546526" y="112422"/>
              <a:ext cx="265640" cy="265640"/>
              <a:chOff x="-83525" y="4333650"/>
              <a:chExt cx="539700" cy="539700"/>
            </a:xfrm>
          </p:grpSpPr>
          <p:sp>
            <p:nvSpPr>
              <p:cNvPr id="41" name="Google Shape;41;p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 name="Google Shape;43;p2"/>
            <p:cNvGrpSpPr/>
            <p:nvPr/>
          </p:nvGrpSpPr>
          <p:grpSpPr>
            <a:xfrm>
              <a:off x="308751" y="767847"/>
              <a:ext cx="265640" cy="265640"/>
              <a:chOff x="-83525" y="4333650"/>
              <a:chExt cx="539700" cy="539700"/>
            </a:xfrm>
          </p:grpSpPr>
          <p:sp>
            <p:nvSpPr>
              <p:cNvPr id="44" name="Google Shape;44;p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6" name="Google Shape;46;p2"/>
          <p:cNvSpPr txBox="1"/>
          <p:nvPr>
            <p:ph idx="1" type="subTitle"/>
          </p:nvPr>
        </p:nvSpPr>
        <p:spPr>
          <a:xfrm rot="-615">
            <a:off x="719999" y="2993858"/>
            <a:ext cx="3354000" cy="426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7" name="Google Shape;47;p2"/>
          <p:cNvSpPr txBox="1"/>
          <p:nvPr>
            <p:ph type="ctrTitle"/>
          </p:nvPr>
        </p:nvSpPr>
        <p:spPr>
          <a:xfrm>
            <a:off x="720000" y="540000"/>
            <a:ext cx="6378600" cy="255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6000"/>
              <a:buNone/>
              <a:defRPr sz="52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8" name="Shape 48"/>
        <p:cNvGrpSpPr/>
        <p:nvPr/>
      </p:nvGrpSpPr>
      <p:grpSpPr>
        <a:xfrm>
          <a:off x="0" y="0"/>
          <a:ext cx="0" cy="0"/>
          <a:chOff x="0" y="0"/>
          <a:chExt cx="0" cy="0"/>
        </a:xfrm>
      </p:grpSpPr>
      <p:grpSp>
        <p:nvGrpSpPr>
          <p:cNvPr id="49" name="Google Shape;49;p3"/>
          <p:cNvGrpSpPr/>
          <p:nvPr/>
        </p:nvGrpSpPr>
        <p:grpSpPr>
          <a:xfrm>
            <a:off x="0" y="0"/>
            <a:ext cx="9144000" cy="5143500"/>
            <a:chOff x="0" y="0"/>
            <a:chExt cx="9144000" cy="5143500"/>
          </a:xfrm>
        </p:grpSpPr>
        <p:sp>
          <p:nvSpPr>
            <p:cNvPr id="50" name="Google Shape;50;p3"/>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 name="Google Shape;52;p3"/>
          <p:cNvGrpSpPr/>
          <p:nvPr/>
        </p:nvGrpSpPr>
        <p:grpSpPr>
          <a:xfrm>
            <a:off x="-38625" y="-124550"/>
            <a:ext cx="9277700" cy="5339850"/>
            <a:chOff x="-38625" y="-124550"/>
            <a:chExt cx="9277700" cy="5339850"/>
          </a:xfrm>
        </p:grpSpPr>
        <p:cxnSp>
          <p:nvCxnSpPr>
            <p:cNvPr id="53" name="Google Shape;53;p3"/>
            <p:cNvCxnSpPr/>
            <p:nvPr/>
          </p:nvCxnSpPr>
          <p:spPr>
            <a:xfrm>
              <a:off x="7441175" y="-66725"/>
              <a:ext cx="1733700" cy="2596200"/>
            </a:xfrm>
            <a:prstGeom prst="straightConnector1">
              <a:avLst/>
            </a:prstGeom>
            <a:noFill/>
            <a:ln cap="rnd" cmpd="sng" w="9525">
              <a:solidFill>
                <a:schemeClr val="accent4"/>
              </a:solidFill>
              <a:prstDash val="solid"/>
              <a:round/>
              <a:headEnd len="sm" w="sm" type="none"/>
              <a:tailEnd len="sm" w="sm" type="none"/>
            </a:ln>
          </p:spPr>
        </p:cxnSp>
        <p:cxnSp>
          <p:nvCxnSpPr>
            <p:cNvPr id="54" name="Google Shape;54;p3"/>
            <p:cNvCxnSpPr/>
            <p:nvPr/>
          </p:nvCxnSpPr>
          <p:spPr>
            <a:xfrm flipH="1">
              <a:off x="2350325" y="4547050"/>
              <a:ext cx="6824400" cy="610500"/>
            </a:xfrm>
            <a:prstGeom prst="straightConnector1">
              <a:avLst/>
            </a:prstGeom>
            <a:noFill/>
            <a:ln cap="rnd" cmpd="sng" w="9525">
              <a:solidFill>
                <a:schemeClr val="accent4"/>
              </a:solidFill>
              <a:prstDash val="solid"/>
              <a:round/>
              <a:headEnd len="sm" w="sm" type="none"/>
              <a:tailEnd len="sm" w="sm" type="none"/>
            </a:ln>
          </p:spPr>
        </p:cxnSp>
        <p:cxnSp>
          <p:nvCxnSpPr>
            <p:cNvPr id="55" name="Google Shape;55;p3"/>
            <p:cNvCxnSpPr/>
            <p:nvPr/>
          </p:nvCxnSpPr>
          <p:spPr>
            <a:xfrm>
              <a:off x="6533700" y="4694850"/>
              <a:ext cx="2255400" cy="462600"/>
            </a:xfrm>
            <a:prstGeom prst="straightConnector1">
              <a:avLst/>
            </a:prstGeom>
            <a:noFill/>
            <a:ln cap="rnd" cmpd="sng" w="9525">
              <a:solidFill>
                <a:schemeClr val="accent4"/>
              </a:solidFill>
              <a:prstDash val="solid"/>
              <a:round/>
              <a:headEnd len="sm" w="sm" type="none"/>
              <a:tailEnd len="sm" w="sm" type="none"/>
            </a:ln>
          </p:spPr>
        </p:cxnSp>
        <p:cxnSp>
          <p:nvCxnSpPr>
            <p:cNvPr id="56" name="Google Shape;56;p3"/>
            <p:cNvCxnSpPr/>
            <p:nvPr/>
          </p:nvCxnSpPr>
          <p:spPr>
            <a:xfrm flipH="1">
              <a:off x="8911300" y="-73150"/>
              <a:ext cx="32100" cy="1516500"/>
            </a:xfrm>
            <a:prstGeom prst="straightConnector1">
              <a:avLst/>
            </a:prstGeom>
            <a:noFill/>
            <a:ln cap="rnd" cmpd="sng" w="9525">
              <a:solidFill>
                <a:schemeClr val="accent4"/>
              </a:solidFill>
              <a:prstDash val="solid"/>
              <a:round/>
              <a:headEnd len="sm" w="sm" type="none"/>
              <a:tailEnd len="sm" w="sm" type="none"/>
            </a:ln>
          </p:spPr>
        </p:cxnSp>
        <p:cxnSp>
          <p:nvCxnSpPr>
            <p:cNvPr id="57" name="Google Shape;57;p3"/>
            <p:cNvCxnSpPr/>
            <p:nvPr/>
          </p:nvCxnSpPr>
          <p:spPr>
            <a:xfrm>
              <a:off x="7420475" y="241725"/>
              <a:ext cx="1818600" cy="533400"/>
            </a:xfrm>
            <a:prstGeom prst="straightConnector1">
              <a:avLst/>
            </a:prstGeom>
            <a:noFill/>
            <a:ln cap="rnd" cmpd="sng" w="9525">
              <a:solidFill>
                <a:schemeClr val="accent4"/>
              </a:solidFill>
              <a:prstDash val="solid"/>
              <a:round/>
              <a:headEnd len="sm" w="sm" type="none"/>
              <a:tailEnd len="sm" w="sm" type="none"/>
            </a:ln>
          </p:spPr>
        </p:cxnSp>
        <p:cxnSp>
          <p:nvCxnSpPr>
            <p:cNvPr id="58" name="Google Shape;58;p3"/>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59" name="Google Shape;59;p3"/>
            <p:cNvCxnSpPr/>
            <p:nvPr/>
          </p:nvCxnSpPr>
          <p:spPr>
            <a:xfrm>
              <a:off x="337800" y="-124550"/>
              <a:ext cx="289200" cy="5288400"/>
            </a:xfrm>
            <a:prstGeom prst="straightConnector1">
              <a:avLst/>
            </a:prstGeom>
            <a:noFill/>
            <a:ln cap="rnd" cmpd="sng" w="9525">
              <a:solidFill>
                <a:schemeClr val="accent4"/>
              </a:solidFill>
              <a:prstDash val="solid"/>
              <a:round/>
              <a:headEnd len="sm" w="sm" type="none"/>
              <a:tailEnd len="sm" w="sm" type="none"/>
            </a:ln>
          </p:spPr>
        </p:cxnSp>
        <p:cxnSp>
          <p:nvCxnSpPr>
            <p:cNvPr id="60" name="Google Shape;60;p3"/>
            <p:cNvCxnSpPr/>
            <p:nvPr/>
          </p:nvCxnSpPr>
          <p:spPr>
            <a:xfrm>
              <a:off x="-28475" y="4707700"/>
              <a:ext cx="1767000" cy="507600"/>
            </a:xfrm>
            <a:prstGeom prst="straightConnector1">
              <a:avLst/>
            </a:prstGeom>
            <a:noFill/>
            <a:ln cap="rnd" cmpd="sng" w="9525">
              <a:solidFill>
                <a:schemeClr val="accent4"/>
              </a:solidFill>
              <a:prstDash val="solid"/>
              <a:round/>
              <a:headEnd len="sm" w="sm" type="none"/>
              <a:tailEnd len="sm" w="sm" type="none"/>
            </a:ln>
          </p:spPr>
        </p:cxnSp>
        <p:grpSp>
          <p:nvGrpSpPr>
            <p:cNvPr id="61" name="Google Shape;61;p3"/>
            <p:cNvGrpSpPr/>
            <p:nvPr/>
          </p:nvGrpSpPr>
          <p:grpSpPr>
            <a:xfrm>
              <a:off x="8673562" y="431300"/>
              <a:ext cx="507588" cy="507588"/>
              <a:chOff x="-83525" y="4333650"/>
              <a:chExt cx="539700" cy="539700"/>
            </a:xfrm>
          </p:grpSpPr>
          <p:sp>
            <p:nvSpPr>
              <p:cNvPr id="62" name="Google Shape;62;p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 name="Google Shape;64;p3"/>
            <p:cNvGrpSpPr/>
            <p:nvPr/>
          </p:nvGrpSpPr>
          <p:grpSpPr>
            <a:xfrm>
              <a:off x="7364046" y="-29918"/>
              <a:ext cx="723360" cy="723360"/>
              <a:chOff x="-83525" y="4333650"/>
              <a:chExt cx="539700" cy="539700"/>
            </a:xfrm>
          </p:grpSpPr>
          <p:sp>
            <p:nvSpPr>
              <p:cNvPr id="65" name="Google Shape;65;p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 name="Google Shape;67;p3"/>
            <p:cNvGrpSpPr/>
            <p:nvPr/>
          </p:nvGrpSpPr>
          <p:grpSpPr>
            <a:xfrm>
              <a:off x="244196" y="4490620"/>
              <a:ext cx="723360" cy="723360"/>
              <a:chOff x="-83525" y="4333650"/>
              <a:chExt cx="539700" cy="539700"/>
            </a:xfrm>
          </p:grpSpPr>
          <p:sp>
            <p:nvSpPr>
              <p:cNvPr id="68" name="Google Shape;68;p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 name="Google Shape;70;p3"/>
            <p:cNvGrpSpPr/>
            <p:nvPr/>
          </p:nvGrpSpPr>
          <p:grpSpPr>
            <a:xfrm>
              <a:off x="206291" y="1036783"/>
              <a:ext cx="389178" cy="389178"/>
              <a:chOff x="-83525" y="4333650"/>
              <a:chExt cx="539700" cy="539700"/>
            </a:xfrm>
          </p:grpSpPr>
          <p:sp>
            <p:nvSpPr>
              <p:cNvPr id="71" name="Google Shape;71;p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 name="Google Shape;73;p3"/>
            <p:cNvGrpSpPr/>
            <p:nvPr/>
          </p:nvGrpSpPr>
          <p:grpSpPr>
            <a:xfrm>
              <a:off x="1009541" y="107783"/>
              <a:ext cx="389178" cy="389178"/>
              <a:chOff x="-83525" y="4333650"/>
              <a:chExt cx="539700" cy="539700"/>
            </a:xfrm>
          </p:grpSpPr>
          <p:sp>
            <p:nvSpPr>
              <p:cNvPr id="74" name="Google Shape;74;p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 name="Google Shape;76;p3"/>
            <p:cNvGrpSpPr/>
            <p:nvPr/>
          </p:nvGrpSpPr>
          <p:grpSpPr>
            <a:xfrm>
              <a:off x="6501546" y="4420132"/>
              <a:ext cx="723360" cy="723360"/>
              <a:chOff x="-83525" y="4333650"/>
              <a:chExt cx="539700" cy="539700"/>
            </a:xfrm>
          </p:grpSpPr>
          <p:sp>
            <p:nvSpPr>
              <p:cNvPr id="77" name="Google Shape;77;p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9" name="Google Shape;79;p3"/>
          <p:cNvSpPr txBox="1"/>
          <p:nvPr>
            <p:ph type="title"/>
          </p:nvPr>
        </p:nvSpPr>
        <p:spPr>
          <a:xfrm>
            <a:off x="720000" y="3257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80" name="Google Shape;80;p3"/>
          <p:cNvSpPr txBox="1"/>
          <p:nvPr>
            <p:ph idx="1" type="body"/>
          </p:nvPr>
        </p:nvSpPr>
        <p:spPr>
          <a:xfrm>
            <a:off x="720000" y="1217550"/>
            <a:ext cx="7704000" cy="36996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chemeClr val="accent2"/>
              </a:buClr>
              <a:buSzPts val="1400"/>
              <a:buChar char="●"/>
              <a:defRPr sz="105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1" name="Shape 81"/>
        <p:cNvGrpSpPr/>
        <p:nvPr/>
      </p:nvGrpSpPr>
      <p:grpSpPr>
        <a:xfrm>
          <a:off x="0" y="0"/>
          <a:ext cx="0" cy="0"/>
          <a:chOff x="0" y="0"/>
          <a:chExt cx="0" cy="0"/>
        </a:xfrm>
      </p:grpSpPr>
      <p:grpSp>
        <p:nvGrpSpPr>
          <p:cNvPr id="82" name="Google Shape;82;p4"/>
          <p:cNvGrpSpPr/>
          <p:nvPr/>
        </p:nvGrpSpPr>
        <p:grpSpPr>
          <a:xfrm>
            <a:off x="0" y="0"/>
            <a:ext cx="9144000" cy="5143500"/>
            <a:chOff x="0" y="0"/>
            <a:chExt cx="9144000" cy="5143500"/>
          </a:xfrm>
        </p:grpSpPr>
        <p:sp>
          <p:nvSpPr>
            <p:cNvPr id="83" name="Google Shape;83;p4"/>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4"/>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 name="Google Shape;85;p4"/>
          <p:cNvGrpSpPr/>
          <p:nvPr/>
        </p:nvGrpSpPr>
        <p:grpSpPr>
          <a:xfrm>
            <a:off x="-57340" y="-86000"/>
            <a:ext cx="9209740" cy="5293875"/>
            <a:chOff x="-57340" y="-86000"/>
            <a:chExt cx="9209740" cy="5293875"/>
          </a:xfrm>
        </p:grpSpPr>
        <p:cxnSp>
          <p:nvCxnSpPr>
            <p:cNvPr id="86" name="Google Shape;86;p4"/>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87" name="Google Shape;87;p4"/>
            <p:cNvCxnSpPr/>
            <p:nvPr/>
          </p:nvCxnSpPr>
          <p:spPr>
            <a:xfrm>
              <a:off x="2100" y="224950"/>
              <a:ext cx="9150300" cy="168300"/>
            </a:xfrm>
            <a:prstGeom prst="straightConnector1">
              <a:avLst/>
            </a:prstGeom>
            <a:noFill/>
            <a:ln cap="rnd" cmpd="sng" w="9525">
              <a:solidFill>
                <a:schemeClr val="accent4"/>
              </a:solidFill>
              <a:prstDash val="solid"/>
              <a:round/>
              <a:headEnd len="sm" w="sm" type="none"/>
              <a:tailEnd len="sm" w="sm" type="none"/>
            </a:ln>
          </p:spPr>
        </p:cxnSp>
        <p:cxnSp>
          <p:nvCxnSpPr>
            <p:cNvPr id="88" name="Google Shape;88;p4"/>
            <p:cNvCxnSpPr/>
            <p:nvPr/>
          </p:nvCxnSpPr>
          <p:spPr>
            <a:xfrm>
              <a:off x="7997725" y="-37700"/>
              <a:ext cx="1153800" cy="3187200"/>
            </a:xfrm>
            <a:prstGeom prst="straightConnector1">
              <a:avLst/>
            </a:prstGeom>
            <a:noFill/>
            <a:ln cap="rnd" cmpd="sng" w="9525">
              <a:solidFill>
                <a:schemeClr val="accent4"/>
              </a:solidFill>
              <a:prstDash val="solid"/>
              <a:round/>
              <a:headEnd len="sm" w="sm" type="none"/>
              <a:tailEnd len="sm" w="sm" type="none"/>
            </a:ln>
          </p:spPr>
        </p:cxnSp>
        <p:cxnSp>
          <p:nvCxnSpPr>
            <p:cNvPr id="89" name="Google Shape;89;p4"/>
            <p:cNvCxnSpPr/>
            <p:nvPr/>
          </p:nvCxnSpPr>
          <p:spPr>
            <a:xfrm>
              <a:off x="-11075" y="1777375"/>
              <a:ext cx="1284900" cy="3430500"/>
            </a:xfrm>
            <a:prstGeom prst="straightConnector1">
              <a:avLst/>
            </a:prstGeom>
            <a:noFill/>
            <a:ln cap="rnd" cmpd="sng" w="9525">
              <a:solidFill>
                <a:schemeClr val="accent4"/>
              </a:solidFill>
              <a:prstDash val="solid"/>
              <a:round/>
              <a:headEnd len="sm" w="sm" type="none"/>
              <a:tailEnd len="sm" w="sm" type="none"/>
            </a:ln>
          </p:spPr>
        </p:cxnSp>
        <p:cxnSp>
          <p:nvCxnSpPr>
            <p:cNvPr id="90" name="Google Shape;90;p4"/>
            <p:cNvCxnSpPr/>
            <p:nvPr/>
          </p:nvCxnSpPr>
          <p:spPr>
            <a:xfrm>
              <a:off x="-30475" y="4227975"/>
              <a:ext cx="3823500" cy="929400"/>
            </a:xfrm>
            <a:prstGeom prst="straightConnector1">
              <a:avLst/>
            </a:prstGeom>
            <a:noFill/>
            <a:ln cap="rnd" cmpd="sng" w="9525">
              <a:solidFill>
                <a:schemeClr val="accent4"/>
              </a:solidFill>
              <a:prstDash val="solid"/>
              <a:round/>
              <a:headEnd len="sm" w="sm" type="none"/>
              <a:tailEnd len="sm" w="sm" type="none"/>
            </a:ln>
          </p:spPr>
        </p:cxnSp>
        <p:grpSp>
          <p:nvGrpSpPr>
            <p:cNvPr id="91" name="Google Shape;91;p4"/>
            <p:cNvGrpSpPr/>
            <p:nvPr/>
          </p:nvGrpSpPr>
          <p:grpSpPr>
            <a:xfrm>
              <a:off x="525404" y="45408"/>
              <a:ext cx="389178" cy="389178"/>
              <a:chOff x="-83525" y="4333650"/>
              <a:chExt cx="539700" cy="539700"/>
            </a:xfrm>
          </p:grpSpPr>
          <p:sp>
            <p:nvSpPr>
              <p:cNvPr id="92" name="Google Shape;92;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 name="Google Shape;94;p4"/>
            <p:cNvGrpSpPr/>
            <p:nvPr/>
          </p:nvGrpSpPr>
          <p:grpSpPr>
            <a:xfrm>
              <a:off x="7894902" y="126998"/>
              <a:ext cx="482600" cy="482600"/>
              <a:chOff x="-83525" y="4333650"/>
              <a:chExt cx="539700" cy="539700"/>
            </a:xfrm>
          </p:grpSpPr>
          <p:sp>
            <p:nvSpPr>
              <p:cNvPr id="95" name="Google Shape;95;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7" name="Google Shape;97;p4"/>
            <p:cNvGrpSpPr/>
            <p:nvPr/>
          </p:nvGrpSpPr>
          <p:grpSpPr>
            <a:xfrm>
              <a:off x="8668547" y="2101235"/>
              <a:ext cx="344976" cy="344976"/>
              <a:chOff x="-83525" y="4333650"/>
              <a:chExt cx="539700" cy="539700"/>
            </a:xfrm>
          </p:grpSpPr>
          <p:sp>
            <p:nvSpPr>
              <p:cNvPr id="98" name="Google Shape;98;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0" name="Google Shape;100;p4"/>
            <p:cNvGrpSpPr/>
            <p:nvPr/>
          </p:nvGrpSpPr>
          <p:grpSpPr>
            <a:xfrm>
              <a:off x="758689" y="4234211"/>
              <a:ext cx="482600" cy="482600"/>
              <a:chOff x="-83525" y="4333650"/>
              <a:chExt cx="539700" cy="539700"/>
            </a:xfrm>
          </p:grpSpPr>
          <p:sp>
            <p:nvSpPr>
              <p:cNvPr id="101" name="Google Shape;101;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3" name="Google Shape;103;p4"/>
            <p:cNvGrpSpPr/>
            <p:nvPr/>
          </p:nvGrpSpPr>
          <p:grpSpPr>
            <a:xfrm>
              <a:off x="-57340" y="1926598"/>
              <a:ext cx="344976" cy="344976"/>
              <a:chOff x="-83525" y="4333650"/>
              <a:chExt cx="539700" cy="539700"/>
            </a:xfrm>
          </p:grpSpPr>
          <p:sp>
            <p:nvSpPr>
              <p:cNvPr id="104" name="Google Shape;104;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06" name="Google Shape;106;p4"/>
          <p:cNvSpPr txBox="1"/>
          <p:nvPr>
            <p:ph type="title"/>
          </p:nvPr>
        </p:nvSpPr>
        <p:spPr>
          <a:xfrm>
            <a:off x="4063800" y="2677350"/>
            <a:ext cx="4360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7" name="Google Shape;107;p4"/>
          <p:cNvSpPr txBox="1"/>
          <p:nvPr>
            <p:ph idx="2" type="title"/>
          </p:nvPr>
        </p:nvSpPr>
        <p:spPr>
          <a:xfrm>
            <a:off x="5468750" y="7317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08" name="Google Shape;108;p4"/>
          <p:cNvSpPr txBox="1"/>
          <p:nvPr>
            <p:ph idx="1" type="subTitle"/>
          </p:nvPr>
        </p:nvSpPr>
        <p:spPr>
          <a:xfrm rot="462">
            <a:off x="5127376" y="3972750"/>
            <a:ext cx="2233200" cy="63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9" name="Shape 109"/>
        <p:cNvGrpSpPr/>
        <p:nvPr/>
      </p:nvGrpSpPr>
      <p:grpSpPr>
        <a:xfrm>
          <a:off x="0" y="0"/>
          <a:ext cx="0" cy="0"/>
          <a:chOff x="0" y="0"/>
          <a:chExt cx="0" cy="0"/>
        </a:xfrm>
      </p:grpSpPr>
      <p:sp>
        <p:nvSpPr>
          <p:cNvPr id="110" name="Google Shape;110;p5"/>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1" name="Google Shape;111;p5"/>
          <p:cNvGrpSpPr/>
          <p:nvPr/>
        </p:nvGrpSpPr>
        <p:grpSpPr>
          <a:xfrm>
            <a:off x="-12825" y="-92425"/>
            <a:ext cx="9277475" cy="5339875"/>
            <a:chOff x="-12825" y="-92425"/>
            <a:chExt cx="9277475" cy="5339875"/>
          </a:xfrm>
        </p:grpSpPr>
        <p:cxnSp>
          <p:nvCxnSpPr>
            <p:cNvPr id="112" name="Google Shape;112;p5"/>
            <p:cNvCxnSpPr/>
            <p:nvPr/>
          </p:nvCxnSpPr>
          <p:spPr>
            <a:xfrm>
              <a:off x="7595400" y="-15300"/>
              <a:ext cx="1566600" cy="3649800"/>
            </a:xfrm>
            <a:prstGeom prst="straightConnector1">
              <a:avLst/>
            </a:prstGeom>
            <a:noFill/>
            <a:ln cap="rnd" cmpd="sng" w="9525">
              <a:solidFill>
                <a:schemeClr val="accent4"/>
              </a:solidFill>
              <a:prstDash val="solid"/>
              <a:round/>
              <a:headEnd len="sm" w="sm" type="none"/>
              <a:tailEnd len="sm" w="sm" type="none"/>
            </a:ln>
          </p:spPr>
        </p:cxnSp>
        <p:cxnSp>
          <p:nvCxnSpPr>
            <p:cNvPr id="113" name="Google Shape;113;p5"/>
            <p:cNvCxnSpPr/>
            <p:nvPr/>
          </p:nvCxnSpPr>
          <p:spPr>
            <a:xfrm flipH="1">
              <a:off x="8397150" y="-53850"/>
              <a:ext cx="334200" cy="5301300"/>
            </a:xfrm>
            <a:prstGeom prst="straightConnector1">
              <a:avLst/>
            </a:prstGeom>
            <a:noFill/>
            <a:ln cap="rnd" cmpd="sng" w="9525">
              <a:solidFill>
                <a:schemeClr val="accent4"/>
              </a:solidFill>
              <a:prstDash val="solid"/>
              <a:round/>
              <a:headEnd len="sm" w="sm" type="none"/>
              <a:tailEnd len="sm" w="sm" type="none"/>
            </a:ln>
          </p:spPr>
        </p:cxnSp>
        <p:cxnSp>
          <p:nvCxnSpPr>
            <p:cNvPr id="114" name="Google Shape;114;p5"/>
            <p:cNvCxnSpPr/>
            <p:nvPr/>
          </p:nvCxnSpPr>
          <p:spPr>
            <a:xfrm flipH="1" rot="10800000">
              <a:off x="3442850" y="4604900"/>
              <a:ext cx="5821800" cy="552600"/>
            </a:xfrm>
            <a:prstGeom prst="straightConnector1">
              <a:avLst/>
            </a:prstGeom>
            <a:noFill/>
            <a:ln cap="rnd" cmpd="sng" w="9525">
              <a:solidFill>
                <a:schemeClr val="accent4"/>
              </a:solidFill>
              <a:prstDash val="solid"/>
              <a:round/>
              <a:headEnd len="sm" w="sm" type="none"/>
              <a:tailEnd len="sm" w="sm" type="none"/>
            </a:ln>
          </p:spPr>
        </p:cxnSp>
        <p:cxnSp>
          <p:nvCxnSpPr>
            <p:cNvPr id="115" name="Google Shape;115;p5"/>
            <p:cNvCxnSpPr/>
            <p:nvPr/>
          </p:nvCxnSpPr>
          <p:spPr>
            <a:xfrm>
              <a:off x="-12825" y="3075525"/>
              <a:ext cx="2949600" cy="2127000"/>
            </a:xfrm>
            <a:prstGeom prst="straightConnector1">
              <a:avLst/>
            </a:prstGeom>
            <a:noFill/>
            <a:ln cap="rnd" cmpd="sng" w="9525">
              <a:solidFill>
                <a:schemeClr val="accent4"/>
              </a:solidFill>
              <a:prstDash val="solid"/>
              <a:round/>
              <a:headEnd len="sm" w="sm" type="none"/>
              <a:tailEnd len="sm" w="sm" type="none"/>
            </a:ln>
          </p:spPr>
        </p:cxnSp>
        <p:cxnSp>
          <p:nvCxnSpPr>
            <p:cNvPr id="116" name="Google Shape;116;p5"/>
            <p:cNvCxnSpPr/>
            <p:nvPr/>
          </p:nvCxnSpPr>
          <p:spPr>
            <a:xfrm flipH="1" rot="10800000">
              <a:off x="147875" y="3962200"/>
              <a:ext cx="2750400" cy="1266000"/>
            </a:xfrm>
            <a:prstGeom prst="straightConnector1">
              <a:avLst/>
            </a:prstGeom>
            <a:noFill/>
            <a:ln cap="rnd" cmpd="sng" w="9525">
              <a:solidFill>
                <a:schemeClr val="accent4"/>
              </a:solidFill>
              <a:prstDash val="solid"/>
              <a:round/>
              <a:headEnd len="sm" w="sm" type="none"/>
              <a:tailEnd len="sm" w="sm" type="none"/>
            </a:ln>
          </p:spPr>
        </p:cxnSp>
        <p:cxnSp>
          <p:nvCxnSpPr>
            <p:cNvPr id="117" name="Google Shape;117;p5"/>
            <p:cNvCxnSpPr/>
            <p:nvPr/>
          </p:nvCxnSpPr>
          <p:spPr>
            <a:xfrm flipH="1">
              <a:off x="-12650" y="-92425"/>
              <a:ext cx="1047300" cy="3887700"/>
            </a:xfrm>
            <a:prstGeom prst="straightConnector1">
              <a:avLst/>
            </a:prstGeom>
            <a:noFill/>
            <a:ln cap="rnd" cmpd="sng" w="9525">
              <a:solidFill>
                <a:schemeClr val="accent4"/>
              </a:solidFill>
              <a:prstDash val="solid"/>
              <a:round/>
              <a:headEnd len="sm" w="sm" type="none"/>
              <a:tailEnd len="sm" w="sm" type="none"/>
            </a:ln>
          </p:spPr>
        </p:cxnSp>
        <p:grpSp>
          <p:nvGrpSpPr>
            <p:cNvPr id="118" name="Google Shape;118;p5"/>
            <p:cNvGrpSpPr/>
            <p:nvPr/>
          </p:nvGrpSpPr>
          <p:grpSpPr>
            <a:xfrm>
              <a:off x="8224354" y="1932425"/>
              <a:ext cx="718341" cy="718341"/>
              <a:chOff x="-83525" y="4333650"/>
              <a:chExt cx="539700" cy="539700"/>
            </a:xfrm>
          </p:grpSpPr>
          <p:sp>
            <p:nvSpPr>
              <p:cNvPr id="119" name="Google Shape;119;p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 name="Google Shape;121;p5"/>
            <p:cNvGrpSpPr/>
            <p:nvPr/>
          </p:nvGrpSpPr>
          <p:grpSpPr>
            <a:xfrm>
              <a:off x="8197378" y="4416357"/>
              <a:ext cx="533979" cy="533979"/>
              <a:chOff x="-83525" y="4333650"/>
              <a:chExt cx="539700" cy="539700"/>
            </a:xfrm>
          </p:grpSpPr>
          <p:sp>
            <p:nvSpPr>
              <p:cNvPr id="122" name="Google Shape;122;p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4" name="Google Shape;124;p5"/>
            <p:cNvGrpSpPr/>
            <p:nvPr/>
          </p:nvGrpSpPr>
          <p:grpSpPr>
            <a:xfrm>
              <a:off x="1483629" y="4040125"/>
              <a:ext cx="718341" cy="718341"/>
              <a:chOff x="-83525" y="4333650"/>
              <a:chExt cx="539700" cy="539700"/>
            </a:xfrm>
          </p:grpSpPr>
          <p:sp>
            <p:nvSpPr>
              <p:cNvPr id="125" name="Google Shape;125;p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7" name="Google Shape;127;p5"/>
            <p:cNvGrpSpPr/>
            <p:nvPr/>
          </p:nvGrpSpPr>
          <p:grpSpPr>
            <a:xfrm>
              <a:off x="-12648" y="3015155"/>
              <a:ext cx="334182" cy="334182"/>
              <a:chOff x="-83525" y="4333650"/>
              <a:chExt cx="539700" cy="539700"/>
            </a:xfrm>
          </p:grpSpPr>
          <p:sp>
            <p:nvSpPr>
              <p:cNvPr id="128" name="Google Shape;128;p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0" name="Google Shape;130;p5"/>
            <p:cNvGrpSpPr/>
            <p:nvPr/>
          </p:nvGrpSpPr>
          <p:grpSpPr>
            <a:xfrm>
              <a:off x="705394" y="372755"/>
              <a:ext cx="334182" cy="334182"/>
              <a:chOff x="-83525" y="4333650"/>
              <a:chExt cx="539700" cy="539700"/>
            </a:xfrm>
          </p:grpSpPr>
          <p:sp>
            <p:nvSpPr>
              <p:cNvPr id="131" name="Google Shape;131;p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33" name="Google Shape;133;p5"/>
          <p:cNvSpPr txBox="1"/>
          <p:nvPr>
            <p:ph idx="1" type="subTitle"/>
          </p:nvPr>
        </p:nvSpPr>
        <p:spPr>
          <a:xfrm>
            <a:off x="720000" y="1692750"/>
            <a:ext cx="2907600" cy="4773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000"/>
              <a:buFont typeface="Jua"/>
              <a:buNone/>
              <a:defRPr b="1" sz="2000">
                <a:latin typeface="Oxanium"/>
                <a:ea typeface="Oxanium"/>
                <a:cs typeface="Oxanium"/>
                <a:sym typeface="Oxanium"/>
              </a:defRPr>
            </a:lvl1pPr>
            <a:lvl2pPr lvl="1" algn="ctr">
              <a:lnSpc>
                <a:spcPct val="100000"/>
              </a:lnSpc>
              <a:spcBef>
                <a:spcPts val="0"/>
              </a:spcBef>
              <a:spcAft>
                <a:spcPts val="0"/>
              </a:spcAft>
              <a:buSzPts val="2000"/>
              <a:buFont typeface="Jua"/>
              <a:buNone/>
              <a:defRPr b="1" sz="2000">
                <a:latin typeface="Jua"/>
                <a:ea typeface="Jua"/>
                <a:cs typeface="Jua"/>
                <a:sym typeface="Jua"/>
              </a:defRPr>
            </a:lvl2pPr>
            <a:lvl3pPr lvl="2" algn="ctr">
              <a:lnSpc>
                <a:spcPct val="100000"/>
              </a:lnSpc>
              <a:spcBef>
                <a:spcPts val="1600"/>
              </a:spcBef>
              <a:spcAft>
                <a:spcPts val="0"/>
              </a:spcAft>
              <a:buSzPts val="2000"/>
              <a:buFont typeface="Jua"/>
              <a:buNone/>
              <a:defRPr b="1" sz="2000">
                <a:latin typeface="Jua"/>
                <a:ea typeface="Jua"/>
                <a:cs typeface="Jua"/>
                <a:sym typeface="Jua"/>
              </a:defRPr>
            </a:lvl3pPr>
            <a:lvl4pPr lvl="3" algn="ctr">
              <a:lnSpc>
                <a:spcPct val="100000"/>
              </a:lnSpc>
              <a:spcBef>
                <a:spcPts val="1600"/>
              </a:spcBef>
              <a:spcAft>
                <a:spcPts val="0"/>
              </a:spcAft>
              <a:buSzPts val="2000"/>
              <a:buFont typeface="Jua"/>
              <a:buNone/>
              <a:defRPr b="1" sz="2000">
                <a:latin typeface="Jua"/>
                <a:ea typeface="Jua"/>
                <a:cs typeface="Jua"/>
                <a:sym typeface="Jua"/>
              </a:defRPr>
            </a:lvl4pPr>
            <a:lvl5pPr lvl="4" algn="ctr">
              <a:lnSpc>
                <a:spcPct val="100000"/>
              </a:lnSpc>
              <a:spcBef>
                <a:spcPts val="1600"/>
              </a:spcBef>
              <a:spcAft>
                <a:spcPts val="0"/>
              </a:spcAft>
              <a:buSzPts val="2000"/>
              <a:buFont typeface="Jua"/>
              <a:buNone/>
              <a:defRPr b="1" sz="2000">
                <a:latin typeface="Jua"/>
                <a:ea typeface="Jua"/>
                <a:cs typeface="Jua"/>
                <a:sym typeface="Jua"/>
              </a:defRPr>
            </a:lvl5pPr>
            <a:lvl6pPr lvl="5" algn="ctr">
              <a:lnSpc>
                <a:spcPct val="100000"/>
              </a:lnSpc>
              <a:spcBef>
                <a:spcPts val="1600"/>
              </a:spcBef>
              <a:spcAft>
                <a:spcPts val="0"/>
              </a:spcAft>
              <a:buSzPts val="2000"/>
              <a:buFont typeface="Jua"/>
              <a:buNone/>
              <a:defRPr b="1" sz="2000">
                <a:latin typeface="Jua"/>
                <a:ea typeface="Jua"/>
                <a:cs typeface="Jua"/>
                <a:sym typeface="Jua"/>
              </a:defRPr>
            </a:lvl6pPr>
            <a:lvl7pPr lvl="6" algn="ctr">
              <a:lnSpc>
                <a:spcPct val="100000"/>
              </a:lnSpc>
              <a:spcBef>
                <a:spcPts val="1600"/>
              </a:spcBef>
              <a:spcAft>
                <a:spcPts val="0"/>
              </a:spcAft>
              <a:buSzPts val="2000"/>
              <a:buFont typeface="Jua"/>
              <a:buNone/>
              <a:defRPr b="1" sz="2000">
                <a:latin typeface="Jua"/>
                <a:ea typeface="Jua"/>
                <a:cs typeface="Jua"/>
                <a:sym typeface="Jua"/>
              </a:defRPr>
            </a:lvl7pPr>
            <a:lvl8pPr lvl="7" algn="ctr">
              <a:lnSpc>
                <a:spcPct val="100000"/>
              </a:lnSpc>
              <a:spcBef>
                <a:spcPts val="1600"/>
              </a:spcBef>
              <a:spcAft>
                <a:spcPts val="0"/>
              </a:spcAft>
              <a:buSzPts val="2000"/>
              <a:buFont typeface="Jua"/>
              <a:buNone/>
              <a:defRPr b="1" sz="2000">
                <a:latin typeface="Jua"/>
                <a:ea typeface="Jua"/>
                <a:cs typeface="Jua"/>
                <a:sym typeface="Jua"/>
              </a:defRPr>
            </a:lvl8pPr>
            <a:lvl9pPr lvl="8" algn="ctr">
              <a:lnSpc>
                <a:spcPct val="100000"/>
              </a:lnSpc>
              <a:spcBef>
                <a:spcPts val="1600"/>
              </a:spcBef>
              <a:spcAft>
                <a:spcPts val="1600"/>
              </a:spcAft>
              <a:buSzPts val="2000"/>
              <a:buFont typeface="Jua"/>
              <a:buNone/>
              <a:defRPr b="1" sz="2000">
                <a:latin typeface="Jua"/>
                <a:ea typeface="Jua"/>
                <a:cs typeface="Jua"/>
                <a:sym typeface="Jua"/>
              </a:defRPr>
            </a:lvl9pPr>
          </a:lstStyle>
          <a:p/>
        </p:txBody>
      </p:sp>
      <p:sp>
        <p:nvSpPr>
          <p:cNvPr id="134" name="Google Shape;134;p5"/>
          <p:cNvSpPr txBox="1"/>
          <p:nvPr>
            <p:ph idx="2" type="subTitle"/>
          </p:nvPr>
        </p:nvSpPr>
        <p:spPr>
          <a:xfrm>
            <a:off x="5516400" y="3158775"/>
            <a:ext cx="2907600" cy="477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Font typeface="Jua"/>
              <a:buNone/>
              <a:defRPr b="1" sz="2000">
                <a:latin typeface="Oxanium"/>
                <a:ea typeface="Oxanium"/>
                <a:cs typeface="Oxanium"/>
                <a:sym typeface="Oxanium"/>
              </a:defRPr>
            </a:lvl1pPr>
            <a:lvl2pPr lvl="1" algn="ctr">
              <a:lnSpc>
                <a:spcPct val="100000"/>
              </a:lnSpc>
              <a:spcBef>
                <a:spcPts val="0"/>
              </a:spcBef>
              <a:spcAft>
                <a:spcPts val="0"/>
              </a:spcAft>
              <a:buSzPts val="2000"/>
              <a:buFont typeface="Jua"/>
              <a:buNone/>
              <a:defRPr b="1" sz="2000">
                <a:latin typeface="Jua"/>
                <a:ea typeface="Jua"/>
                <a:cs typeface="Jua"/>
                <a:sym typeface="Jua"/>
              </a:defRPr>
            </a:lvl2pPr>
            <a:lvl3pPr lvl="2" algn="ctr">
              <a:lnSpc>
                <a:spcPct val="100000"/>
              </a:lnSpc>
              <a:spcBef>
                <a:spcPts val="1600"/>
              </a:spcBef>
              <a:spcAft>
                <a:spcPts val="0"/>
              </a:spcAft>
              <a:buSzPts val="2000"/>
              <a:buFont typeface="Jua"/>
              <a:buNone/>
              <a:defRPr b="1" sz="2000">
                <a:latin typeface="Jua"/>
                <a:ea typeface="Jua"/>
                <a:cs typeface="Jua"/>
                <a:sym typeface="Jua"/>
              </a:defRPr>
            </a:lvl3pPr>
            <a:lvl4pPr lvl="3" algn="ctr">
              <a:lnSpc>
                <a:spcPct val="100000"/>
              </a:lnSpc>
              <a:spcBef>
                <a:spcPts val="1600"/>
              </a:spcBef>
              <a:spcAft>
                <a:spcPts val="0"/>
              </a:spcAft>
              <a:buSzPts val="2000"/>
              <a:buFont typeface="Jua"/>
              <a:buNone/>
              <a:defRPr b="1" sz="2000">
                <a:latin typeface="Jua"/>
                <a:ea typeface="Jua"/>
                <a:cs typeface="Jua"/>
                <a:sym typeface="Jua"/>
              </a:defRPr>
            </a:lvl4pPr>
            <a:lvl5pPr lvl="4" algn="ctr">
              <a:lnSpc>
                <a:spcPct val="100000"/>
              </a:lnSpc>
              <a:spcBef>
                <a:spcPts val="1600"/>
              </a:spcBef>
              <a:spcAft>
                <a:spcPts val="0"/>
              </a:spcAft>
              <a:buSzPts val="2000"/>
              <a:buFont typeface="Jua"/>
              <a:buNone/>
              <a:defRPr b="1" sz="2000">
                <a:latin typeface="Jua"/>
                <a:ea typeface="Jua"/>
                <a:cs typeface="Jua"/>
                <a:sym typeface="Jua"/>
              </a:defRPr>
            </a:lvl5pPr>
            <a:lvl6pPr lvl="5" algn="ctr">
              <a:lnSpc>
                <a:spcPct val="100000"/>
              </a:lnSpc>
              <a:spcBef>
                <a:spcPts val="1600"/>
              </a:spcBef>
              <a:spcAft>
                <a:spcPts val="0"/>
              </a:spcAft>
              <a:buSzPts val="2000"/>
              <a:buFont typeface="Jua"/>
              <a:buNone/>
              <a:defRPr b="1" sz="2000">
                <a:latin typeface="Jua"/>
                <a:ea typeface="Jua"/>
                <a:cs typeface="Jua"/>
                <a:sym typeface="Jua"/>
              </a:defRPr>
            </a:lvl6pPr>
            <a:lvl7pPr lvl="6" algn="ctr">
              <a:lnSpc>
                <a:spcPct val="100000"/>
              </a:lnSpc>
              <a:spcBef>
                <a:spcPts val="1600"/>
              </a:spcBef>
              <a:spcAft>
                <a:spcPts val="0"/>
              </a:spcAft>
              <a:buSzPts val="2000"/>
              <a:buFont typeface="Jua"/>
              <a:buNone/>
              <a:defRPr b="1" sz="2000">
                <a:latin typeface="Jua"/>
                <a:ea typeface="Jua"/>
                <a:cs typeface="Jua"/>
                <a:sym typeface="Jua"/>
              </a:defRPr>
            </a:lvl7pPr>
            <a:lvl8pPr lvl="7" algn="ctr">
              <a:lnSpc>
                <a:spcPct val="100000"/>
              </a:lnSpc>
              <a:spcBef>
                <a:spcPts val="1600"/>
              </a:spcBef>
              <a:spcAft>
                <a:spcPts val="0"/>
              </a:spcAft>
              <a:buSzPts val="2000"/>
              <a:buFont typeface="Jua"/>
              <a:buNone/>
              <a:defRPr b="1" sz="2000">
                <a:latin typeface="Jua"/>
                <a:ea typeface="Jua"/>
                <a:cs typeface="Jua"/>
                <a:sym typeface="Jua"/>
              </a:defRPr>
            </a:lvl8pPr>
            <a:lvl9pPr lvl="8" algn="ctr">
              <a:lnSpc>
                <a:spcPct val="100000"/>
              </a:lnSpc>
              <a:spcBef>
                <a:spcPts val="1600"/>
              </a:spcBef>
              <a:spcAft>
                <a:spcPts val="1600"/>
              </a:spcAft>
              <a:buSzPts val="2000"/>
              <a:buFont typeface="Jua"/>
              <a:buNone/>
              <a:defRPr b="1" sz="2000">
                <a:latin typeface="Jua"/>
                <a:ea typeface="Jua"/>
                <a:cs typeface="Jua"/>
                <a:sym typeface="Jua"/>
              </a:defRPr>
            </a:lvl9pPr>
          </a:lstStyle>
          <a:p/>
        </p:txBody>
      </p:sp>
      <p:sp>
        <p:nvSpPr>
          <p:cNvPr id="135" name="Google Shape;135;p5"/>
          <p:cNvSpPr txBox="1"/>
          <p:nvPr>
            <p:ph idx="3" type="subTitle"/>
          </p:nvPr>
        </p:nvSpPr>
        <p:spPr>
          <a:xfrm>
            <a:off x="720000" y="2073850"/>
            <a:ext cx="2907600" cy="816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6" name="Google Shape;136;p5"/>
          <p:cNvSpPr txBox="1"/>
          <p:nvPr>
            <p:ph idx="4" type="subTitle"/>
          </p:nvPr>
        </p:nvSpPr>
        <p:spPr>
          <a:xfrm>
            <a:off x="5516400" y="3539875"/>
            <a:ext cx="2907600" cy="81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7" name="Google Shape;137;p5"/>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8" name="Shape 138"/>
        <p:cNvGrpSpPr/>
        <p:nvPr/>
      </p:nvGrpSpPr>
      <p:grpSpPr>
        <a:xfrm>
          <a:off x="0" y="0"/>
          <a:ext cx="0" cy="0"/>
          <a:chOff x="0" y="0"/>
          <a:chExt cx="0" cy="0"/>
        </a:xfrm>
      </p:grpSpPr>
      <p:grpSp>
        <p:nvGrpSpPr>
          <p:cNvPr id="139" name="Google Shape;139;p6"/>
          <p:cNvGrpSpPr/>
          <p:nvPr/>
        </p:nvGrpSpPr>
        <p:grpSpPr>
          <a:xfrm>
            <a:off x="0" y="0"/>
            <a:ext cx="9144000" cy="5143500"/>
            <a:chOff x="0" y="0"/>
            <a:chExt cx="9144000" cy="5143500"/>
          </a:xfrm>
        </p:grpSpPr>
        <p:sp>
          <p:nvSpPr>
            <p:cNvPr id="140" name="Google Shape;140;p6"/>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6"/>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 name="Google Shape;142;p6"/>
          <p:cNvGrpSpPr/>
          <p:nvPr/>
        </p:nvGrpSpPr>
        <p:grpSpPr>
          <a:xfrm>
            <a:off x="-12750" y="-92425"/>
            <a:ext cx="9188775" cy="5282075"/>
            <a:chOff x="-12750" y="-92425"/>
            <a:chExt cx="9188775" cy="5282075"/>
          </a:xfrm>
        </p:grpSpPr>
        <p:cxnSp>
          <p:nvCxnSpPr>
            <p:cNvPr id="143" name="Google Shape;143;p6"/>
            <p:cNvCxnSpPr/>
            <p:nvPr/>
          </p:nvCxnSpPr>
          <p:spPr>
            <a:xfrm>
              <a:off x="7254825" y="-73150"/>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144" name="Google Shape;144;p6"/>
            <p:cNvCxnSpPr/>
            <p:nvPr/>
          </p:nvCxnSpPr>
          <p:spPr>
            <a:xfrm flipH="1">
              <a:off x="-6475" y="-53850"/>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145" name="Google Shape;145;p6"/>
            <p:cNvCxnSpPr/>
            <p:nvPr/>
          </p:nvCxnSpPr>
          <p:spPr>
            <a:xfrm flipH="1">
              <a:off x="-12750" y="-92425"/>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146" name="Google Shape;146;p6"/>
            <p:cNvCxnSpPr/>
            <p:nvPr/>
          </p:nvCxnSpPr>
          <p:spPr>
            <a:xfrm flipH="1" rot="10800000">
              <a:off x="8604325" y="2561350"/>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147" name="Google Shape;147;p6"/>
            <p:cNvGrpSpPr/>
            <p:nvPr/>
          </p:nvGrpSpPr>
          <p:grpSpPr>
            <a:xfrm>
              <a:off x="120119" y="996242"/>
              <a:ext cx="419725" cy="419725"/>
              <a:chOff x="-83525" y="4333650"/>
              <a:chExt cx="539700" cy="539700"/>
            </a:xfrm>
          </p:grpSpPr>
          <p:sp>
            <p:nvSpPr>
              <p:cNvPr id="148" name="Google Shape;148;p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0" name="Google Shape;150;p6"/>
            <p:cNvGrpSpPr/>
            <p:nvPr/>
          </p:nvGrpSpPr>
          <p:grpSpPr>
            <a:xfrm>
              <a:off x="8126742" y="240026"/>
              <a:ext cx="599661" cy="599607"/>
              <a:chOff x="-83525" y="4333650"/>
              <a:chExt cx="539700" cy="539700"/>
            </a:xfrm>
          </p:grpSpPr>
          <p:sp>
            <p:nvSpPr>
              <p:cNvPr id="151" name="Google Shape;151;p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3" name="Google Shape;153;p6"/>
            <p:cNvGrpSpPr/>
            <p:nvPr/>
          </p:nvGrpSpPr>
          <p:grpSpPr>
            <a:xfrm>
              <a:off x="8756294" y="3264592"/>
              <a:ext cx="419725" cy="419725"/>
              <a:chOff x="-83525" y="4333650"/>
              <a:chExt cx="539700" cy="539700"/>
            </a:xfrm>
          </p:grpSpPr>
          <p:sp>
            <p:nvSpPr>
              <p:cNvPr id="154" name="Google Shape;154;p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56" name="Google Shape;156;p6"/>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7" name="Shape 157"/>
        <p:cNvGrpSpPr/>
        <p:nvPr/>
      </p:nvGrpSpPr>
      <p:grpSpPr>
        <a:xfrm>
          <a:off x="0" y="0"/>
          <a:ext cx="0" cy="0"/>
          <a:chOff x="0" y="0"/>
          <a:chExt cx="0" cy="0"/>
        </a:xfrm>
      </p:grpSpPr>
      <p:grpSp>
        <p:nvGrpSpPr>
          <p:cNvPr id="158" name="Google Shape;158;p7"/>
          <p:cNvGrpSpPr/>
          <p:nvPr/>
        </p:nvGrpSpPr>
        <p:grpSpPr>
          <a:xfrm flipH="1" rot="10800000">
            <a:off x="0" y="0"/>
            <a:ext cx="9144000" cy="5143500"/>
            <a:chOff x="0" y="0"/>
            <a:chExt cx="9144000" cy="5143500"/>
          </a:xfrm>
        </p:grpSpPr>
        <p:sp>
          <p:nvSpPr>
            <p:cNvPr id="159" name="Google Shape;159;p7"/>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7"/>
            <p:cNvSpPr/>
            <p:nvPr/>
          </p:nvSpPr>
          <p:spPr>
            <a:xfrm>
              <a:off x="0" y="0"/>
              <a:ext cx="9144000" cy="5143500"/>
            </a:xfrm>
            <a:prstGeom prst="rect">
              <a:avLst/>
            </a:prstGeom>
            <a:gradFill>
              <a:gsLst>
                <a:gs pos="0">
                  <a:srgbClr val="20F8FD">
                    <a:alpha val="28235"/>
                  </a:srgbClr>
                </a:gs>
                <a:gs pos="50000">
                  <a:srgbClr val="0182AA">
                    <a:alpha val="35294"/>
                  </a:srgbClr>
                </a:gs>
                <a:gs pos="63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p7"/>
          <p:cNvGrpSpPr/>
          <p:nvPr/>
        </p:nvGrpSpPr>
        <p:grpSpPr>
          <a:xfrm>
            <a:off x="-24925" y="-58550"/>
            <a:ext cx="9280375" cy="5214400"/>
            <a:chOff x="-24925" y="-58550"/>
            <a:chExt cx="9280375" cy="5214400"/>
          </a:xfrm>
        </p:grpSpPr>
        <p:cxnSp>
          <p:nvCxnSpPr>
            <p:cNvPr id="162" name="Google Shape;162;p7"/>
            <p:cNvCxnSpPr/>
            <p:nvPr/>
          </p:nvCxnSpPr>
          <p:spPr>
            <a:xfrm>
              <a:off x="6519450" y="-46075"/>
              <a:ext cx="2736000" cy="949800"/>
            </a:xfrm>
            <a:prstGeom prst="straightConnector1">
              <a:avLst/>
            </a:prstGeom>
            <a:noFill/>
            <a:ln cap="rnd" cmpd="sng" w="9525">
              <a:solidFill>
                <a:schemeClr val="accent4"/>
              </a:solidFill>
              <a:prstDash val="solid"/>
              <a:round/>
              <a:headEnd len="sm" w="sm" type="none"/>
              <a:tailEnd len="sm" w="sm" type="none"/>
            </a:ln>
          </p:spPr>
        </p:cxnSp>
        <p:grpSp>
          <p:nvGrpSpPr>
            <p:cNvPr id="163" name="Google Shape;163;p7"/>
            <p:cNvGrpSpPr/>
            <p:nvPr/>
          </p:nvGrpSpPr>
          <p:grpSpPr>
            <a:xfrm>
              <a:off x="8355390" y="368163"/>
              <a:ext cx="718341" cy="718341"/>
              <a:chOff x="-83525" y="4333650"/>
              <a:chExt cx="539700" cy="539700"/>
            </a:xfrm>
          </p:grpSpPr>
          <p:sp>
            <p:nvSpPr>
              <p:cNvPr id="164" name="Google Shape;164;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6" name="Google Shape;166;p7"/>
            <p:cNvGrpSpPr/>
            <p:nvPr/>
          </p:nvGrpSpPr>
          <p:grpSpPr>
            <a:xfrm>
              <a:off x="8100801" y="168547"/>
              <a:ext cx="265640" cy="265640"/>
              <a:chOff x="-83525" y="4333650"/>
              <a:chExt cx="539700" cy="539700"/>
            </a:xfrm>
          </p:grpSpPr>
          <p:sp>
            <p:nvSpPr>
              <p:cNvPr id="167" name="Google Shape;167;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69" name="Google Shape;169;p7"/>
            <p:cNvCxnSpPr/>
            <p:nvPr/>
          </p:nvCxnSpPr>
          <p:spPr>
            <a:xfrm>
              <a:off x="8552850" y="-58550"/>
              <a:ext cx="613500" cy="3070800"/>
            </a:xfrm>
            <a:prstGeom prst="straightConnector1">
              <a:avLst/>
            </a:prstGeom>
            <a:noFill/>
            <a:ln cap="rnd" cmpd="sng" w="9525">
              <a:solidFill>
                <a:schemeClr val="accent4"/>
              </a:solidFill>
              <a:prstDash val="solid"/>
              <a:round/>
              <a:headEnd len="sm" w="sm" type="none"/>
              <a:tailEnd len="sm" w="sm" type="none"/>
            </a:ln>
          </p:spPr>
        </p:cxnSp>
        <p:cxnSp>
          <p:nvCxnSpPr>
            <p:cNvPr id="170" name="Google Shape;170;p7"/>
            <p:cNvCxnSpPr/>
            <p:nvPr/>
          </p:nvCxnSpPr>
          <p:spPr>
            <a:xfrm>
              <a:off x="406150" y="-46075"/>
              <a:ext cx="261900" cy="5195700"/>
            </a:xfrm>
            <a:prstGeom prst="straightConnector1">
              <a:avLst/>
            </a:prstGeom>
            <a:noFill/>
            <a:ln cap="rnd" cmpd="sng" w="9525">
              <a:solidFill>
                <a:schemeClr val="accent4"/>
              </a:solidFill>
              <a:prstDash val="solid"/>
              <a:round/>
              <a:headEnd len="sm" w="sm" type="none"/>
              <a:tailEnd len="sm" w="sm" type="none"/>
            </a:ln>
          </p:spPr>
        </p:cxnSp>
        <p:cxnSp>
          <p:nvCxnSpPr>
            <p:cNvPr id="171" name="Google Shape;171;p7"/>
            <p:cNvCxnSpPr/>
            <p:nvPr/>
          </p:nvCxnSpPr>
          <p:spPr>
            <a:xfrm>
              <a:off x="-24925" y="4326350"/>
              <a:ext cx="6293400" cy="829500"/>
            </a:xfrm>
            <a:prstGeom prst="straightConnector1">
              <a:avLst/>
            </a:prstGeom>
            <a:noFill/>
            <a:ln cap="rnd" cmpd="sng" w="9525">
              <a:solidFill>
                <a:schemeClr val="accent4"/>
              </a:solidFill>
              <a:prstDash val="solid"/>
              <a:round/>
              <a:headEnd len="sm" w="sm" type="none"/>
              <a:tailEnd len="sm" w="sm" type="none"/>
            </a:ln>
          </p:spPr>
        </p:cxnSp>
        <p:grpSp>
          <p:nvGrpSpPr>
            <p:cNvPr id="172" name="Google Shape;172;p7"/>
            <p:cNvGrpSpPr/>
            <p:nvPr/>
          </p:nvGrpSpPr>
          <p:grpSpPr>
            <a:xfrm>
              <a:off x="952751" y="4809147"/>
              <a:ext cx="265640" cy="265640"/>
              <a:chOff x="-83525" y="4333650"/>
              <a:chExt cx="539700" cy="539700"/>
            </a:xfrm>
          </p:grpSpPr>
          <p:sp>
            <p:nvSpPr>
              <p:cNvPr id="173" name="Google Shape;173;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5" name="Google Shape;175;p7"/>
            <p:cNvGrpSpPr/>
            <p:nvPr/>
          </p:nvGrpSpPr>
          <p:grpSpPr>
            <a:xfrm>
              <a:off x="216751" y="4572122"/>
              <a:ext cx="265640" cy="265640"/>
              <a:chOff x="-83525" y="4333650"/>
              <a:chExt cx="539700" cy="539700"/>
            </a:xfrm>
          </p:grpSpPr>
          <p:sp>
            <p:nvSpPr>
              <p:cNvPr id="176" name="Google Shape;176;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8" name="Google Shape;178;p7"/>
            <p:cNvGrpSpPr/>
            <p:nvPr/>
          </p:nvGrpSpPr>
          <p:grpSpPr>
            <a:xfrm>
              <a:off x="3553751" y="4470672"/>
              <a:ext cx="265640" cy="265640"/>
              <a:chOff x="-83525" y="4333650"/>
              <a:chExt cx="539700" cy="539700"/>
            </a:xfrm>
          </p:grpSpPr>
          <p:sp>
            <p:nvSpPr>
              <p:cNvPr id="179" name="Google Shape;179;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1" name="Google Shape;181;p7"/>
            <p:cNvGrpSpPr/>
            <p:nvPr/>
          </p:nvGrpSpPr>
          <p:grpSpPr>
            <a:xfrm>
              <a:off x="852951" y="168547"/>
              <a:ext cx="265640" cy="265640"/>
              <a:chOff x="-83525" y="4333650"/>
              <a:chExt cx="539700" cy="539700"/>
            </a:xfrm>
          </p:grpSpPr>
          <p:sp>
            <p:nvSpPr>
              <p:cNvPr id="182" name="Google Shape;182;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 name="Google Shape;184;p7"/>
            <p:cNvGrpSpPr/>
            <p:nvPr/>
          </p:nvGrpSpPr>
          <p:grpSpPr>
            <a:xfrm>
              <a:off x="185551" y="1478397"/>
              <a:ext cx="265640" cy="265640"/>
              <a:chOff x="-83525" y="4333650"/>
              <a:chExt cx="539700" cy="539700"/>
            </a:xfrm>
          </p:grpSpPr>
          <p:sp>
            <p:nvSpPr>
              <p:cNvPr id="185" name="Google Shape;185;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7" name="Google Shape;187;p7"/>
            <p:cNvGrpSpPr/>
            <p:nvPr/>
          </p:nvGrpSpPr>
          <p:grpSpPr>
            <a:xfrm>
              <a:off x="89588" y="456150"/>
              <a:ext cx="718341" cy="718341"/>
              <a:chOff x="-83525" y="4333650"/>
              <a:chExt cx="539700" cy="539700"/>
            </a:xfrm>
          </p:grpSpPr>
          <p:sp>
            <p:nvSpPr>
              <p:cNvPr id="188" name="Google Shape;188;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0" name="Google Shape;190;p7"/>
            <p:cNvGrpSpPr/>
            <p:nvPr/>
          </p:nvGrpSpPr>
          <p:grpSpPr>
            <a:xfrm>
              <a:off x="403375" y="4187471"/>
              <a:ext cx="477473" cy="477473"/>
              <a:chOff x="-83525" y="4333650"/>
              <a:chExt cx="539700" cy="539700"/>
            </a:xfrm>
          </p:grpSpPr>
          <p:sp>
            <p:nvSpPr>
              <p:cNvPr id="191" name="Google Shape;191;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93" name="Google Shape;193;p7"/>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194" name="Google Shape;194;p7"/>
          <p:cNvSpPr txBox="1"/>
          <p:nvPr>
            <p:ph idx="1" type="subTitle"/>
          </p:nvPr>
        </p:nvSpPr>
        <p:spPr>
          <a:xfrm rot="-232">
            <a:off x="720000" y="1994206"/>
            <a:ext cx="4451700" cy="2103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4"/>
              </a:buClr>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1600"/>
              </a:spcBef>
              <a:spcAft>
                <a:spcPts val="0"/>
              </a:spcAft>
              <a:buSzPts val="1400"/>
              <a:buChar char="■"/>
              <a:defRPr/>
            </a:lvl3pPr>
            <a:lvl4pPr lvl="3" algn="ctr">
              <a:lnSpc>
                <a:spcPct val="100000"/>
              </a:lnSpc>
              <a:spcBef>
                <a:spcPts val="1600"/>
              </a:spcBef>
              <a:spcAft>
                <a:spcPts val="0"/>
              </a:spcAft>
              <a:buSzPts val="1400"/>
              <a:buChar char="●"/>
              <a:defRPr/>
            </a:lvl4pPr>
            <a:lvl5pPr lvl="4" algn="ctr">
              <a:lnSpc>
                <a:spcPct val="100000"/>
              </a:lnSpc>
              <a:spcBef>
                <a:spcPts val="1600"/>
              </a:spcBef>
              <a:spcAft>
                <a:spcPts val="0"/>
              </a:spcAft>
              <a:buSzPts val="1400"/>
              <a:buChar char="○"/>
              <a:defRPr/>
            </a:lvl5pPr>
            <a:lvl6pPr lvl="5" algn="ctr">
              <a:lnSpc>
                <a:spcPct val="100000"/>
              </a:lnSpc>
              <a:spcBef>
                <a:spcPts val="1600"/>
              </a:spcBef>
              <a:spcAft>
                <a:spcPts val="0"/>
              </a:spcAft>
              <a:buSzPts val="1400"/>
              <a:buChar char="■"/>
              <a:defRPr/>
            </a:lvl6pPr>
            <a:lvl7pPr lvl="6" algn="ctr">
              <a:lnSpc>
                <a:spcPct val="100000"/>
              </a:lnSpc>
              <a:spcBef>
                <a:spcPts val="1600"/>
              </a:spcBef>
              <a:spcAft>
                <a:spcPts val="0"/>
              </a:spcAft>
              <a:buSzPts val="1400"/>
              <a:buChar char="●"/>
              <a:defRPr/>
            </a:lvl7pPr>
            <a:lvl8pPr lvl="7" algn="ctr">
              <a:lnSpc>
                <a:spcPct val="100000"/>
              </a:lnSpc>
              <a:spcBef>
                <a:spcPts val="1600"/>
              </a:spcBef>
              <a:spcAft>
                <a:spcPts val="0"/>
              </a:spcAft>
              <a:buSzPts val="1400"/>
              <a:buChar char="○"/>
              <a:defRPr/>
            </a:lvl8pPr>
            <a:lvl9pPr lvl="8" algn="ctr">
              <a:lnSpc>
                <a:spcPct val="100000"/>
              </a:lnSpc>
              <a:spcBef>
                <a:spcPts val="1600"/>
              </a:spcBef>
              <a:spcAft>
                <a:spcPts val="1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5" name="Shape 195"/>
        <p:cNvGrpSpPr/>
        <p:nvPr/>
      </p:nvGrpSpPr>
      <p:grpSpPr>
        <a:xfrm>
          <a:off x="0" y="0"/>
          <a:ext cx="0" cy="0"/>
          <a:chOff x="0" y="0"/>
          <a:chExt cx="0" cy="0"/>
        </a:xfrm>
      </p:grpSpPr>
      <p:grpSp>
        <p:nvGrpSpPr>
          <p:cNvPr id="196" name="Google Shape;196;p8"/>
          <p:cNvGrpSpPr/>
          <p:nvPr/>
        </p:nvGrpSpPr>
        <p:grpSpPr>
          <a:xfrm flipH="1" rot="10800000">
            <a:off x="0" y="0"/>
            <a:ext cx="9144000" cy="5143500"/>
            <a:chOff x="0" y="0"/>
            <a:chExt cx="9144000" cy="5143500"/>
          </a:xfrm>
        </p:grpSpPr>
        <p:sp>
          <p:nvSpPr>
            <p:cNvPr id="197" name="Google Shape;197;p8"/>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8"/>
            <p:cNvSpPr/>
            <p:nvPr/>
          </p:nvSpPr>
          <p:spPr>
            <a:xfrm>
              <a:off x="0" y="0"/>
              <a:ext cx="9144000" cy="5143500"/>
            </a:xfrm>
            <a:prstGeom prst="rect">
              <a:avLst/>
            </a:prstGeom>
            <a:gradFill>
              <a:gsLst>
                <a:gs pos="0">
                  <a:srgbClr val="20F8FD">
                    <a:alpha val="28235"/>
                  </a:srgbClr>
                </a:gs>
                <a:gs pos="50000">
                  <a:srgbClr val="0182AA">
                    <a:alpha val="35294"/>
                  </a:srgbClr>
                </a:gs>
                <a:gs pos="63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9" name="Google Shape;199;p8"/>
          <p:cNvGrpSpPr/>
          <p:nvPr/>
        </p:nvGrpSpPr>
        <p:grpSpPr>
          <a:xfrm rot="10800000">
            <a:off x="-24925" y="-37705"/>
            <a:ext cx="9280375" cy="5214400"/>
            <a:chOff x="-24925" y="-58550"/>
            <a:chExt cx="9280375" cy="5214400"/>
          </a:xfrm>
        </p:grpSpPr>
        <p:cxnSp>
          <p:nvCxnSpPr>
            <p:cNvPr id="200" name="Google Shape;200;p8"/>
            <p:cNvCxnSpPr/>
            <p:nvPr/>
          </p:nvCxnSpPr>
          <p:spPr>
            <a:xfrm>
              <a:off x="6519450" y="-46075"/>
              <a:ext cx="2736000" cy="949800"/>
            </a:xfrm>
            <a:prstGeom prst="straightConnector1">
              <a:avLst/>
            </a:prstGeom>
            <a:noFill/>
            <a:ln cap="rnd" cmpd="sng" w="9525">
              <a:solidFill>
                <a:schemeClr val="accent4"/>
              </a:solidFill>
              <a:prstDash val="solid"/>
              <a:round/>
              <a:headEnd len="sm" w="sm" type="none"/>
              <a:tailEnd len="sm" w="sm" type="none"/>
            </a:ln>
          </p:spPr>
        </p:cxnSp>
        <p:grpSp>
          <p:nvGrpSpPr>
            <p:cNvPr id="201" name="Google Shape;201;p8"/>
            <p:cNvGrpSpPr/>
            <p:nvPr/>
          </p:nvGrpSpPr>
          <p:grpSpPr>
            <a:xfrm>
              <a:off x="8355390" y="368163"/>
              <a:ext cx="718341" cy="718341"/>
              <a:chOff x="-83525" y="4333650"/>
              <a:chExt cx="539700" cy="539700"/>
            </a:xfrm>
          </p:grpSpPr>
          <p:sp>
            <p:nvSpPr>
              <p:cNvPr id="202" name="Google Shape;202;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4" name="Google Shape;204;p8"/>
            <p:cNvGrpSpPr/>
            <p:nvPr/>
          </p:nvGrpSpPr>
          <p:grpSpPr>
            <a:xfrm>
              <a:off x="8100801" y="168547"/>
              <a:ext cx="265640" cy="265640"/>
              <a:chOff x="-83525" y="4333650"/>
              <a:chExt cx="539700" cy="539700"/>
            </a:xfrm>
          </p:grpSpPr>
          <p:sp>
            <p:nvSpPr>
              <p:cNvPr id="205" name="Google Shape;205;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07" name="Google Shape;207;p8"/>
            <p:cNvCxnSpPr/>
            <p:nvPr/>
          </p:nvCxnSpPr>
          <p:spPr>
            <a:xfrm>
              <a:off x="8552850" y="-58550"/>
              <a:ext cx="690000" cy="3040200"/>
            </a:xfrm>
            <a:prstGeom prst="straightConnector1">
              <a:avLst/>
            </a:prstGeom>
            <a:noFill/>
            <a:ln cap="rnd" cmpd="sng" w="9525">
              <a:solidFill>
                <a:schemeClr val="accent4"/>
              </a:solidFill>
              <a:prstDash val="solid"/>
              <a:round/>
              <a:headEnd len="sm" w="sm" type="none"/>
              <a:tailEnd len="sm" w="sm" type="none"/>
            </a:ln>
          </p:spPr>
        </p:cxnSp>
        <p:cxnSp>
          <p:nvCxnSpPr>
            <p:cNvPr id="208" name="Google Shape;208;p8"/>
            <p:cNvCxnSpPr/>
            <p:nvPr/>
          </p:nvCxnSpPr>
          <p:spPr>
            <a:xfrm>
              <a:off x="406150" y="-46075"/>
              <a:ext cx="261900" cy="5195700"/>
            </a:xfrm>
            <a:prstGeom prst="straightConnector1">
              <a:avLst/>
            </a:prstGeom>
            <a:noFill/>
            <a:ln cap="rnd" cmpd="sng" w="9525">
              <a:solidFill>
                <a:schemeClr val="accent4"/>
              </a:solidFill>
              <a:prstDash val="solid"/>
              <a:round/>
              <a:headEnd len="sm" w="sm" type="none"/>
              <a:tailEnd len="sm" w="sm" type="none"/>
            </a:ln>
          </p:spPr>
        </p:cxnSp>
        <p:cxnSp>
          <p:nvCxnSpPr>
            <p:cNvPr id="209" name="Google Shape;209;p8"/>
            <p:cNvCxnSpPr/>
            <p:nvPr/>
          </p:nvCxnSpPr>
          <p:spPr>
            <a:xfrm>
              <a:off x="-24925" y="4326350"/>
              <a:ext cx="6293400" cy="829500"/>
            </a:xfrm>
            <a:prstGeom prst="straightConnector1">
              <a:avLst/>
            </a:prstGeom>
            <a:noFill/>
            <a:ln cap="rnd" cmpd="sng" w="9525">
              <a:solidFill>
                <a:schemeClr val="accent4"/>
              </a:solidFill>
              <a:prstDash val="solid"/>
              <a:round/>
              <a:headEnd len="sm" w="sm" type="none"/>
              <a:tailEnd len="sm" w="sm" type="none"/>
            </a:ln>
          </p:spPr>
        </p:cxnSp>
        <p:grpSp>
          <p:nvGrpSpPr>
            <p:cNvPr id="210" name="Google Shape;210;p8"/>
            <p:cNvGrpSpPr/>
            <p:nvPr/>
          </p:nvGrpSpPr>
          <p:grpSpPr>
            <a:xfrm>
              <a:off x="952751" y="4809147"/>
              <a:ext cx="265640" cy="265640"/>
              <a:chOff x="-83525" y="4333650"/>
              <a:chExt cx="539700" cy="539700"/>
            </a:xfrm>
          </p:grpSpPr>
          <p:sp>
            <p:nvSpPr>
              <p:cNvPr id="211" name="Google Shape;211;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3" name="Google Shape;213;p8"/>
            <p:cNvGrpSpPr/>
            <p:nvPr/>
          </p:nvGrpSpPr>
          <p:grpSpPr>
            <a:xfrm>
              <a:off x="216751" y="4572122"/>
              <a:ext cx="265640" cy="265640"/>
              <a:chOff x="-83525" y="4333650"/>
              <a:chExt cx="539700" cy="539700"/>
            </a:xfrm>
          </p:grpSpPr>
          <p:sp>
            <p:nvSpPr>
              <p:cNvPr id="214" name="Google Shape;214;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6" name="Google Shape;216;p8"/>
            <p:cNvGrpSpPr/>
            <p:nvPr/>
          </p:nvGrpSpPr>
          <p:grpSpPr>
            <a:xfrm>
              <a:off x="3553751" y="4470672"/>
              <a:ext cx="265640" cy="265640"/>
              <a:chOff x="-83525" y="4333650"/>
              <a:chExt cx="539700" cy="539700"/>
            </a:xfrm>
          </p:grpSpPr>
          <p:sp>
            <p:nvSpPr>
              <p:cNvPr id="217" name="Google Shape;217;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9" name="Google Shape;219;p8"/>
            <p:cNvGrpSpPr/>
            <p:nvPr/>
          </p:nvGrpSpPr>
          <p:grpSpPr>
            <a:xfrm>
              <a:off x="852951" y="168547"/>
              <a:ext cx="265640" cy="265640"/>
              <a:chOff x="-83525" y="4333650"/>
              <a:chExt cx="539700" cy="539700"/>
            </a:xfrm>
          </p:grpSpPr>
          <p:sp>
            <p:nvSpPr>
              <p:cNvPr id="220" name="Google Shape;220;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2" name="Google Shape;222;p8"/>
            <p:cNvGrpSpPr/>
            <p:nvPr/>
          </p:nvGrpSpPr>
          <p:grpSpPr>
            <a:xfrm>
              <a:off x="185551" y="1478397"/>
              <a:ext cx="265640" cy="265640"/>
              <a:chOff x="-83525" y="4333650"/>
              <a:chExt cx="539700" cy="539700"/>
            </a:xfrm>
          </p:grpSpPr>
          <p:sp>
            <p:nvSpPr>
              <p:cNvPr id="223" name="Google Shape;223;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5" name="Google Shape;225;p8"/>
            <p:cNvGrpSpPr/>
            <p:nvPr/>
          </p:nvGrpSpPr>
          <p:grpSpPr>
            <a:xfrm>
              <a:off x="89588" y="456150"/>
              <a:ext cx="718341" cy="718341"/>
              <a:chOff x="-83525" y="4333650"/>
              <a:chExt cx="539700" cy="539700"/>
            </a:xfrm>
          </p:grpSpPr>
          <p:sp>
            <p:nvSpPr>
              <p:cNvPr id="226" name="Google Shape;226;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 name="Google Shape;228;p8"/>
            <p:cNvGrpSpPr/>
            <p:nvPr/>
          </p:nvGrpSpPr>
          <p:grpSpPr>
            <a:xfrm>
              <a:off x="403375" y="4187471"/>
              <a:ext cx="477473" cy="477473"/>
              <a:chOff x="-83525" y="4333650"/>
              <a:chExt cx="539700" cy="539700"/>
            </a:xfrm>
          </p:grpSpPr>
          <p:sp>
            <p:nvSpPr>
              <p:cNvPr id="229" name="Google Shape;229;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31" name="Google Shape;231;p8"/>
          <p:cNvSpPr txBox="1"/>
          <p:nvPr>
            <p:ph type="title"/>
          </p:nvPr>
        </p:nvSpPr>
        <p:spPr>
          <a:xfrm>
            <a:off x="1178850" y="970500"/>
            <a:ext cx="6786300" cy="320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9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32" name="Shape 232"/>
        <p:cNvGrpSpPr/>
        <p:nvPr/>
      </p:nvGrpSpPr>
      <p:grpSpPr>
        <a:xfrm>
          <a:off x="0" y="0"/>
          <a:ext cx="0" cy="0"/>
          <a:chOff x="0" y="0"/>
          <a:chExt cx="0" cy="0"/>
        </a:xfrm>
      </p:grpSpPr>
      <p:grpSp>
        <p:nvGrpSpPr>
          <p:cNvPr id="233" name="Google Shape;233;p9"/>
          <p:cNvGrpSpPr/>
          <p:nvPr/>
        </p:nvGrpSpPr>
        <p:grpSpPr>
          <a:xfrm flipH="1" rot="10800000">
            <a:off x="0" y="0"/>
            <a:ext cx="9144000" cy="5143500"/>
            <a:chOff x="0" y="0"/>
            <a:chExt cx="9144000" cy="5143500"/>
          </a:xfrm>
        </p:grpSpPr>
        <p:sp>
          <p:nvSpPr>
            <p:cNvPr id="234" name="Google Shape;234;p9"/>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9"/>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6" name="Google Shape;236;p9"/>
          <p:cNvGrpSpPr/>
          <p:nvPr/>
        </p:nvGrpSpPr>
        <p:grpSpPr>
          <a:xfrm rot="10800000">
            <a:off x="-12750" y="-92425"/>
            <a:ext cx="9188775" cy="5282075"/>
            <a:chOff x="-12750" y="-92425"/>
            <a:chExt cx="9188775" cy="5282075"/>
          </a:xfrm>
        </p:grpSpPr>
        <p:cxnSp>
          <p:nvCxnSpPr>
            <p:cNvPr id="237" name="Google Shape;237;p9"/>
            <p:cNvCxnSpPr/>
            <p:nvPr/>
          </p:nvCxnSpPr>
          <p:spPr>
            <a:xfrm>
              <a:off x="7254825" y="-73150"/>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238" name="Google Shape;238;p9"/>
            <p:cNvCxnSpPr/>
            <p:nvPr/>
          </p:nvCxnSpPr>
          <p:spPr>
            <a:xfrm flipH="1">
              <a:off x="-6475" y="-53850"/>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239" name="Google Shape;239;p9"/>
            <p:cNvCxnSpPr/>
            <p:nvPr/>
          </p:nvCxnSpPr>
          <p:spPr>
            <a:xfrm flipH="1">
              <a:off x="-12750" y="-92425"/>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240" name="Google Shape;240;p9"/>
            <p:cNvCxnSpPr/>
            <p:nvPr/>
          </p:nvCxnSpPr>
          <p:spPr>
            <a:xfrm flipH="1" rot="10800000">
              <a:off x="8604325" y="2561350"/>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241" name="Google Shape;241;p9"/>
            <p:cNvGrpSpPr/>
            <p:nvPr/>
          </p:nvGrpSpPr>
          <p:grpSpPr>
            <a:xfrm>
              <a:off x="120119" y="996242"/>
              <a:ext cx="419725" cy="419725"/>
              <a:chOff x="-83525" y="4333650"/>
              <a:chExt cx="539700" cy="539700"/>
            </a:xfrm>
          </p:grpSpPr>
          <p:sp>
            <p:nvSpPr>
              <p:cNvPr id="242" name="Google Shape;242;p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4" name="Google Shape;244;p9"/>
            <p:cNvGrpSpPr/>
            <p:nvPr/>
          </p:nvGrpSpPr>
          <p:grpSpPr>
            <a:xfrm>
              <a:off x="8126742" y="240026"/>
              <a:ext cx="599661" cy="599607"/>
              <a:chOff x="-83525" y="4333650"/>
              <a:chExt cx="539700" cy="539700"/>
            </a:xfrm>
          </p:grpSpPr>
          <p:sp>
            <p:nvSpPr>
              <p:cNvPr id="245" name="Google Shape;245;p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7" name="Google Shape;247;p9"/>
            <p:cNvGrpSpPr/>
            <p:nvPr/>
          </p:nvGrpSpPr>
          <p:grpSpPr>
            <a:xfrm>
              <a:off x="8756294" y="3264592"/>
              <a:ext cx="419725" cy="419725"/>
              <a:chOff x="-83525" y="4333650"/>
              <a:chExt cx="539700" cy="539700"/>
            </a:xfrm>
          </p:grpSpPr>
          <p:sp>
            <p:nvSpPr>
              <p:cNvPr id="248" name="Google Shape;248;p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50" name="Google Shape;250;p9"/>
          <p:cNvSpPr txBox="1"/>
          <p:nvPr>
            <p:ph type="title"/>
          </p:nvPr>
        </p:nvSpPr>
        <p:spPr>
          <a:xfrm>
            <a:off x="2251675" y="951375"/>
            <a:ext cx="4640700" cy="2063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6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1" name="Google Shape;251;p9"/>
          <p:cNvSpPr txBox="1"/>
          <p:nvPr>
            <p:ph idx="1" type="subTitle"/>
          </p:nvPr>
        </p:nvSpPr>
        <p:spPr>
          <a:xfrm>
            <a:off x="2070600" y="2988825"/>
            <a:ext cx="5002800" cy="1203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2" name="Shape 252"/>
        <p:cNvGrpSpPr/>
        <p:nvPr/>
      </p:nvGrpSpPr>
      <p:grpSpPr>
        <a:xfrm>
          <a:off x="0" y="0"/>
          <a:ext cx="0" cy="0"/>
          <a:chOff x="0" y="0"/>
          <a:chExt cx="0" cy="0"/>
        </a:xfrm>
      </p:grpSpPr>
      <p:grpSp>
        <p:nvGrpSpPr>
          <p:cNvPr id="253" name="Google Shape;253;p10"/>
          <p:cNvGrpSpPr/>
          <p:nvPr/>
        </p:nvGrpSpPr>
        <p:grpSpPr>
          <a:xfrm>
            <a:off x="0" y="0"/>
            <a:ext cx="9144000" cy="5143500"/>
            <a:chOff x="0" y="0"/>
            <a:chExt cx="9144000" cy="5143500"/>
          </a:xfrm>
        </p:grpSpPr>
        <p:sp>
          <p:nvSpPr>
            <p:cNvPr id="254" name="Google Shape;254;p10"/>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0"/>
            <p:cNvSpPr/>
            <p:nvPr/>
          </p:nvSpPr>
          <p:spPr>
            <a:xfrm>
              <a:off x="0" y="0"/>
              <a:ext cx="9144000" cy="5143500"/>
            </a:xfrm>
            <a:prstGeom prst="rect">
              <a:avLst/>
            </a:prstGeom>
            <a:gradFill>
              <a:gsLst>
                <a:gs pos="0">
                  <a:srgbClr val="748BFF">
                    <a:alpha val="0"/>
                  </a:srgbClr>
                </a:gs>
                <a:gs pos="50000">
                  <a:srgbClr val="F3F3F3">
                    <a:alpha val="0"/>
                  </a:srgbClr>
                </a:gs>
                <a:gs pos="75000">
                  <a:srgbClr val="F3F3F3">
                    <a:alpha val="0"/>
                  </a:srgbClr>
                </a:gs>
                <a:gs pos="88000">
                  <a:srgbClr val="F3F3F3">
                    <a:alpha val="0"/>
                  </a:srgbClr>
                </a:gs>
                <a:gs pos="100000">
                  <a:srgbClr val="7659FF">
                    <a:alpha val="76862"/>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 name="Google Shape;256;p10"/>
          <p:cNvGrpSpPr/>
          <p:nvPr/>
        </p:nvGrpSpPr>
        <p:grpSpPr>
          <a:xfrm>
            <a:off x="-38475" y="-73150"/>
            <a:ext cx="9236700" cy="5340125"/>
            <a:chOff x="-38475" y="-73150"/>
            <a:chExt cx="9236700" cy="5340125"/>
          </a:xfrm>
        </p:grpSpPr>
        <p:cxnSp>
          <p:nvCxnSpPr>
            <p:cNvPr id="257" name="Google Shape;257;p10"/>
            <p:cNvCxnSpPr/>
            <p:nvPr/>
          </p:nvCxnSpPr>
          <p:spPr>
            <a:xfrm flipH="1" rot="10800000">
              <a:off x="8103025" y="935750"/>
              <a:ext cx="1073100" cy="4228200"/>
            </a:xfrm>
            <a:prstGeom prst="straightConnector1">
              <a:avLst/>
            </a:prstGeom>
            <a:noFill/>
            <a:ln cap="rnd" cmpd="sng" w="9525">
              <a:solidFill>
                <a:schemeClr val="accent4"/>
              </a:solidFill>
              <a:prstDash val="solid"/>
              <a:round/>
              <a:headEnd len="sm" w="sm" type="none"/>
              <a:tailEnd len="sm" w="sm" type="none"/>
            </a:ln>
          </p:spPr>
        </p:cxnSp>
        <p:cxnSp>
          <p:nvCxnSpPr>
            <p:cNvPr id="258" name="Google Shape;258;p10"/>
            <p:cNvCxnSpPr/>
            <p:nvPr/>
          </p:nvCxnSpPr>
          <p:spPr>
            <a:xfrm flipH="1">
              <a:off x="4433800" y="3088375"/>
              <a:ext cx="4750200" cy="2178600"/>
            </a:xfrm>
            <a:prstGeom prst="straightConnector1">
              <a:avLst/>
            </a:prstGeom>
            <a:noFill/>
            <a:ln cap="rnd" cmpd="sng" w="9525">
              <a:solidFill>
                <a:schemeClr val="accent4"/>
              </a:solidFill>
              <a:prstDash val="solid"/>
              <a:round/>
              <a:headEnd len="sm" w="sm" type="none"/>
              <a:tailEnd len="sm" w="sm" type="none"/>
            </a:ln>
          </p:spPr>
        </p:cxnSp>
        <p:cxnSp>
          <p:nvCxnSpPr>
            <p:cNvPr id="259" name="Google Shape;259;p10"/>
            <p:cNvCxnSpPr/>
            <p:nvPr/>
          </p:nvCxnSpPr>
          <p:spPr>
            <a:xfrm>
              <a:off x="5898975" y="4174350"/>
              <a:ext cx="2917200" cy="616800"/>
            </a:xfrm>
            <a:prstGeom prst="straightConnector1">
              <a:avLst/>
            </a:prstGeom>
            <a:noFill/>
            <a:ln cap="rnd" cmpd="sng" w="9525">
              <a:solidFill>
                <a:schemeClr val="accent4"/>
              </a:solidFill>
              <a:prstDash val="solid"/>
              <a:round/>
              <a:headEnd len="sm" w="sm" type="none"/>
              <a:tailEnd len="sm" w="sm" type="none"/>
            </a:ln>
          </p:spPr>
        </p:cxnSp>
        <p:cxnSp>
          <p:nvCxnSpPr>
            <p:cNvPr id="260" name="Google Shape;260;p10"/>
            <p:cNvCxnSpPr/>
            <p:nvPr/>
          </p:nvCxnSpPr>
          <p:spPr>
            <a:xfrm flipH="1" rot="10800000">
              <a:off x="-12825" y="-47525"/>
              <a:ext cx="3470100" cy="1420200"/>
            </a:xfrm>
            <a:prstGeom prst="straightConnector1">
              <a:avLst/>
            </a:prstGeom>
            <a:noFill/>
            <a:ln cap="rnd" cmpd="sng" w="9525">
              <a:solidFill>
                <a:schemeClr val="accent4"/>
              </a:solidFill>
              <a:prstDash val="solid"/>
              <a:round/>
              <a:headEnd len="sm" w="sm" type="none"/>
              <a:tailEnd len="sm" w="sm" type="none"/>
            </a:ln>
          </p:spPr>
        </p:cxnSp>
        <p:cxnSp>
          <p:nvCxnSpPr>
            <p:cNvPr id="261" name="Google Shape;261;p10"/>
            <p:cNvCxnSpPr/>
            <p:nvPr/>
          </p:nvCxnSpPr>
          <p:spPr>
            <a:xfrm>
              <a:off x="-38475" y="158200"/>
              <a:ext cx="9236700" cy="308400"/>
            </a:xfrm>
            <a:prstGeom prst="straightConnector1">
              <a:avLst/>
            </a:prstGeom>
            <a:noFill/>
            <a:ln cap="rnd" cmpd="sng" w="9525">
              <a:solidFill>
                <a:schemeClr val="accent4"/>
              </a:solidFill>
              <a:prstDash val="solid"/>
              <a:round/>
              <a:headEnd len="sm" w="sm" type="none"/>
              <a:tailEnd len="sm" w="sm" type="none"/>
            </a:ln>
          </p:spPr>
        </p:cxnSp>
        <p:cxnSp>
          <p:nvCxnSpPr>
            <p:cNvPr id="262" name="Google Shape;262;p10"/>
            <p:cNvCxnSpPr/>
            <p:nvPr/>
          </p:nvCxnSpPr>
          <p:spPr>
            <a:xfrm>
              <a:off x="8015225" y="-73150"/>
              <a:ext cx="1176000" cy="3547200"/>
            </a:xfrm>
            <a:prstGeom prst="straightConnector1">
              <a:avLst/>
            </a:prstGeom>
            <a:noFill/>
            <a:ln cap="rnd" cmpd="sng" w="9525">
              <a:solidFill>
                <a:schemeClr val="accent4"/>
              </a:solidFill>
              <a:prstDash val="solid"/>
              <a:round/>
              <a:headEnd len="sm" w="sm" type="none"/>
              <a:tailEnd len="sm" w="sm" type="none"/>
            </a:ln>
          </p:spPr>
        </p:cxnSp>
        <p:grpSp>
          <p:nvGrpSpPr>
            <p:cNvPr id="263" name="Google Shape;263;p10"/>
            <p:cNvGrpSpPr/>
            <p:nvPr/>
          </p:nvGrpSpPr>
          <p:grpSpPr>
            <a:xfrm>
              <a:off x="7828101" y="93150"/>
              <a:ext cx="718341" cy="718341"/>
              <a:chOff x="-83525" y="4333650"/>
              <a:chExt cx="539700" cy="539700"/>
            </a:xfrm>
          </p:grpSpPr>
          <p:sp>
            <p:nvSpPr>
              <p:cNvPr id="264" name="Google Shape;264;p1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6" name="Google Shape;266;p10"/>
            <p:cNvGrpSpPr/>
            <p:nvPr/>
          </p:nvGrpSpPr>
          <p:grpSpPr>
            <a:xfrm>
              <a:off x="8105174" y="2908534"/>
              <a:ext cx="909610" cy="909610"/>
              <a:chOff x="-83525" y="4333650"/>
              <a:chExt cx="539700" cy="539700"/>
            </a:xfrm>
          </p:grpSpPr>
          <p:sp>
            <p:nvSpPr>
              <p:cNvPr id="267" name="Google Shape;267;p1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9" name="Google Shape;269;p10"/>
            <p:cNvGrpSpPr/>
            <p:nvPr/>
          </p:nvGrpSpPr>
          <p:grpSpPr>
            <a:xfrm>
              <a:off x="6278820" y="4063829"/>
              <a:ext cx="501219" cy="501219"/>
              <a:chOff x="-83525" y="4333650"/>
              <a:chExt cx="539700" cy="539700"/>
            </a:xfrm>
          </p:grpSpPr>
          <p:sp>
            <p:nvSpPr>
              <p:cNvPr id="270" name="Google Shape;270;p1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2" name="Google Shape;272;p10"/>
            <p:cNvGrpSpPr/>
            <p:nvPr/>
          </p:nvGrpSpPr>
          <p:grpSpPr>
            <a:xfrm>
              <a:off x="270654" y="580730"/>
              <a:ext cx="1002385" cy="1002385"/>
              <a:chOff x="-83525" y="4333650"/>
              <a:chExt cx="539700" cy="539700"/>
            </a:xfrm>
          </p:grpSpPr>
          <p:sp>
            <p:nvSpPr>
              <p:cNvPr id="273" name="Google Shape;273;p10"/>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5" name="Google Shape;275;p10"/>
            <p:cNvGrpSpPr/>
            <p:nvPr/>
          </p:nvGrpSpPr>
          <p:grpSpPr>
            <a:xfrm>
              <a:off x="2518898" y="28099"/>
              <a:ext cx="438506" cy="438506"/>
              <a:chOff x="-83525" y="4333650"/>
              <a:chExt cx="539700" cy="539700"/>
            </a:xfrm>
          </p:grpSpPr>
          <p:sp>
            <p:nvSpPr>
              <p:cNvPr id="276" name="Google Shape;276;p10"/>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78" name="Google Shape;278;p10"/>
          <p:cNvSpPr txBox="1"/>
          <p:nvPr>
            <p:ph type="title"/>
          </p:nvPr>
        </p:nvSpPr>
        <p:spPr>
          <a:xfrm>
            <a:off x="690075" y="2240175"/>
            <a:ext cx="2946900" cy="2428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100"/>
              <a:buNone/>
              <a:defRPr sz="3700"/>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79" name="Shape 279"/>
        <p:cNvGrpSpPr/>
        <p:nvPr/>
      </p:nvGrpSpPr>
      <p:grpSpPr>
        <a:xfrm>
          <a:off x="0" y="0"/>
          <a:ext cx="0" cy="0"/>
          <a:chOff x="0" y="0"/>
          <a:chExt cx="0" cy="0"/>
        </a:xfrm>
      </p:grpSpPr>
      <p:grpSp>
        <p:nvGrpSpPr>
          <p:cNvPr id="280" name="Google Shape;280;p11"/>
          <p:cNvGrpSpPr/>
          <p:nvPr/>
        </p:nvGrpSpPr>
        <p:grpSpPr>
          <a:xfrm>
            <a:off x="0" y="0"/>
            <a:ext cx="9144000" cy="5143500"/>
            <a:chOff x="0" y="0"/>
            <a:chExt cx="9144000" cy="5143500"/>
          </a:xfrm>
        </p:grpSpPr>
        <p:sp>
          <p:nvSpPr>
            <p:cNvPr id="281" name="Google Shape;281;p11"/>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1"/>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3" name="Google Shape;283;p11"/>
          <p:cNvGrpSpPr/>
          <p:nvPr/>
        </p:nvGrpSpPr>
        <p:grpSpPr>
          <a:xfrm>
            <a:off x="-34650" y="-92425"/>
            <a:ext cx="9236500" cy="5321150"/>
            <a:chOff x="-34650" y="-92425"/>
            <a:chExt cx="9236500" cy="5321150"/>
          </a:xfrm>
        </p:grpSpPr>
        <p:cxnSp>
          <p:nvCxnSpPr>
            <p:cNvPr id="284" name="Google Shape;284;p11"/>
            <p:cNvCxnSpPr/>
            <p:nvPr/>
          </p:nvCxnSpPr>
          <p:spPr>
            <a:xfrm flipH="1">
              <a:off x="-12750" y="-73150"/>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285" name="Google Shape;285;p11"/>
            <p:cNvCxnSpPr/>
            <p:nvPr/>
          </p:nvCxnSpPr>
          <p:spPr>
            <a:xfrm>
              <a:off x="8070850" y="-53850"/>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286" name="Google Shape;286;p11"/>
            <p:cNvCxnSpPr/>
            <p:nvPr/>
          </p:nvCxnSpPr>
          <p:spPr>
            <a:xfrm>
              <a:off x="8623425" y="-92425"/>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287" name="Google Shape;287;p11"/>
            <p:cNvCxnSpPr/>
            <p:nvPr/>
          </p:nvCxnSpPr>
          <p:spPr>
            <a:xfrm rot="10800000">
              <a:off x="6350" y="2561350"/>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288" name="Google Shape;288;p11"/>
            <p:cNvGrpSpPr/>
            <p:nvPr/>
          </p:nvGrpSpPr>
          <p:grpSpPr>
            <a:xfrm flipH="1">
              <a:off x="8623432" y="996242"/>
              <a:ext cx="419725" cy="419725"/>
              <a:chOff x="-83525" y="4333650"/>
              <a:chExt cx="539700" cy="539700"/>
            </a:xfrm>
          </p:grpSpPr>
          <p:sp>
            <p:nvSpPr>
              <p:cNvPr id="289" name="Google Shape;289;p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1" name="Google Shape;291;p11"/>
            <p:cNvGrpSpPr/>
            <p:nvPr/>
          </p:nvGrpSpPr>
          <p:grpSpPr>
            <a:xfrm flipH="1">
              <a:off x="436872" y="240026"/>
              <a:ext cx="599661" cy="599607"/>
              <a:chOff x="-83525" y="4333650"/>
              <a:chExt cx="539700" cy="539700"/>
            </a:xfrm>
          </p:grpSpPr>
          <p:sp>
            <p:nvSpPr>
              <p:cNvPr id="292" name="Google Shape;292;p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4" name="Google Shape;294;p11"/>
            <p:cNvGrpSpPr/>
            <p:nvPr/>
          </p:nvGrpSpPr>
          <p:grpSpPr>
            <a:xfrm flipH="1">
              <a:off x="-12743" y="3264592"/>
              <a:ext cx="419725" cy="419725"/>
              <a:chOff x="-83525" y="4333650"/>
              <a:chExt cx="539700" cy="539700"/>
            </a:xfrm>
          </p:grpSpPr>
          <p:sp>
            <p:nvSpPr>
              <p:cNvPr id="295" name="Google Shape;295;p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97" name="Google Shape;297;p11"/>
            <p:cNvCxnSpPr/>
            <p:nvPr/>
          </p:nvCxnSpPr>
          <p:spPr>
            <a:xfrm>
              <a:off x="-34650" y="4123825"/>
              <a:ext cx="6746700" cy="1104900"/>
            </a:xfrm>
            <a:prstGeom prst="straightConnector1">
              <a:avLst/>
            </a:prstGeom>
            <a:noFill/>
            <a:ln cap="rnd" cmpd="sng" w="9525">
              <a:solidFill>
                <a:schemeClr val="accent4"/>
              </a:solidFill>
              <a:prstDash val="solid"/>
              <a:round/>
              <a:headEnd len="sm" w="sm" type="none"/>
              <a:tailEnd len="sm" w="sm" type="none"/>
            </a:ln>
          </p:spPr>
        </p:cxnSp>
        <p:cxnSp>
          <p:nvCxnSpPr>
            <p:cNvPr id="298" name="Google Shape;298;p11"/>
            <p:cNvCxnSpPr/>
            <p:nvPr/>
          </p:nvCxnSpPr>
          <p:spPr>
            <a:xfrm>
              <a:off x="1030750" y="-52125"/>
              <a:ext cx="8171100" cy="1306200"/>
            </a:xfrm>
            <a:prstGeom prst="straightConnector1">
              <a:avLst/>
            </a:prstGeom>
            <a:noFill/>
            <a:ln cap="rnd" cmpd="sng" w="9525">
              <a:solidFill>
                <a:schemeClr val="accent4"/>
              </a:solidFill>
              <a:prstDash val="solid"/>
              <a:round/>
              <a:headEnd len="sm" w="sm" type="none"/>
              <a:tailEnd len="sm" w="sm" type="none"/>
            </a:ln>
          </p:spPr>
        </p:cxnSp>
      </p:grpSp>
      <p:sp>
        <p:nvSpPr>
          <p:cNvPr id="299" name="Google Shape;299;p11"/>
          <p:cNvSpPr txBox="1"/>
          <p:nvPr>
            <p:ph hasCustomPrompt="1" type="title"/>
          </p:nvPr>
        </p:nvSpPr>
        <p:spPr>
          <a:xfrm rot="181">
            <a:off x="1727700" y="1402388"/>
            <a:ext cx="5688600" cy="2004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12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00" name="Google Shape;300;p11"/>
          <p:cNvSpPr txBox="1"/>
          <p:nvPr>
            <p:ph idx="1" type="subTitle"/>
          </p:nvPr>
        </p:nvSpPr>
        <p:spPr>
          <a:xfrm>
            <a:off x="2458200" y="3300850"/>
            <a:ext cx="4227300" cy="440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01" name="Shape 30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302" name="Shape 302"/>
        <p:cNvGrpSpPr/>
        <p:nvPr/>
      </p:nvGrpSpPr>
      <p:grpSpPr>
        <a:xfrm>
          <a:off x="0" y="0"/>
          <a:ext cx="0" cy="0"/>
          <a:chOff x="0" y="0"/>
          <a:chExt cx="0" cy="0"/>
        </a:xfrm>
      </p:grpSpPr>
      <p:sp>
        <p:nvSpPr>
          <p:cNvPr id="303" name="Google Shape;303;p13"/>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3"/>
          <p:cNvSpPr txBox="1"/>
          <p:nvPr>
            <p:ph type="title"/>
          </p:nvPr>
        </p:nvSpPr>
        <p:spPr>
          <a:xfrm rot="1973">
            <a:off x="4049400" y="752338"/>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05" name="Google Shape;305;p13"/>
          <p:cNvSpPr txBox="1"/>
          <p:nvPr>
            <p:ph idx="2" type="title"/>
          </p:nvPr>
        </p:nvSpPr>
        <p:spPr>
          <a:xfrm>
            <a:off x="720000" y="541425"/>
            <a:ext cx="2488800" cy="527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06" name="Google Shape;306;p13"/>
          <p:cNvSpPr txBox="1"/>
          <p:nvPr>
            <p:ph idx="1" type="subTitle"/>
          </p:nvPr>
        </p:nvSpPr>
        <p:spPr>
          <a:xfrm>
            <a:off x="872400" y="916741"/>
            <a:ext cx="2336400" cy="60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07" name="Google Shape;307;p13"/>
          <p:cNvSpPr txBox="1"/>
          <p:nvPr>
            <p:ph idx="3" type="title"/>
          </p:nvPr>
        </p:nvSpPr>
        <p:spPr>
          <a:xfrm rot="1973">
            <a:off x="4049400" y="3837576"/>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08" name="Google Shape;308;p13"/>
          <p:cNvSpPr txBox="1"/>
          <p:nvPr>
            <p:ph idx="4" type="title"/>
          </p:nvPr>
        </p:nvSpPr>
        <p:spPr>
          <a:xfrm>
            <a:off x="720000" y="3626673"/>
            <a:ext cx="2488800" cy="527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09" name="Google Shape;309;p13"/>
          <p:cNvSpPr txBox="1"/>
          <p:nvPr>
            <p:ph idx="5" type="subTitle"/>
          </p:nvPr>
        </p:nvSpPr>
        <p:spPr>
          <a:xfrm>
            <a:off x="872400" y="4001978"/>
            <a:ext cx="2336400" cy="60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310" name="Google Shape;310;p13"/>
          <p:cNvGrpSpPr/>
          <p:nvPr/>
        </p:nvGrpSpPr>
        <p:grpSpPr>
          <a:xfrm>
            <a:off x="-12825" y="-92425"/>
            <a:ext cx="9277475" cy="5348950"/>
            <a:chOff x="-12825" y="-92425"/>
            <a:chExt cx="9277475" cy="5348950"/>
          </a:xfrm>
        </p:grpSpPr>
        <p:cxnSp>
          <p:nvCxnSpPr>
            <p:cNvPr id="311" name="Google Shape;311;p13"/>
            <p:cNvCxnSpPr/>
            <p:nvPr/>
          </p:nvCxnSpPr>
          <p:spPr>
            <a:xfrm>
              <a:off x="8573550" y="-24325"/>
              <a:ext cx="588600" cy="3658800"/>
            </a:xfrm>
            <a:prstGeom prst="straightConnector1">
              <a:avLst/>
            </a:prstGeom>
            <a:noFill/>
            <a:ln cap="rnd" cmpd="sng" w="9525">
              <a:solidFill>
                <a:schemeClr val="accent4"/>
              </a:solidFill>
              <a:prstDash val="solid"/>
              <a:round/>
              <a:headEnd len="sm" w="sm" type="none"/>
              <a:tailEnd len="sm" w="sm" type="none"/>
            </a:ln>
          </p:spPr>
        </p:cxnSp>
        <p:cxnSp>
          <p:nvCxnSpPr>
            <p:cNvPr id="312" name="Google Shape;312;p13"/>
            <p:cNvCxnSpPr/>
            <p:nvPr/>
          </p:nvCxnSpPr>
          <p:spPr>
            <a:xfrm flipH="1">
              <a:off x="8705550" y="-53850"/>
              <a:ext cx="25800" cy="5289300"/>
            </a:xfrm>
            <a:prstGeom prst="straightConnector1">
              <a:avLst/>
            </a:prstGeom>
            <a:noFill/>
            <a:ln cap="rnd" cmpd="sng" w="9525">
              <a:solidFill>
                <a:schemeClr val="accent4"/>
              </a:solidFill>
              <a:prstDash val="solid"/>
              <a:round/>
              <a:headEnd len="sm" w="sm" type="none"/>
              <a:tailEnd len="sm" w="sm" type="none"/>
            </a:ln>
          </p:spPr>
        </p:cxnSp>
        <p:cxnSp>
          <p:nvCxnSpPr>
            <p:cNvPr id="313" name="Google Shape;313;p13"/>
            <p:cNvCxnSpPr/>
            <p:nvPr/>
          </p:nvCxnSpPr>
          <p:spPr>
            <a:xfrm flipH="1" rot="10800000">
              <a:off x="3442850" y="4604900"/>
              <a:ext cx="5821800" cy="552600"/>
            </a:xfrm>
            <a:prstGeom prst="straightConnector1">
              <a:avLst/>
            </a:prstGeom>
            <a:noFill/>
            <a:ln cap="rnd" cmpd="sng" w="9525">
              <a:solidFill>
                <a:schemeClr val="accent4"/>
              </a:solidFill>
              <a:prstDash val="solid"/>
              <a:round/>
              <a:headEnd len="sm" w="sm" type="none"/>
              <a:tailEnd len="sm" w="sm" type="none"/>
            </a:ln>
          </p:spPr>
        </p:cxnSp>
        <p:cxnSp>
          <p:nvCxnSpPr>
            <p:cNvPr id="314" name="Google Shape;314;p13"/>
            <p:cNvCxnSpPr/>
            <p:nvPr/>
          </p:nvCxnSpPr>
          <p:spPr>
            <a:xfrm>
              <a:off x="-12825" y="3075525"/>
              <a:ext cx="769500" cy="2181000"/>
            </a:xfrm>
            <a:prstGeom prst="straightConnector1">
              <a:avLst/>
            </a:prstGeom>
            <a:noFill/>
            <a:ln cap="rnd" cmpd="sng" w="9525">
              <a:solidFill>
                <a:schemeClr val="accent4"/>
              </a:solidFill>
              <a:prstDash val="solid"/>
              <a:round/>
              <a:headEnd len="sm" w="sm" type="none"/>
              <a:tailEnd len="sm" w="sm" type="none"/>
            </a:ln>
          </p:spPr>
        </p:cxnSp>
        <p:cxnSp>
          <p:nvCxnSpPr>
            <p:cNvPr id="315" name="Google Shape;315;p13"/>
            <p:cNvCxnSpPr/>
            <p:nvPr/>
          </p:nvCxnSpPr>
          <p:spPr>
            <a:xfrm flipH="1" rot="10800000">
              <a:off x="147875" y="3331600"/>
              <a:ext cx="358800" cy="1896600"/>
            </a:xfrm>
            <a:prstGeom prst="straightConnector1">
              <a:avLst/>
            </a:prstGeom>
            <a:noFill/>
            <a:ln cap="rnd" cmpd="sng" w="9525">
              <a:solidFill>
                <a:schemeClr val="accent4"/>
              </a:solidFill>
              <a:prstDash val="solid"/>
              <a:round/>
              <a:headEnd len="sm" w="sm" type="none"/>
              <a:tailEnd len="sm" w="sm" type="none"/>
            </a:ln>
          </p:spPr>
        </p:cxnSp>
        <p:cxnSp>
          <p:nvCxnSpPr>
            <p:cNvPr id="316" name="Google Shape;316;p13"/>
            <p:cNvCxnSpPr/>
            <p:nvPr/>
          </p:nvCxnSpPr>
          <p:spPr>
            <a:xfrm flipH="1">
              <a:off x="-12650" y="-92425"/>
              <a:ext cx="1047300" cy="3887700"/>
            </a:xfrm>
            <a:prstGeom prst="straightConnector1">
              <a:avLst/>
            </a:prstGeom>
            <a:noFill/>
            <a:ln cap="rnd" cmpd="sng" w="9525">
              <a:solidFill>
                <a:schemeClr val="accent4"/>
              </a:solidFill>
              <a:prstDash val="solid"/>
              <a:round/>
              <a:headEnd len="sm" w="sm" type="none"/>
              <a:tailEnd len="sm" w="sm" type="none"/>
            </a:ln>
          </p:spPr>
        </p:cxnSp>
        <p:grpSp>
          <p:nvGrpSpPr>
            <p:cNvPr id="317" name="Google Shape;317;p13"/>
            <p:cNvGrpSpPr/>
            <p:nvPr/>
          </p:nvGrpSpPr>
          <p:grpSpPr>
            <a:xfrm>
              <a:off x="8376754" y="637025"/>
              <a:ext cx="718341" cy="718341"/>
              <a:chOff x="30975" y="3360397"/>
              <a:chExt cx="539700" cy="539700"/>
            </a:xfrm>
          </p:grpSpPr>
          <p:sp>
            <p:nvSpPr>
              <p:cNvPr id="318" name="Google Shape;318;p13"/>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3"/>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0" name="Google Shape;320;p13"/>
            <p:cNvGrpSpPr/>
            <p:nvPr/>
          </p:nvGrpSpPr>
          <p:grpSpPr>
            <a:xfrm>
              <a:off x="8425978" y="4416357"/>
              <a:ext cx="533979" cy="533979"/>
              <a:chOff x="147524" y="4333650"/>
              <a:chExt cx="539700" cy="539700"/>
            </a:xfrm>
          </p:grpSpPr>
          <p:sp>
            <p:nvSpPr>
              <p:cNvPr id="321" name="Google Shape;321;p13"/>
              <p:cNvSpPr/>
              <p:nvPr/>
            </p:nvSpPr>
            <p:spPr>
              <a:xfrm>
                <a:off x="147524"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3"/>
              <p:cNvSpPr/>
              <p:nvPr/>
            </p:nvSpPr>
            <p:spPr>
              <a:xfrm>
                <a:off x="256649"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3" name="Google Shape;323;p13"/>
            <p:cNvGrpSpPr/>
            <p:nvPr/>
          </p:nvGrpSpPr>
          <p:grpSpPr>
            <a:xfrm>
              <a:off x="-12648" y="3015155"/>
              <a:ext cx="334182" cy="334182"/>
              <a:chOff x="-83525" y="4333650"/>
              <a:chExt cx="539700" cy="539700"/>
            </a:xfrm>
          </p:grpSpPr>
          <p:sp>
            <p:nvSpPr>
              <p:cNvPr id="324" name="Google Shape;324;p1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6" name="Google Shape;326;p13"/>
            <p:cNvGrpSpPr/>
            <p:nvPr/>
          </p:nvGrpSpPr>
          <p:grpSpPr>
            <a:xfrm>
              <a:off x="705394" y="372755"/>
              <a:ext cx="334182" cy="334182"/>
              <a:chOff x="-83525" y="4333650"/>
              <a:chExt cx="539700" cy="539700"/>
            </a:xfrm>
          </p:grpSpPr>
          <p:sp>
            <p:nvSpPr>
              <p:cNvPr id="327" name="Google Shape;327;p1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29" name="Google Shape;329;p13"/>
          <p:cNvSpPr txBox="1"/>
          <p:nvPr>
            <p:ph idx="6" type="title"/>
          </p:nvPr>
        </p:nvSpPr>
        <p:spPr>
          <a:xfrm rot="1973">
            <a:off x="4049400" y="2294957"/>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30" name="Google Shape;330;p13"/>
          <p:cNvSpPr txBox="1"/>
          <p:nvPr>
            <p:ph idx="7" type="title"/>
          </p:nvPr>
        </p:nvSpPr>
        <p:spPr>
          <a:xfrm>
            <a:off x="720000" y="2064655"/>
            <a:ext cx="2488800" cy="527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31" name="Google Shape;331;p13"/>
          <p:cNvSpPr txBox="1"/>
          <p:nvPr>
            <p:ph idx="8" type="subTitle"/>
          </p:nvPr>
        </p:nvSpPr>
        <p:spPr>
          <a:xfrm>
            <a:off x="872400" y="2439966"/>
            <a:ext cx="2336400" cy="60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32" name="Google Shape;332;p13"/>
          <p:cNvSpPr txBox="1"/>
          <p:nvPr>
            <p:ph idx="9" type="title"/>
          </p:nvPr>
        </p:nvSpPr>
        <p:spPr>
          <a:xfrm flipH="1" rot="-1973">
            <a:off x="4049400" y="1523647"/>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33" name="Google Shape;333;p13"/>
          <p:cNvSpPr txBox="1"/>
          <p:nvPr>
            <p:ph idx="13" type="title"/>
          </p:nvPr>
        </p:nvSpPr>
        <p:spPr>
          <a:xfrm flipH="1">
            <a:off x="5934925" y="1349525"/>
            <a:ext cx="25596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34" name="Google Shape;334;p13"/>
          <p:cNvSpPr txBox="1"/>
          <p:nvPr>
            <p:ph idx="14" type="subTitle"/>
          </p:nvPr>
        </p:nvSpPr>
        <p:spPr>
          <a:xfrm flipH="1">
            <a:off x="5935200" y="1724828"/>
            <a:ext cx="2336400" cy="60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35" name="Google Shape;335;p13"/>
          <p:cNvSpPr txBox="1"/>
          <p:nvPr>
            <p:ph idx="15" type="title"/>
          </p:nvPr>
        </p:nvSpPr>
        <p:spPr>
          <a:xfrm flipH="1" rot="-1973">
            <a:off x="4049400" y="3066266"/>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36" name="Google Shape;336;p13"/>
          <p:cNvSpPr txBox="1"/>
          <p:nvPr>
            <p:ph idx="16" type="title"/>
          </p:nvPr>
        </p:nvSpPr>
        <p:spPr>
          <a:xfrm flipH="1">
            <a:off x="5935200" y="2836150"/>
            <a:ext cx="25596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37" name="Google Shape;337;p13"/>
          <p:cNvSpPr txBox="1"/>
          <p:nvPr>
            <p:ph idx="17" type="subTitle"/>
          </p:nvPr>
        </p:nvSpPr>
        <p:spPr>
          <a:xfrm flipH="1">
            <a:off x="5935200" y="3211476"/>
            <a:ext cx="2336400" cy="60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38" name="Shape 338"/>
        <p:cNvGrpSpPr/>
        <p:nvPr/>
      </p:nvGrpSpPr>
      <p:grpSpPr>
        <a:xfrm>
          <a:off x="0" y="0"/>
          <a:ext cx="0" cy="0"/>
          <a:chOff x="0" y="0"/>
          <a:chExt cx="0" cy="0"/>
        </a:xfrm>
      </p:grpSpPr>
      <p:sp>
        <p:nvSpPr>
          <p:cNvPr id="339" name="Google Shape;339;p14"/>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4"/>
          <p:cNvSpPr txBox="1"/>
          <p:nvPr>
            <p:ph idx="1" type="subTitle"/>
          </p:nvPr>
        </p:nvSpPr>
        <p:spPr>
          <a:xfrm>
            <a:off x="720125" y="1409013"/>
            <a:ext cx="4563900" cy="159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grpSp>
        <p:nvGrpSpPr>
          <p:cNvPr id="341" name="Google Shape;341;p14"/>
          <p:cNvGrpSpPr/>
          <p:nvPr/>
        </p:nvGrpSpPr>
        <p:grpSpPr>
          <a:xfrm>
            <a:off x="-38475" y="-149400"/>
            <a:ext cx="9236700" cy="5454600"/>
            <a:chOff x="-38475" y="-149400"/>
            <a:chExt cx="9236700" cy="5454600"/>
          </a:xfrm>
        </p:grpSpPr>
        <p:cxnSp>
          <p:nvCxnSpPr>
            <p:cNvPr id="342" name="Google Shape;342;p14"/>
            <p:cNvCxnSpPr/>
            <p:nvPr/>
          </p:nvCxnSpPr>
          <p:spPr>
            <a:xfrm flipH="1" rot="10800000">
              <a:off x="8103025" y="935750"/>
              <a:ext cx="1073100" cy="4228200"/>
            </a:xfrm>
            <a:prstGeom prst="straightConnector1">
              <a:avLst/>
            </a:prstGeom>
            <a:noFill/>
            <a:ln cap="rnd" cmpd="sng" w="9525">
              <a:solidFill>
                <a:schemeClr val="accent4"/>
              </a:solidFill>
              <a:prstDash val="solid"/>
              <a:round/>
              <a:headEnd len="sm" w="sm" type="none"/>
              <a:tailEnd len="sm" w="sm" type="none"/>
            </a:ln>
          </p:spPr>
        </p:cxnSp>
        <p:cxnSp>
          <p:nvCxnSpPr>
            <p:cNvPr id="343" name="Google Shape;343;p14"/>
            <p:cNvCxnSpPr/>
            <p:nvPr/>
          </p:nvCxnSpPr>
          <p:spPr>
            <a:xfrm flipH="1">
              <a:off x="4433800" y="3088375"/>
              <a:ext cx="4750200" cy="2178600"/>
            </a:xfrm>
            <a:prstGeom prst="straightConnector1">
              <a:avLst/>
            </a:prstGeom>
            <a:noFill/>
            <a:ln cap="rnd" cmpd="sng" w="9525">
              <a:solidFill>
                <a:schemeClr val="accent4"/>
              </a:solidFill>
              <a:prstDash val="solid"/>
              <a:round/>
              <a:headEnd len="sm" w="sm" type="none"/>
              <a:tailEnd len="sm" w="sm" type="none"/>
            </a:ln>
          </p:spPr>
        </p:cxnSp>
        <p:cxnSp>
          <p:nvCxnSpPr>
            <p:cNvPr id="344" name="Google Shape;344;p14"/>
            <p:cNvCxnSpPr/>
            <p:nvPr/>
          </p:nvCxnSpPr>
          <p:spPr>
            <a:xfrm>
              <a:off x="5898975" y="4174350"/>
              <a:ext cx="2917200" cy="616800"/>
            </a:xfrm>
            <a:prstGeom prst="straightConnector1">
              <a:avLst/>
            </a:prstGeom>
            <a:noFill/>
            <a:ln cap="rnd" cmpd="sng" w="9525">
              <a:solidFill>
                <a:schemeClr val="accent4"/>
              </a:solidFill>
              <a:prstDash val="solid"/>
              <a:round/>
              <a:headEnd len="sm" w="sm" type="none"/>
              <a:tailEnd len="sm" w="sm" type="none"/>
            </a:ln>
          </p:spPr>
        </p:cxnSp>
        <p:cxnSp>
          <p:nvCxnSpPr>
            <p:cNvPr id="345" name="Google Shape;345;p14"/>
            <p:cNvCxnSpPr/>
            <p:nvPr/>
          </p:nvCxnSpPr>
          <p:spPr>
            <a:xfrm flipH="1" rot="10800000">
              <a:off x="-27775" y="-47550"/>
              <a:ext cx="3485100" cy="954300"/>
            </a:xfrm>
            <a:prstGeom prst="straightConnector1">
              <a:avLst/>
            </a:prstGeom>
            <a:noFill/>
            <a:ln cap="rnd" cmpd="sng" w="9525">
              <a:solidFill>
                <a:schemeClr val="accent4"/>
              </a:solidFill>
              <a:prstDash val="solid"/>
              <a:round/>
              <a:headEnd len="sm" w="sm" type="none"/>
              <a:tailEnd len="sm" w="sm" type="none"/>
            </a:ln>
          </p:spPr>
        </p:cxnSp>
        <p:cxnSp>
          <p:nvCxnSpPr>
            <p:cNvPr id="346" name="Google Shape;346;p14"/>
            <p:cNvCxnSpPr/>
            <p:nvPr/>
          </p:nvCxnSpPr>
          <p:spPr>
            <a:xfrm>
              <a:off x="-38475" y="158200"/>
              <a:ext cx="9236700" cy="308400"/>
            </a:xfrm>
            <a:prstGeom prst="straightConnector1">
              <a:avLst/>
            </a:prstGeom>
            <a:noFill/>
            <a:ln cap="rnd" cmpd="sng" w="9525">
              <a:solidFill>
                <a:schemeClr val="accent4"/>
              </a:solidFill>
              <a:prstDash val="solid"/>
              <a:round/>
              <a:headEnd len="sm" w="sm" type="none"/>
              <a:tailEnd len="sm" w="sm" type="none"/>
            </a:ln>
          </p:spPr>
        </p:cxnSp>
        <p:cxnSp>
          <p:nvCxnSpPr>
            <p:cNvPr id="347" name="Google Shape;347;p14"/>
            <p:cNvCxnSpPr/>
            <p:nvPr/>
          </p:nvCxnSpPr>
          <p:spPr>
            <a:xfrm>
              <a:off x="8015225" y="-73150"/>
              <a:ext cx="1176000" cy="3547200"/>
            </a:xfrm>
            <a:prstGeom prst="straightConnector1">
              <a:avLst/>
            </a:prstGeom>
            <a:noFill/>
            <a:ln cap="rnd" cmpd="sng" w="9525">
              <a:solidFill>
                <a:schemeClr val="accent4"/>
              </a:solidFill>
              <a:prstDash val="solid"/>
              <a:round/>
              <a:headEnd len="sm" w="sm" type="none"/>
              <a:tailEnd len="sm" w="sm" type="none"/>
            </a:ln>
          </p:spPr>
        </p:cxnSp>
        <p:grpSp>
          <p:nvGrpSpPr>
            <p:cNvPr id="348" name="Google Shape;348;p14"/>
            <p:cNvGrpSpPr/>
            <p:nvPr/>
          </p:nvGrpSpPr>
          <p:grpSpPr>
            <a:xfrm>
              <a:off x="7828101" y="93150"/>
              <a:ext cx="718341" cy="718341"/>
              <a:chOff x="-83525" y="4333650"/>
              <a:chExt cx="539700" cy="539700"/>
            </a:xfrm>
          </p:grpSpPr>
          <p:sp>
            <p:nvSpPr>
              <p:cNvPr id="349" name="Google Shape;349;p1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1" name="Google Shape;351;p14"/>
            <p:cNvGrpSpPr/>
            <p:nvPr/>
          </p:nvGrpSpPr>
          <p:grpSpPr>
            <a:xfrm>
              <a:off x="8105174" y="2908534"/>
              <a:ext cx="909610" cy="909610"/>
              <a:chOff x="-83525" y="4333650"/>
              <a:chExt cx="539700" cy="539700"/>
            </a:xfrm>
          </p:grpSpPr>
          <p:sp>
            <p:nvSpPr>
              <p:cNvPr id="352" name="Google Shape;352;p1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4" name="Google Shape;354;p14"/>
            <p:cNvGrpSpPr/>
            <p:nvPr/>
          </p:nvGrpSpPr>
          <p:grpSpPr>
            <a:xfrm>
              <a:off x="2518898" y="28099"/>
              <a:ext cx="438506" cy="438506"/>
              <a:chOff x="-83525" y="4333650"/>
              <a:chExt cx="539700" cy="539700"/>
            </a:xfrm>
          </p:grpSpPr>
          <p:sp>
            <p:nvSpPr>
              <p:cNvPr id="355" name="Google Shape;355;p14"/>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57" name="Google Shape;357;p14"/>
            <p:cNvCxnSpPr/>
            <p:nvPr/>
          </p:nvCxnSpPr>
          <p:spPr>
            <a:xfrm>
              <a:off x="5311625" y="-72950"/>
              <a:ext cx="3863400" cy="2765400"/>
            </a:xfrm>
            <a:prstGeom prst="straightConnector1">
              <a:avLst/>
            </a:prstGeom>
            <a:noFill/>
            <a:ln cap="rnd" cmpd="sng" w="9525">
              <a:solidFill>
                <a:schemeClr val="accent4"/>
              </a:solidFill>
              <a:prstDash val="solid"/>
              <a:round/>
              <a:headEnd len="sm" w="sm" type="none"/>
              <a:tailEnd len="sm" w="sm" type="none"/>
            </a:ln>
          </p:spPr>
        </p:cxnSp>
        <p:cxnSp>
          <p:nvCxnSpPr>
            <p:cNvPr id="358" name="Google Shape;358;p14"/>
            <p:cNvCxnSpPr/>
            <p:nvPr/>
          </p:nvCxnSpPr>
          <p:spPr>
            <a:xfrm flipH="1">
              <a:off x="6374775" y="-149400"/>
              <a:ext cx="826800" cy="5454600"/>
            </a:xfrm>
            <a:prstGeom prst="straightConnector1">
              <a:avLst/>
            </a:prstGeom>
            <a:noFill/>
            <a:ln cap="rnd" cmpd="sng" w="9525">
              <a:solidFill>
                <a:schemeClr val="accent4"/>
              </a:solidFill>
              <a:prstDash val="solid"/>
              <a:round/>
              <a:headEnd len="sm" w="sm" type="none"/>
              <a:tailEnd len="sm" w="sm" type="none"/>
            </a:ln>
          </p:spPr>
        </p:cxnSp>
        <p:grpSp>
          <p:nvGrpSpPr>
            <p:cNvPr id="359" name="Google Shape;359;p14"/>
            <p:cNvGrpSpPr/>
            <p:nvPr/>
          </p:nvGrpSpPr>
          <p:grpSpPr>
            <a:xfrm>
              <a:off x="6278820" y="4063829"/>
              <a:ext cx="501219" cy="501219"/>
              <a:chOff x="-83525" y="4333650"/>
              <a:chExt cx="539700" cy="539700"/>
            </a:xfrm>
          </p:grpSpPr>
          <p:sp>
            <p:nvSpPr>
              <p:cNvPr id="360" name="Google Shape;360;p1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2" name="Google Shape;362;p14"/>
            <p:cNvGrpSpPr/>
            <p:nvPr/>
          </p:nvGrpSpPr>
          <p:grpSpPr>
            <a:xfrm>
              <a:off x="6759200" y="899805"/>
              <a:ext cx="501219" cy="501219"/>
              <a:chOff x="-83525" y="4333650"/>
              <a:chExt cx="539700" cy="539700"/>
            </a:xfrm>
          </p:grpSpPr>
          <p:sp>
            <p:nvSpPr>
              <p:cNvPr id="363" name="Google Shape;363;p1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5" name="Google Shape;365;p14"/>
            <p:cNvGrpSpPr/>
            <p:nvPr/>
          </p:nvGrpSpPr>
          <p:grpSpPr>
            <a:xfrm>
              <a:off x="5457861" y="-98116"/>
              <a:ext cx="909610" cy="909610"/>
              <a:chOff x="-83525" y="4333650"/>
              <a:chExt cx="539700" cy="539700"/>
            </a:xfrm>
          </p:grpSpPr>
          <p:sp>
            <p:nvSpPr>
              <p:cNvPr id="366" name="Google Shape;366;p1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68" name="Google Shape;368;p14"/>
          <p:cNvSpPr txBox="1"/>
          <p:nvPr>
            <p:ph type="title"/>
          </p:nvPr>
        </p:nvSpPr>
        <p:spPr>
          <a:xfrm rot="-594">
            <a:off x="720000" y="3175576"/>
            <a:ext cx="3472800" cy="55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sz="2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369" name="Shape 369"/>
        <p:cNvGrpSpPr/>
        <p:nvPr/>
      </p:nvGrpSpPr>
      <p:grpSpPr>
        <a:xfrm>
          <a:off x="0" y="0"/>
          <a:ext cx="0" cy="0"/>
          <a:chOff x="0" y="0"/>
          <a:chExt cx="0" cy="0"/>
        </a:xfrm>
      </p:grpSpPr>
      <p:sp>
        <p:nvSpPr>
          <p:cNvPr id="370" name="Google Shape;370;p15"/>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1" name="Google Shape;371;p15"/>
          <p:cNvGrpSpPr/>
          <p:nvPr/>
        </p:nvGrpSpPr>
        <p:grpSpPr>
          <a:xfrm>
            <a:off x="-24925" y="-70975"/>
            <a:ext cx="9226525" cy="5270525"/>
            <a:chOff x="-24925" y="-70975"/>
            <a:chExt cx="9226525" cy="5270525"/>
          </a:xfrm>
        </p:grpSpPr>
        <p:cxnSp>
          <p:nvCxnSpPr>
            <p:cNvPr id="372" name="Google Shape;372;p15"/>
            <p:cNvCxnSpPr/>
            <p:nvPr/>
          </p:nvCxnSpPr>
          <p:spPr>
            <a:xfrm>
              <a:off x="7622100" y="-52250"/>
              <a:ext cx="1529400" cy="3201900"/>
            </a:xfrm>
            <a:prstGeom prst="straightConnector1">
              <a:avLst/>
            </a:prstGeom>
            <a:noFill/>
            <a:ln cap="rnd" cmpd="sng" w="9525">
              <a:solidFill>
                <a:schemeClr val="accent4"/>
              </a:solidFill>
              <a:prstDash val="solid"/>
              <a:round/>
              <a:headEnd len="sm" w="sm" type="none"/>
              <a:tailEnd len="sm" w="sm" type="none"/>
            </a:ln>
          </p:spPr>
        </p:cxnSp>
        <p:cxnSp>
          <p:nvCxnSpPr>
            <p:cNvPr id="373" name="Google Shape;373;p15"/>
            <p:cNvCxnSpPr/>
            <p:nvPr/>
          </p:nvCxnSpPr>
          <p:spPr>
            <a:xfrm flipH="1">
              <a:off x="7715775" y="1949950"/>
              <a:ext cx="1453200" cy="3249600"/>
            </a:xfrm>
            <a:prstGeom prst="straightConnector1">
              <a:avLst/>
            </a:prstGeom>
            <a:noFill/>
            <a:ln cap="rnd" cmpd="sng" w="9525">
              <a:solidFill>
                <a:schemeClr val="accent4"/>
              </a:solidFill>
              <a:prstDash val="solid"/>
              <a:round/>
              <a:headEnd len="sm" w="sm" type="none"/>
              <a:tailEnd len="sm" w="sm" type="none"/>
            </a:ln>
          </p:spPr>
        </p:cxnSp>
        <p:cxnSp>
          <p:nvCxnSpPr>
            <p:cNvPr id="374" name="Google Shape;374;p15"/>
            <p:cNvCxnSpPr/>
            <p:nvPr/>
          </p:nvCxnSpPr>
          <p:spPr>
            <a:xfrm flipH="1">
              <a:off x="12450" y="-52250"/>
              <a:ext cx="1677900" cy="3274500"/>
            </a:xfrm>
            <a:prstGeom prst="straightConnector1">
              <a:avLst/>
            </a:prstGeom>
            <a:noFill/>
            <a:ln cap="rnd" cmpd="sng" w="9525">
              <a:solidFill>
                <a:schemeClr val="accent4"/>
              </a:solidFill>
              <a:prstDash val="solid"/>
              <a:round/>
              <a:headEnd len="sm" w="sm" type="none"/>
              <a:tailEnd len="sm" w="sm" type="none"/>
            </a:ln>
          </p:spPr>
        </p:cxnSp>
        <p:cxnSp>
          <p:nvCxnSpPr>
            <p:cNvPr id="375" name="Google Shape;375;p15"/>
            <p:cNvCxnSpPr/>
            <p:nvPr/>
          </p:nvCxnSpPr>
          <p:spPr>
            <a:xfrm>
              <a:off x="143475" y="-70975"/>
              <a:ext cx="1353600" cy="5233200"/>
            </a:xfrm>
            <a:prstGeom prst="straightConnector1">
              <a:avLst/>
            </a:prstGeom>
            <a:noFill/>
            <a:ln cap="rnd" cmpd="sng" w="9525">
              <a:solidFill>
                <a:schemeClr val="accent4"/>
              </a:solidFill>
              <a:prstDash val="solid"/>
              <a:round/>
              <a:headEnd len="sm" w="sm" type="none"/>
              <a:tailEnd len="sm" w="sm" type="none"/>
            </a:ln>
          </p:spPr>
        </p:cxnSp>
        <p:cxnSp>
          <p:nvCxnSpPr>
            <p:cNvPr id="376" name="Google Shape;376;p15"/>
            <p:cNvCxnSpPr/>
            <p:nvPr/>
          </p:nvCxnSpPr>
          <p:spPr>
            <a:xfrm>
              <a:off x="-24925" y="4432425"/>
              <a:ext cx="4983600" cy="761100"/>
            </a:xfrm>
            <a:prstGeom prst="straightConnector1">
              <a:avLst/>
            </a:prstGeom>
            <a:noFill/>
            <a:ln cap="rnd" cmpd="sng" w="9525">
              <a:solidFill>
                <a:schemeClr val="accent4"/>
              </a:solidFill>
              <a:prstDash val="solid"/>
              <a:round/>
              <a:headEnd len="sm" w="sm" type="none"/>
              <a:tailEnd len="sm" w="sm" type="none"/>
            </a:ln>
          </p:spPr>
        </p:cxnSp>
        <p:cxnSp>
          <p:nvCxnSpPr>
            <p:cNvPr id="377" name="Google Shape;377;p15"/>
            <p:cNvCxnSpPr/>
            <p:nvPr/>
          </p:nvCxnSpPr>
          <p:spPr>
            <a:xfrm>
              <a:off x="5159700" y="-33550"/>
              <a:ext cx="4041900" cy="960600"/>
            </a:xfrm>
            <a:prstGeom prst="straightConnector1">
              <a:avLst/>
            </a:prstGeom>
            <a:noFill/>
            <a:ln cap="rnd" cmpd="sng" w="9525">
              <a:solidFill>
                <a:schemeClr val="accent4"/>
              </a:solidFill>
              <a:prstDash val="solid"/>
              <a:round/>
              <a:headEnd len="sm" w="sm" type="none"/>
              <a:tailEnd len="sm" w="sm" type="none"/>
            </a:ln>
          </p:spPr>
        </p:cxnSp>
        <p:grpSp>
          <p:nvGrpSpPr>
            <p:cNvPr id="378" name="Google Shape;378;p15"/>
            <p:cNvGrpSpPr/>
            <p:nvPr/>
          </p:nvGrpSpPr>
          <p:grpSpPr>
            <a:xfrm>
              <a:off x="7715777" y="407698"/>
              <a:ext cx="482600" cy="482600"/>
              <a:chOff x="-83525" y="4333650"/>
              <a:chExt cx="539700" cy="539700"/>
            </a:xfrm>
          </p:grpSpPr>
          <p:sp>
            <p:nvSpPr>
              <p:cNvPr id="379" name="Google Shape;379;p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1" name="Google Shape;381;p15"/>
            <p:cNvGrpSpPr/>
            <p:nvPr/>
          </p:nvGrpSpPr>
          <p:grpSpPr>
            <a:xfrm>
              <a:off x="8718447" y="2450535"/>
              <a:ext cx="344976" cy="344976"/>
              <a:chOff x="-83525" y="4333650"/>
              <a:chExt cx="539700" cy="539700"/>
            </a:xfrm>
          </p:grpSpPr>
          <p:sp>
            <p:nvSpPr>
              <p:cNvPr id="382" name="Google Shape;382;p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4" name="Google Shape;384;p15"/>
            <p:cNvGrpSpPr/>
            <p:nvPr/>
          </p:nvGrpSpPr>
          <p:grpSpPr>
            <a:xfrm>
              <a:off x="491347" y="1770660"/>
              <a:ext cx="344976" cy="344976"/>
              <a:chOff x="-83525" y="4333650"/>
              <a:chExt cx="539700" cy="539700"/>
            </a:xfrm>
          </p:grpSpPr>
          <p:sp>
            <p:nvSpPr>
              <p:cNvPr id="385" name="Google Shape;385;p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7" name="Google Shape;387;p15"/>
            <p:cNvGrpSpPr/>
            <p:nvPr/>
          </p:nvGrpSpPr>
          <p:grpSpPr>
            <a:xfrm>
              <a:off x="304222" y="2768635"/>
              <a:ext cx="344976" cy="344976"/>
              <a:chOff x="-83525" y="4333650"/>
              <a:chExt cx="539700" cy="539700"/>
            </a:xfrm>
          </p:grpSpPr>
          <p:sp>
            <p:nvSpPr>
              <p:cNvPr id="388" name="Google Shape;388;p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0" name="Google Shape;390;p15"/>
            <p:cNvGrpSpPr/>
            <p:nvPr/>
          </p:nvGrpSpPr>
          <p:grpSpPr>
            <a:xfrm>
              <a:off x="1059438" y="4316076"/>
              <a:ext cx="630909" cy="630909"/>
              <a:chOff x="-83525" y="4333650"/>
              <a:chExt cx="539700" cy="539700"/>
            </a:xfrm>
          </p:grpSpPr>
          <p:sp>
            <p:nvSpPr>
              <p:cNvPr id="391" name="Google Shape;391;p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3" name="Google Shape;393;p15"/>
            <p:cNvGrpSpPr/>
            <p:nvPr/>
          </p:nvGrpSpPr>
          <p:grpSpPr>
            <a:xfrm>
              <a:off x="1138677" y="298698"/>
              <a:ext cx="482600" cy="482600"/>
              <a:chOff x="-83525" y="4333650"/>
              <a:chExt cx="539700" cy="539700"/>
            </a:xfrm>
          </p:grpSpPr>
          <p:sp>
            <p:nvSpPr>
              <p:cNvPr id="394" name="Google Shape;394;p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96" name="Google Shape;396;p15"/>
          <p:cNvSpPr txBox="1"/>
          <p:nvPr>
            <p:ph type="title"/>
          </p:nvPr>
        </p:nvSpPr>
        <p:spPr>
          <a:xfrm>
            <a:off x="720000" y="2677350"/>
            <a:ext cx="4360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97" name="Google Shape;397;p15"/>
          <p:cNvSpPr txBox="1"/>
          <p:nvPr>
            <p:ph idx="2" type="title"/>
          </p:nvPr>
        </p:nvSpPr>
        <p:spPr>
          <a:xfrm>
            <a:off x="2124950" y="7317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98" name="Google Shape;398;p15"/>
          <p:cNvSpPr txBox="1"/>
          <p:nvPr>
            <p:ph idx="1" type="subTitle"/>
          </p:nvPr>
        </p:nvSpPr>
        <p:spPr>
          <a:xfrm rot="462">
            <a:off x="1783576" y="3972750"/>
            <a:ext cx="2233200" cy="63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399" name="Shape 399"/>
        <p:cNvGrpSpPr/>
        <p:nvPr/>
      </p:nvGrpSpPr>
      <p:grpSpPr>
        <a:xfrm>
          <a:off x="0" y="0"/>
          <a:ext cx="0" cy="0"/>
          <a:chOff x="0" y="0"/>
          <a:chExt cx="0" cy="0"/>
        </a:xfrm>
      </p:grpSpPr>
      <p:grpSp>
        <p:nvGrpSpPr>
          <p:cNvPr id="400" name="Google Shape;400;p16"/>
          <p:cNvGrpSpPr/>
          <p:nvPr/>
        </p:nvGrpSpPr>
        <p:grpSpPr>
          <a:xfrm>
            <a:off x="0" y="0"/>
            <a:ext cx="9144000" cy="5143500"/>
            <a:chOff x="0" y="0"/>
            <a:chExt cx="9144000" cy="5143500"/>
          </a:xfrm>
        </p:grpSpPr>
        <p:sp>
          <p:nvSpPr>
            <p:cNvPr id="401" name="Google Shape;401;p16"/>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16"/>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3" name="Google Shape;403;p16"/>
          <p:cNvGrpSpPr/>
          <p:nvPr/>
        </p:nvGrpSpPr>
        <p:grpSpPr>
          <a:xfrm>
            <a:off x="-24925" y="-64725"/>
            <a:ext cx="9226450" cy="5333100"/>
            <a:chOff x="-24925" y="-64725"/>
            <a:chExt cx="9226450" cy="5333100"/>
          </a:xfrm>
        </p:grpSpPr>
        <p:cxnSp>
          <p:nvCxnSpPr>
            <p:cNvPr id="404" name="Google Shape;404;p16"/>
            <p:cNvCxnSpPr/>
            <p:nvPr/>
          </p:nvCxnSpPr>
          <p:spPr>
            <a:xfrm flipH="1">
              <a:off x="7029625" y="-37700"/>
              <a:ext cx="968100" cy="5243700"/>
            </a:xfrm>
            <a:prstGeom prst="straightConnector1">
              <a:avLst/>
            </a:prstGeom>
            <a:noFill/>
            <a:ln cap="rnd" cmpd="sng" w="9525">
              <a:solidFill>
                <a:schemeClr val="accent4"/>
              </a:solidFill>
              <a:prstDash val="solid"/>
              <a:round/>
              <a:headEnd len="sm" w="sm" type="none"/>
              <a:tailEnd len="sm" w="sm" type="none"/>
            </a:ln>
          </p:spPr>
        </p:cxnSp>
        <p:cxnSp>
          <p:nvCxnSpPr>
            <p:cNvPr id="405" name="Google Shape;405;p16"/>
            <p:cNvCxnSpPr/>
            <p:nvPr/>
          </p:nvCxnSpPr>
          <p:spPr>
            <a:xfrm>
              <a:off x="6081475" y="-64725"/>
              <a:ext cx="3112500" cy="4135500"/>
            </a:xfrm>
            <a:prstGeom prst="straightConnector1">
              <a:avLst/>
            </a:prstGeom>
            <a:noFill/>
            <a:ln cap="rnd" cmpd="sng" w="9525">
              <a:solidFill>
                <a:schemeClr val="accent4"/>
              </a:solidFill>
              <a:prstDash val="solid"/>
              <a:round/>
              <a:headEnd len="sm" w="sm" type="none"/>
              <a:tailEnd len="sm" w="sm" type="none"/>
            </a:ln>
          </p:spPr>
        </p:cxnSp>
        <p:cxnSp>
          <p:nvCxnSpPr>
            <p:cNvPr id="406" name="Google Shape;406;p16"/>
            <p:cNvCxnSpPr/>
            <p:nvPr/>
          </p:nvCxnSpPr>
          <p:spPr>
            <a:xfrm flipH="1">
              <a:off x="1172650" y="-27300"/>
              <a:ext cx="417900" cy="5177100"/>
            </a:xfrm>
            <a:prstGeom prst="straightConnector1">
              <a:avLst/>
            </a:prstGeom>
            <a:noFill/>
            <a:ln cap="rnd" cmpd="sng" w="9525">
              <a:solidFill>
                <a:schemeClr val="accent4"/>
              </a:solidFill>
              <a:prstDash val="solid"/>
              <a:round/>
              <a:headEnd len="sm" w="sm" type="none"/>
              <a:tailEnd len="sm" w="sm" type="none"/>
            </a:ln>
          </p:spPr>
        </p:cxnSp>
        <p:cxnSp>
          <p:nvCxnSpPr>
            <p:cNvPr id="407" name="Google Shape;407;p16"/>
            <p:cNvCxnSpPr/>
            <p:nvPr/>
          </p:nvCxnSpPr>
          <p:spPr>
            <a:xfrm>
              <a:off x="-24925" y="1606875"/>
              <a:ext cx="2046000" cy="3661500"/>
            </a:xfrm>
            <a:prstGeom prst="straightConnector1">
              <a:avLst/>
            </a:prstGeom>
            <a:noFill/>
            <a:ln cap="rnd" cmpd="sng" w="9525">
              <a:solidFill>
                <a:schemeClr val="accent4"/>
              </a:solidFill>
              <a:prstDash val="solid"/>
              <a:round/>
              <a:headEnd len="sm" w="sm" type="none"/>
              <a:tailEnd len="sm" w="sm" type="none"/>
            </a:ln>
          </p:spPr>
        </p:cxnSp>
        <p:cxnSp>
          <p:nvCxnSpPr>
            <p:cNvPr id="408" name="Google Shape;408;p16"/>
            <p:cNvCxnSpPr/>
            <p:nvPr/>
          </p:nvCxnSpPr>
          <p:spPr>
            <a:xfrm flipH="1" rot="10800000">
              <a:off x="-17325" y="-52225"/>
              <a:ext cx="2831700" cy="923100"/>
            </a:xfrm>
            <a:prstGeom prst="straightConnector1">
              <a:avLst/>
            </a:prstGeom>
            <a:noFill/>
            <a:ln cap="rnd" cmpd="sng" w="9525">
              <a:solidFill>
                <a:schemeClr val="accent4"/>
              </a:solidFill>
              <a:prstDash val="solid"/>
              <a:round/>
              <a:headEnd len="sm" w="sm" type="none"/>
              <a:tailEnd len="sm" w="sm" type="none"/>
            </a:ln>
          </p:spPr>
        </p:cxnSp>
        <p:cxnSp>
          <p:nvCxnSpPr>
            <p:cNvPr id="409" name="Google Shape;409;p16"/>
            <p:cNvCxnSpPr/>
            <p:nvPr/>
          </p:nvCxnSpPr>
          <p:spPr>
            <a:xfrm flipH="1">
              <a:off x="7997625" y="3290975"/>
              <a:ext cx="1203900" cy="1896300"/>
            </a:xfrm>
            <a:prstGeom prst="straightConnector1">
              <a:avLst/>
            </a:prstGeom>
            <a:noFill/>
            <a:ln cap="rnd" cmpd="sng" w="9525">
              <a:solidFill>
                <a:schemeClr val="accent4"/>
              </a:solidFill>
              <a:prstDash val="solid"/>
              <a:round/>
              <a:headEnd len="sm" w="sm" type="none"/>
              <a:tailEnd len="sm" w="sm" type="none"/>
            </a:ln>
          </p:spPr>
        </p:cxnSp>
        <p:grpSp>
          <p:nvGrpSpPr>
            <p:cNvPr id="410" name="Google Shape;410;p16"/>
            <p:cNvGrpSpPr/>
            <p:nvPr/>
          </p:nvGrpSpPr>
          <p:grpSpPr>
            <a:xfrm>
              <a:off x="7309798" y="1681413"/>
              <a:ext cx="630909" cy="630909"/>
              <a:chOff x="-83525" y="4333650"/>
              <a:chExt cx="539700" cy="539700"/>
            </a:xfrm>
          </p:grpSpPr>
          <p:sp>
            <p:nvSpPr>
              <p:cNvPr id="411" name="Google Shape;411;p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3" name="Google Shape;413;p16"/>
            <p:cNvGrpSpPr/>
            <p:nvPr/>
          </p:nvGrpSpPr>
          <p:grpSpPr>
            <a:xfrm>
              <a:off x="8107197" y="1261910"/>
              <a:ext cx="344976" cy="344976"/>
              <a:chOff x="-83525" y="4333650"/>
              <a:chExt cx="539700" cy="539700"/>
            </a:xfrm>
          </p:grpSpPr>
          <p:sp>
            <p:nvSpPr>
              <p:cNvPr id="414" name="Google Shape;414;p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6" name="Google Shape;416;p16"/>
            <p:cNvGrpSpPr/>
            <p:nvPr/>
          </p:nvGrpSpPr>
          <p:grpSpPr>
            <a:xfrm>
              <a:off x="1028573" y="3702579"/>
              <a:ext cx="493070" cy="493016"/>
              <a:chOff x="-83525" y="4333650"/>
              <a:chExt cx="539700" cy="539700"/>
            </a:xfrm>
          </p:grpSpPr>
          <p:sp>
            <p:nvSpPr>
              <p:cNvPr id="417" name="Google Shape;417;p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9" name="Google Shape;419;p16"/>
            <p:cNvGrpSpPr/>
            <p:nvPr/>
          </p:nvGrpSpPr>
          <p:grpSpPr>
            <a:xfrm>
              <a:off x="1315510" y="109854"/>
              <a:ext cx="493070" cy="493016"/>
              <a:chOff x="-83525" y="4333650"/>
              <a:chExt cx="539700" cy="539700"/>
            </a:xfrm>
          </p:grpSpPr>
          <p:sp>
            <p:nvSpPr>
              <p:cNvPr id="420" name="Google Shape;420;p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2" name="Google Shape;422;p16"/>
            <p:cNvGrpSpPr/>
            <p:nvPr/>
          </p:nvGrpSpPr>
          <p:grpSpPr>
            <a:xfrm>
              <a:off x="7940697" y="3776610"/>
              <a:ext cx="344976" cy="344976"/>
              <a:chOff x="-83525" y="4333650"/>
              <a:chExt cx="539700" cy="539700"/>
            </a:xfrm>
          </p:grpSpPr>
          <p:sp>
            <p:nvSpPr>
              <p:cNvPr id="423" name="Google Shape;423;p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5" name="Google Shape;425;p16"/>
            <p:cNvGrpSpPr/>
            <p:nvPr/>
          </p:nvGrpSpPr>
          <p:grpSpPr>
            <a:xfrm>
              <a:off x="312372" y="3972610"/>
              <a:ext cx="344976" cy="344976"/>
              <a:chOff x="-83525" y="4333650"/>
              <a:chExt cx="539700" cy="539700"/>
            </a:xfrm>
          </p:grpSpPr>
          <p:sp>
            <p:nvSpPr>
              <p:cNvPr id="426" name="Google Shape;426;p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8" name="Google Shape;428;p16"/>
            <p:cNvGrpSpPr/>
            <p:nvPr/>
          </p:nvGrpSpPr>
          <p:grpSpPr>
            <a:xfrm>
              <a:off x="1769547" y="654310"/>
              <a:ext cx="344976" cy="344976"/>
              <a:chOff x="-83525" y="4333650"/>
              <a:chExt cx="539700" cy="539700"/>
            </a:xfrm>
          </p:grpSpPr>
          <p:sp>
            <p:nvSpPr>
              <p:cNvPr id="429" name="Google Shape;429;p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31" name="Google Shape;431;p16"/>
          <p:cNvSpPr txBox="1"/>
          <p:nvPr>
            <p:ph type="title"/>
          </p:nvPr>
        </p:nvSpPr>
        <p:spPr>
          <a:xfrm>
            <a:off x="2391900" y="2677350"/>
            <a:ext cx="4360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32" name="Google Shape;432;p16"/>
          <p:cNvSpPr txBox="1"/>
          <p:nvPr>
            <p:ph idx="2" type="title"/>
          </p:nvPr>
        </p:nvSpPr>
        <p:spPr>
          <a:xfrm>
            <a:off x="3796850" y="7317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433" name="Google Shape;433;p16"/>
          <p:cNvSpPr txBox="1"/>
          <p:nvPr>
            <p:ph idx="1" type="subTitle"/>
          </p:nvPr>
        </p:nvSpPr>
        <p:spPr>
          <a:xfrm rot="462">
            <a:off x="3455476" y="3972750"/>
            <a:ext cx="2233200" cy="63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_1">
    <p:spTree>
      <p:nvGrpSpPr>
        <p:cNvPr id="434" name="Shape 434"/>
        <p:cNvGrpSpPr/>
        <p:nvPr/>
      </p:nvGrpSpPr>
      <p:grpSpPr>
        <a:xfrm>
          <a:off x="0" y="0"/>
          <a:ext cx="0" cy="0"/>
          <a:chOff x="0" y="0"/>
          <a:chExt cx="0" cy="0"/>
        </a:xfrm>
      </p:grpSpPr>
      <p:grpSp>
        <p:nvGrpSpPr>
          <p:cNvPr id="435" name="Google Shape;435;p17"/>
          <p:cNvGrpSpPr/>
          <p:nvPr/>
        </p:nvGrpSpPr>
        <p:grpSpPr>
          <a:xfrm>
            <a:off x="0" y="0"/>
            <a:ext cx="9144000" cy="5143500"/>
            <a:chOff x="0" y="0"/>
            <a:chExt cx="9144000" cy="5143500"/>
          </a:xfrm>
        </p:grpSpPr>
        <p:sp>
          <p:nvSpPr>
            <p:cNvPr id="436" name="Google Shape;436;p17"/>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7"/>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8" name="Google Shape;438;p17"/>
          <p:cNvGrpSpPr/>
          <p:nvPr/>
        </p:nvGrpSpPr>
        <p:grpSpPr>
          <a:xfrm>
            <a:off x="-36725" y="-52250"/>
            <a:ext cx="9274275" cy="5264400"/>
            <a:chOff x="-36725" y="-52250"/>
            <a:chExt cx="9274275" cy="5264400"/>
          </a:xfrm>
        </p:grpSpPr>
        <p:cxnSp>
          <p:nvCxnSpPr>
            <p:cNvPr id="439" name="Google Shape;439;p17"/>
            <p:cNvCxnSpPr/>
            <p:nvPr/>
          </p:nvCxnSpPr>
          <p:spPr>
            <a:xfrm>
              <a:off x="6162550" y="-14825"/>
              <a:ext cx="3075000" cy="1453200"/>
            </a:xfrm>
            <a:prstGeom prst="straightConnector1">
              <a:avLst/>
            </a:prstGeom>
            <a:noFill/>
            <a:ln cap="rnd" cmpd="sng" w="9525">
              <a:solidFill>
                <a:schemeClr val="accent4"/>
              </a:solidFill>
              <a:prstDash val="solid"/>
              <a:round/>
              <a:headEnd len="sm" w="sm" type="none"/>
              <a:tailEnd len="sm" w="sm" type="none"/>
            </a:ln>
          </p:spPr>
        </p:cxnSp>
        <p:cxnSp>
          <p:nvCxnSpPr>
            <p:cNvPr id="440" name="Google Shape;440;p17"/>
            <p:cNvCxnSpPr/>
            <p:nvPr/>
          </p:nvCxnSpPr>
          <p:spPr>
            <a:xfrm flipH="1" rot="10800000">
              <a:off x="-24925" y="-45950"/>
              <a:ext cx="7759200" cy="1515600"/>
            </a:xfrm>
            <a:prstGeom prst="straightConnector1">
              <a:avLst/>
            </a:prstGeom>
            <a:noFill/>
            <a:ln cap="rnd" cmpd="sng" w="9525">
              <a:solidFill>
                <a:schemeClr val="accent4"/>
              </a:solidFill>
              <a:prstDash val="solid"/>
              <a:round/>
              <a:headEnd len="sm" w="sm" type="none"/>
              <a:tailEnd len="sm" w="sm" type="none"/>
            </a:ln>
          </p:spPr>
        </p:cxnSp>
        <p:cxnSp>
          <p:nvCxnSpPr>
            <p:cNvPr id="441" name="Google Shape;441;p17"/>
            <p:cNvCxnSpPr/>
            <p:nvPr/>
          </p:nvCxnSpPr>
          <p:spPr>
            <a:xfrm>
              <a:off x="288300" y="-52250"/>
              <a:ext cx="966900" cy="5264400"/>
            </a:xfrm>
            <a:prstGeom prst="straightConnector1">
              <a:avLst/>
            </a:prstGeom>
            <a:noFill/>
            <a:ln cap="rnd" cmpd="sng" w="9525">
              <a:solidFill>
                <a:schemeClr val="accent4"/>
              </a:solidFill>
              <a:prstDash val="solid"/>
              <a:round/>
              <a:headEnd len="sm" w="sm" type="none"/>
              <a:tailEnd len="sm" w="sm" type="none"/>
            </a:ln>
          </p:spPr>
        </p:cxnSp>
        <p:cxnSp>
          <p:nvCxnSpPr>
            <p:cNvPr id="442" name="Google Shape;442;p17"/>
            <p:cNvCxnSpPr/>
            <p:nvPr/>
          </p:nvCxnSpPr>
          <p:spPr>
            <a:xfrm>
              <a:off x="-36725" y="3696400"/>
              <a:ext cx="5233200" cy="1472100"/>
            </a:xfrm>
            <a:prstGeom prst="straightConnector1">
              <a:avLst/>
            </a:prstGeom>
            <a:noFill/>
            <a:ln cap="rnd" cmpd="sng" w="9525">
              <a:solidFill>
                <a:schemeClr val="accent4"/>
              </a:solidFill>
              <a:prstDash val="solid"/>
              <a:round/>
              <a:headEnd len="sm" w="sm" type="none"/>
              <a:tailEnd len="sm" w="sm" type="none"/>
            </a:ln>
          </p:spPr>
        </p:cxnSp>
        <p:cxnSp>
          <p:nvCxnSpPr>
            <p:cNvPr id="443" name="Google Shape;443;p17"/>
            <p:cNvCxnSpPr/>
            <p:nvPr/>
          </p:nvCxnSpPr>
          <p:spPr>
            <a:xfrm flipH="1" rot="10800000">
              <a:off x="7224300" y="3484225"/>
              <a:ext cx="1952400" cy="1715400"/>
            </a:xfrm>
            <a:prstGeom prst="straightConnector1">
              <a:avLst/>
            </a:prstGeom>
            <a:noFill/>
            <a:ln cap="rnd" cmpd="sng" w="9525">
              <a:solidFill>
                <a:schemeClr val="accent4"/>
              </a:solidFill>
              <a:prstDash val="solid"/>
              <a:round/>
              <a:headEnd len="sm" w="sm" type="none"/>
              <a:tailEnd len="sm" w="sm" type="none"/>
            </a:ln>
          </p:spPr>
        </p:cxnSp>
        <p:grpSp>
          <p:nvGrpSpPr>
            <p:cNvPr id="444" name="Google Shape;444;p17"/>
            <p:cNvGrpSpPr/>
            <p:nvPr/>
          </p:nvGrpSpPr>
          <p:grpSpPr>
            <a:xfrm>
              <a:off x="6335552" y="-45952"/>
              <a:ext cx="482600" cy="482600"/>
              <a:chOff x="-83525" y="4333650"/>
              <a:chExt cx="539700" cy="539700"/>
            </a:xfrm>
          </p:grpSpPr>
          <p:sp>
            <p:nvSpPr>
              <p:cNvPr id="445" name="Google Shape;445;p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7" name="Google Shape;447;p17"/>
            <p:cNvGrpSpPr/>
            <p:nvPr/>
          </p:nvGrpSpPr>
          <p:grpSpPr>
            <a:xfrm>
              <a:off x="8347110" y="3885135"/>
              <a:ext cx="344976" cy="344976"/>
              <a:chOff x="-83525" y="4333650"/>
              <a:chExt cx="539700" cy="539700"/>
            </a:xfrm>
          </p:grpSpPr>
          <p:sp>
            <p:nvSpPr>
              <p:cNvPr id="448" name="Google Shape;448;p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0" name="Google Shape;450;p17"/>
            <p:cNvGrpSpPr/>
            <p:nvPr/>
          </p:nvGrpSpPr>
          <p:grpSpPr>
            <a:xfrm>
              <a:off x="748661" y="3711952"/>
              <a:ext cx="566361" cy="566361"/>
              <a:chOff x="-83525" y="4333650"/>
              <a:chExt cx="539700" cy="539700"/>
            </a:xfrm>
          </p:grpSpPr>
          <p:sp>
            <p:nvSpPr>
              <p:cNvPr id="451" name="Google Shape;451;p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3" name="Google Shape;453;p17"/>
            <p:cNvGrpSpPr/>
            <p:nvPr/>
          </p:nvGrpSpPr>
          <p:grpSpPr>
            <a:xfrm>
              <a:off x="297778" y="1107973"/>
              <a:ext cx="482600" cy="482600"/>
              <a:chOff x="-83525" y="4333650"/>
              <a:chExt cx="539700" cy="539700"/>
            </a:xfrm>
          </p:grpSpPr>
          <p:sp>
            <p:nvSpPr>
              <p:cNvPr id="454" name="Google Shape;454;p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6" name="Google Shape;456;p17"/>
            <p:cNvGrpSpPr/>
            <p:nvPr/>
          </p:nvGrpSpPr>
          <p:grpSpPr>
            <a:xfrm>
              <a:off x="403685" y="3351435"/>
              <a:ext cx="344976" cy="344976"/>
              <a:chOff x="-83525" y="4333650"/>
              <a:chExt cx="539700" cy="539700"/>
            </a:xfrm>
          </p:grpSpPr>
          <p:sp>
            <p:nvSpPr>
              <p:cNvPr id="457" name="Google Shape;457;p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9" name="Google Shape;459;p17"/>
            <p:cNvGrpSpPr/>
            <p:nvPr/>
          </p:nvGrpSpPr>
          <p:grpSpPr>
            <a:xfrm>
              <a:off x="910235" y="669360"/>
              <a:ext cx="344976" cy="344976"/>
              <a:chOff x="-83525" y="4333650"/>
              <a:chExt cx="539700" cy="539700"/>
            </a:xfrm>
          </p:grpSpPr>
          <p:sp>
            <p:nvSpPr>
              <p:cNvPr id="460" name="Google Shape;460;p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62" name="Google Shape;462;p17"/>
          <p:cNvSpPr txBox="1"/>
          <p:nvPr>
            <p:ph type="title"/>
          </p:nvPr>
        </p:nvSpPr>
        <p:spPr>
          <a:xfrm>
            <a:off x="3221500" y="1872900"/>
            <a:ext cx="52689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43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463" name="Google Shape;463;p17"/>
          <p:cNvSpPr txBox="1"/>
          <p:nvPr>
            <p:ph idx="2" type="title"/>
          </p:nvPr>
        </p:nvSpPr>
        <p:spPr>
          <a:xfrm>
            <a:off x="1172013" y="19215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464" name="Google Shape;464;p17"/>
          <p:cNvSpPr txBox="1"/>
          <p:nvPr>
            <p:ph idx="1" type="subTitle"/>
          </p:nvPr>
        </p:nvSpPr>
        <p:spPr>
          <a:xfrm rot="462">
            <a:off x="3221487" y="2639862"/>
            <a:ext cx="2233200" cy="630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_1">
    <p:spTree>
      <p:nvGrpSpPr>
        <p:cNvPr id="465" name="Shape 465"/>
        <p:cNvGrpSpPr/>
        <p:nvPr/>
      </p:nvGrpSpPr>
      <p:grpSpPr>
        <a:xfrm>
          <a:off x="0" y="0"/>
          <a:ext cx="0" cy="0"/>
          <a:chOff x="0" y="0"/>
          <a:chExt cx="0" cy="0"/>
        </a:xfrm>
      </p:grpSpPr>
      <p:grpSp>
        <p:nvGrpSpPr>
          <p:cNvPr id="466" name="Google Shape;466;p18"/>
          <p:cNvGrpSpPr/>
          <p:nvPr/>
        </p:nvGrpSpPr>
        <p:grpSpPr>
          <a:xfrm flipH="1" rot="10800000">
            <a:off x="0" y="0"/>
            <a:ext cx="9144000" cy="5143500"/>
            <a:chOff x="0" y="0"/>
            <a:chExt cx="9144000" cy="5143500"/>
          </a:xfrm>
        </p:grpSpPr>
        <p:sp>
          <p:nvSpPr>
            <p:cNvPr id="467" name="Google Shape;467;p18"/>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8"/>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9" name="Google Shape;469;p18"/>
          <p:cNvGrpSpPr/>
          <p:nvPr/>
        </p:nvGrpSpPr>
        <p:grpSpPr>
          <a:xfrm>
            <a:off x="-43650" y="-89675"/>
            <a:ext cx="9262500" cy="5307900"/>
            <a:chOff x="-43650" y="-89675"/>
            <a:chExt cx="9262500" cy="5307900"/>
          </a:xfrm>
        </p:grpSpPr>
        <p:cxnSp>
          <p:nvCxnSpPr>
            <p:cNvPr id="470" name="Google Shape;470;p18"/>
            <p:cNvCxnSpPr/>
            <p:nvPr/>
          </p:nvCxnSpPr>
          <p:spPr>
            <a:xfrm flipH="1">
              <a:off x="7908875" y="-89675"/>
              <a:ext cx="910800" cy="5307900"/>
            </a:xfrm>
            <a:prstGeom prst="straightConnector1">
              <a:avLst/>
            </a:prstGeom>
            <a:noFill/>
            <a:ln cap="rnd" cmpd="sng" w="9525">
              <a:solidFill>
                <a:schemeClr val="accent4"/>
              </a:solidFill>
              <a:prstDash val="solid"/>
              <a:round/>
              <a:headEnd len="sm" w="sm" type="none"/>
              <a:tailEnd len="sm" w="sm" type="none"/>
            </a:ln>
          </p:spPr>
        </p:cxnSp>
        <p:cxnSp>
          <p:nvCxnSpPr>
            <p:cNvPr id="471" name="Google Shape;471;p18"/>
            <p:cNvCxnSpPr/>
            <p:nvPr/>
          </p:nvCxnSpPr>
          <p:spPr>
            <a:xfrm>
              <a:off x="-43650" y="3621550"/>
              <a:ext cx="9262500" cy="1135200"/>
            </a:xfrm>
            <a:prstGeom prst="straightConnector1">
              <a:avLst/>
            </a:prstGeom>
            <a:noFill/>
            <a:ln cap="rnd" cmpd="sng" w="9525">
              <a:solidFill>
                <a:schemeClr val="accent4"/>
              </a:solidFill>
              <a:prstDash val="solid"/>
              <a:round/>
              <a:headEnd len="sm" w="sm" type="none"/>
              <a:tailEnd len="sm" w="sm" type="none"/>
            </a:ln>
          </p:spPr>
        </p:cxnSp>
        <p:cxnSp>
          <p:nvCxnSpPr>
            <p:cNvPr id="472" name="Google Shape;472;p18"/>
            <p:cNvCxnSpPr/>
            <p:nvPr/>
          </p:nvCxnSpPr>
          <p:spPr>
            <a:xfrm>
              <a:off x="-21400" y="1263825"/>
              <a:ext cx="1989600" cy="3948300"/>
            </a:xfrm>
            <a:prstGeom prst="straightConnector1">
              <a:avLst/>
            </a:prstGeom>
            <a:noFill/>
            <a:ln cap="rnd" cmpd="sng" w="9525">
              <a:solidFill>
                <a:schemeClr val="accent4"/>
              </a:solidFill>
              <a:prstDash val="solid"/>
              <a:round/>
              <a:headEnd len="sm" w="sm" type="none"/>
              <a:tailEnd len="sm" w="sm" type="none"/>
            </a:ln>
          </p:spPr>
        </p:cxnSp>
        <p:cxnSp>
          <p:nvCxnSpPr>
            <p:cNvPr id="473" name="Google Shape;473;p18"/>
            <p:cNvCxnSpPr/>
            <p:nvPr/>
          </p:nvCxnSpPr>
          <p:spPr>
            <a:xfrm flipH="1" rot="10800000">
              <a:off x="-33875" y="-70975"/>
              <a:ext cx="2732100" cy="2987700"/>
            </a:xfrm>
            <a:prstGeom prst="straightConnector1">
              <a:avLst/>
            </a:prstGeom>
            <a:noFill/>
            <a:ln cap="rnd" cmpd="sng" w="9525">
              <a:solidFill>
                <a:schemeClr val="accent4"/>
              </a:solidFill>
              <a:prstDash val="solid"/>
              <a:round/>
              <a:headEnd len="sm" w="sm" type="none"/>
              <a:tailEnd len="sm" w="sm" type="none"/>
            </a:ln>
          </p:spPr>
        </p:cxnSp>
        <p:cxnSp>
          <p:nvCxnSpPr>
            <p:cNvPr id="474" name="Google Shape;474;p18"/>
            <p:cNvCxnSpPr/>
            <p:nvPr/>
          </p:nvCxnSpPr>
          <p:spPr>
            <a:xfrm>
              <a:off x="7251400" y="-64725"/>
              <a:ext cx="1952400" cy="2077200"/>
            </a:xfrm>
            <a:prstGeom prst="straightConnector1">
              <a:avLst/>
            </a:prstGeom>
            <a:noFill/>
            <a:ln cap="rnd" cmpd="sng" w="9525">
              <a:solidFill>
                <a:schemeClr val="accent4"/>
              </a:solidFill>
              <a:prstDash val="solid"/>
              <a:round/>
              <a:headEnd len="sm" w="sm" type="none"/>
              <a:tailEnd len="sm" w="sm" type="none"/>
            </a:ln>
          </p:spPr>
        </p:cxnSp>
        <p:grpSp>
          <p:nvGrpSpPr>
            <p:cNvPr id="475" name="Google Shape;475;p18"/>
            <p:cNvGrpSpPr/>
            <p:nvPr/>
          </p:nvGrpSpPr>
          <p:grpSpPr>
            <a:xfrm>
              <a:off x="8337077" y="1118748"/>
              <a:ext cx="482600" cy="482600"/>
              <a:chOff x="-83525" y="4333650"/>
              <a:chExt cx="539700" cy="539700"/>
            </a:xfrm>
          </p:grpSpPr>
          <p:sp>
            <p:nvSpPr>
              <p:cNvPr id="476" name="Google Shape;476;p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8" name="Google Shape;478;p18"/>
            <p:cNvGrpSpPr/>
            <p:nvPr/>
          </p:nvGrpSpPr>
          <p:grpSpPr>
            <a:xfrm>
              <a:off x="8668547" y="2101235"/>
              <a:ext cx="344976" cy="344976"/>
              <a:chOff x="-83525" y="4333650"/>
              <a:chExt cx="539700" cy="539700"/>
            </a:xfrm>
          </p:grpSpPr>
          <p:sp>
            <p:nvSpPr>
              <p:cNvPr id="479" name="Google Shape;479;p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1" name="Google Shape;481;p18"/>
            <p:cNvGrpSpPr/>
            <p:nvPr/>
          </p:nvGrpSpPr>
          <p:grpSpPr>
            <a:xfrm>
              <a:off x="916890" y="3446705"/>
              <a:ext cx="666476" cy="666476"/>
              <a:chOff x="-83525" y="4333650"/>
              <a:chExt cx="539700" cy="539700"/>
            </a:xfrm>
          </p:grpSpPr>
          <p:sp>
            <p:nvSpPr>
              <p:cNvPr id="482" name="Google Shape;482;p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4" name="Google Shape;484;p18"/>
            <p:cNvGrpSpPr/>
            <p:nvPr/>
          </p:nvGrpSpPr>
          <p:grpSpPr>
            <a:xfrm>
              <a:off x="7832747" y="4411785"/>
              <a:ext cx="344976" cy="344976"/>
              <a:chOff x="-83525" y="4333650"/>
              <a:chExt cx="539700" cy="539700"/>
            </a:xfrm>
          </p:grpSpPr>
          <p:sp>
            <p:nvSpPr>
              <p:cNvPr id="485" name="Google Shape;485;p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7" name="Google Shape;487;p18"/>
            <p:cNvGrpSpPr/>
            <p:nvPr/>
          </p:nvGrpSpPr>
          <p:grpSpPr>
            <a:xfrm>
              <a:off x="7078022" y="4016673"/>
              <a:ext cx="344976" cy="344976"/>
              <a:chOff x="-83525" y="4333650"/>
              <a:chExt cx="539700" cy="539700"/>
            </a:xfrm>
          </p:grpSpPr>
          <p:sp>
            <p:nvSpPr>
              <p:cNvPr id="488" name="Google Shape;488;p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0" name="Google Shape;490;p18"/>
            <p:cNvGrpSpPr/>
            <p:nvPr/>
          </p:nvGrpSpPr>
          <p:grpSpPr>
            <a:xfrm>
              <a:off x="335397" y="2164173"/>
              <a:ext cx="344976" cy="344976"/>
              <a:chOff x="-83525" y="4333650"/>
              <a:chExt cx="539700" cy="539700"/>
            </a:xfrm>
          </p:grpSpPr>
          <p:sp>
            <p:nvSpPr>
              <p:cNvPr id="491" name="Google Shape;491;p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3" name="Google Shape;493;p18"/>
            <p:cNvGrpSpPr/>
            <p:nvPr/>
          </p:nvGrpSpPr>
          <p:grpSpPr>
            <a:xfrm>
              <a:off x="771997" y="801385"/>
              <a:ext cx="344976" cy="344976"/>
              <a:chOff x="-83525" y="4333650"/>
              <a:chExt cx="539700" cy="539700"/>
            </a:xfrm>
          </p:grpSpPr>
          <p:sp>
            <p:nvSpPr>
              <p:cNvPr id="494" name="Google Shape;494;p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96" name="Google Shape;496;p18"/>
          <p:cNvSpPr txBox="1"/>
          <p:nvPr>
            <p:ph type="title"/>
          </p:nvPr>
        </p:nvSpPr>
        <p:spPr>
          <a:xfrm>
            <a:off x="1539575" y="1840150"/>
            <a:ext cx="3971400" cy="8418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600"/>
              <a:buNone/>
              <a:defRPr sz="4300"/>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p:txBody>
      </p:sp>
      <p:sp>
        <p:nvSpPr>
          <p:cNvPr id="497" name="Google Shape;497;p18"/>
          <p:cNvSpPr txBox="1"/>
          <p:nvPr>
            <p:ph idx="2" type="title"/>
          </p:nvPr>
        </p:nvSpPr>
        <p:spPr>
          <a:xfrm>
            <a:off x="5987400" y="188875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498" name="Google Shape;498;p18"/>
          <p:cNvSpPr txBox="1"/>
          <p:nvPr>
            <p:ph idx="1" type="subTitle"/>
          </p:nvPr>
        </p:nvSpPr>
        <p:spPr>
          <a:xfrm rot="462">
            <a:off x="3277675" y="2607112"/>
            <a:ext cx="2233200" cy="630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1600"/>
              </a:spcBef>
              <a:spcAft>
                <a:spcPts val="0"/>
              </a:spcAft>
              <a:buSzPts val="1400"/>
              <a:buNone/>
              <a:defRPr/>
            </a:lvl2pPr>
            <a:lvl3pPr lvl="2" algn="r">
              <a:lnSpc>
                <a:spcPct val="100000"/>
              </a:lnSpc>
              <a:spcBef>
                <a:spcPts val="1600"/>
              </a:spcBef>
              <a:spcAft>
                <a:spcPts val="0"/>
              </a:spcAft>
              <a:buSzPts val="1400"/>
              <a:buNone/>
              <a:defRPr/>
            </a:lvl3pPr>
            <a:lvl4pPr lvl="3" algn="r">
              <a:lnSpc>
                <a:spcPct val="100000"/>
              </a:lnSpc>
              <a:spcBef>
                <a:spcPts val="1600"/>
              </a:spcBef>
              <a:spcAft>
                <a:spcPts val="0"/>
              </a:spcAft>
              <a:buSzPts val="1400"/>
              <a:buNone/>
              <a:defRPr/>
            </a:lvl4pPr>
            <a:lvl5pPr lvl="4" algn="r">
              <a:lnSpc>
                <a:spcPct val="100000"/>
              </a:lnSpc>
              <a:spcBef>
                <a:spcPts val="1600"/>
              </a:spcBef>
              <a:spcAft>
                <a:spcPts val="0"/>
              </a:spcAft>
              <a:buSzPts val="1400"/>
              <a:buNone/>
              <a:defRPr/>
            </a:lvl5pPr>
            <a:lvl6pPr lvl="5" algn="r">
              <a:lnSpc>
                <a:spcPct val="100000"/>
              </a:lnSpc>
              <a:spcBef>
                <a:spcPts val="1600"/>
              </a:spcBef>
              <a:spcAft>
                <a:spcPts val="0"/>
              </a:spcAft>
              <a:buSzPts val="1400"/>
              <a:buNone/>
              <a:defRPr/>
            </a:lvl6pPr>
            <a:lvl7pPr lvl="6" algn="r">
              <a:lnSpc>
                <a:spcPct val="100000"/>
              </a:lnSpc>
              <a:spcBef>
                <a:spcPts val="1600"/>
              </a:spcBef>
              <a:spcAft>
                <a:spcPts val="0"/>
              </a:spcAft>
              <a:buSzPts val="1400"/>
              <a:buNone/>
              <a:defRPr/>
            </a:lvl7pPr>
            <a:lvl8pPr lvl="7" algn="r">
              <a:lnSpc>
                <a:spcPct val="100000"/>
              </a:lnSpc>
              <a:spcBef>
                <a:spcPts val="1600"/>
              </a:spcBef>
              <a:spcAft>
                <a:spcPts val="0"/>
              </a:spcAft>
              <a:buSzPts val="1400"/>
              <a:buNone/>
              <a:defRPr/>
            </a:lvl8pPr>
            <a:lvl9pPr lvl="8" algn="r">
              <a:lnSpc>
                <a:spcPct val="100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499" name="Shape 499"/>
        <p:cNvGrpSpPr/>
        <p:nvPr/>
      </p:nvGrpSpPr>
      <p:grpSpPr>
        <a:xfrm>
          <a:off x="0" y="0"/>
          <a:ext cx="0" cy="0"/>
          <a:chOff x="0" y="0"/>
          <a:chExt cx="0" cy="0"/>
        </a:xfrm>
      </p:grpSpPr>
      <p:grpSp>
        <p:nvGrpSpPr>
          <p:cNvPr id="500" name="Google Shape;500;p19"/>
          <p:cNvGrpSpPr/>
          <p:nvPr/>
        </p:nvGrpSpPr>
        <p:grpSpPr>
          <a:xfrm>
            <a:off x="0" y="0"/>
            <a:ext cx="9144000" cy="5143500"/>
            <a:chOff x="0" y="0"/>
            <a:chExt cx="9144000" cy="5143500"/>
          </a:xfrm>
        </p:grpSpPr>
        <p:sp>
          <p:nvSpPr>
            <p:cNvPr id="501" name="Google Shape;501;p19"/>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19"/>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3" name="Google Shape;503;p19"/>
          <p:cNvGrpSpPr/>
          <p:nvPr/>
        </p:nvGrpSpPr>
        <p:grpSpPr>
          <a:xfrm>
            <a:off x="-38625" y="-86000"/>
            <a:ext cx="9277700" cy="5409180"/>
            <a:chOff x="-38625" y="-86000"/>
            <a:chExt cx="9277700" cy="5409180"/>
          </a:xfrm>
        </p:grpSpPr>
        <p:cxnSp>
          <p:nvCxnSpPr>
            <p:cNvPr id="504" name="Google Shape;504;p19"/>
            <p:cNvCxnSpPr/>
            <p:nvPr/>
          </p:nvCxnSpPr>
          <p:spPr>
            <a:xfrm>
              <a:off x="7441175" y="-66725"/>
              <a:ext cx="1747500" cy="1473900"/>
            </a:xfrm>
            <a:prstGeom prst="straightConnector1">
              <a:avLst/>
            </a:prstGeom>
            <a:noFill/>
            <a:ln cap="rnd" cmpd="sng" w="9525">
              <a:solidFill>
                <a:schemeClr val="accent4"/>
              </a:solidFill>
              <a:prstDash val="solid"/>
              <a:round/>
              <a:headEnd len="sm" w="sm" type="none"/>
              <a:tailEnd len="sm" w="sm" type="none"/>
            </a:ln>
          </p:spPr>
        </p:cxnSp>
        <p:cxnSp>
          <p:nvCxnSpPr>
            <p:cNvPr id="505" name="Google Shape;505;p19"/>
            <p:cNvCxnSpPr/>
            <p:nvPr/>
          </p:nvCxnSpPr>
          <p:spPr>
            <a:xfrm>
              <a:off x="7143150" y="4924000"/>
              <a:ext cx="2054400" cy="78900"/>
            </a:xfrm>
            <a:prstGeom prst="straightConnector1">
              <a:avLst/>
            </a:prstGeom>
            <a:noFill/>
            <a:ln cap="rnd" cmpd="sng" w="9525">
              <a:solidFill>
                <a:schemeClr val="accent4"/>
              </a:solidFill>
              <a:prstDash val="solid"/>
              <a:round/>
              <a:headEnd len="sm" w="sm" type="none"/>
              <a:tailEnd len="sm" w="sm" type="none"/>
            </a:ln>
          </p:spPr>
        </p:cxnSp>
        <p:cxnSp>
          <p:nvCxnSpPr>
            <p:cNvPr id="506" name="Google Shape;506;p19"/>
            <p:cNvCxnSpPr/>
            <p:nvPr/>
          </p:nvCxnSpPr>
          <p:spPr>
            <a:xfrm flipH="1">
              <a:off x="8911300" y="-73150"/>
              <a:ext cx="32100" cy="1516500"/>
            </a:xfrm>
            <a:prstGeom prst="straightConnector1">
              <a:avLst/>
            </a:prstGeom>
            <a:noFill/>
            <a:ln cap="rnd" cmpd="sng" w="9525">
              <a:solidFill>
                <a:schemeClr val="accent4"/>
              </a:solidFill>
              <a:prstDash val="solid"/>
              <a:round/>
              <a:headEnd len="sm" w="sm" type="none"/>
              <a:tailEnd len="sm" w="sm" type="none"/>
            </a:ln>
          </p:spPr>
        </p:cxnSp>
        <p:cxnSp>
          <p:nvCxnSpPr>
            <p:cNvPr id="507" name="Google Shape;507;p19"/>
            <p:cNvCxnSpPr/>
            <p:nvPr/>
          </p:nvCxnSpPr>
          <p:spPr>
            <a:xfrm>
              <a:off x="7420475" y="241725"/>
              <a:ext cx="1818600" cy="533400"/>
            </a:xfrm>
            <a:prstGeom prst="straightConnector1">
              <a:avLst/>
            </a:prstGeom>
            <a:noFill/>
            <a:ln cap="rnd" cmpd="sng" w="9525">
              <a:solidFill>
                <a:schemeClr val="accent4"/>
              </a:solidFill>
              <a:prstDash val="solid"/>
              <a:round/>
              <a:headEnd len="sm" w="sm" type="none"/>
              <a:tailEnd len="sm" w="sm" type="none"/>
            </a:ln>
          </p:spPr>
        </p:cxnSp>
        <p:cxnSp>
          <p:nvCxnSpPr>
            <p:cNvPr id="508" name="Google Shape;508;p19"/>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509" name="Google Shape;509;p19"/>
            <p:cNvCxnSpPr/>
            <p:nvPr/>
          </p:nvCxnSpPr>
          <p:spPr>
            <a:xfrm>
              <a:off x="-28475" y="4707700"/>
              <a:ext cx="1767000" cy="507600"/>
            </a:xfrm>
            <a:prstGeom prst="straightConnector1">
              <a:avLst/>
            </a:prstGeom>
            <a:noFill/>
            <a:ln cap="rnd" cmpd="sng" w="9525">
              <a:solidFill>
                <a:schemeClr val="accent4"/>
              </a:solidFill>
              <a:prstDash val="solid"/>
              <a:round/>
              <a:headEnd len="sm" w="sm" type="none"/>
              <a:tailEnd len="sm" w="sm" type="none"/>
            </a:ln>
          </p:spPr>
        </p:cxnSp>
        <p:grpSp>
          <p:nvGrpSpPr>
            <p:cNvPr id="510" name="Google Shape;510;p19"/>
            <p:cNvGrpSpPr/>
            <p:nvPr/>
          </p:nvGrpSpPr>
          <p:grpSpPr>
            <a:xfrm>
              <a:off x="8673562" y="431300"/>
              <a:ext cx="507588" cy="507588"/>
              <a:chOff x="-83525" y="4333650"/>
              <a:chExt cx="539700" cy="539700"/>
            </a:xfrm>
          </p:grpSpPr>
          <p:sp>
            <p:nvSpPr>
              <p:cNvPr id="511" name="Google Shape;511;p1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1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3" name="Google Shape;513;p19"/>
            <p:cNvGrpSpPr/>
            <p:nvPr/>
          </p:nvGrpSpPr>
          <p:grpSpPr>
            <a:xfrm>
              <a:off x="7364046" y="-29918"/>
              <a:ext cx="723360" cy="723360"/>
              <a:chOff x="-83525" y="4333650"/>
              <a:chExt cx="539700" cy="539700"/>
            </a:xfrm>
          </p:grpSpPr>
          <p:sp>
            <p:nvSpPr>
              <p:cNvPr id="514" name="Google Shape;514;p1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1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6" name="Google Shape;516;p19"/>
            <p:cNvGrpSpPr/>
            <p:nvPr/>
          </p:nvGrpSpPr>
          <p:grpSpPr>
            <a:xfrm>
              <a:off x="206291" y="1036783"/>
              <a:ext cx="389178" cy="389178"/>
              <a:chOff x="-83525" y="4333650"/>
              <a:chExt cx="539700" cy="539700"/>
            </a:xfrm>
          </p:grpSpPr>
          <p:sp>
            <p:nvSpPr>
              <p:cNvPr id="517" name="Google Shape;517;p19"/>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1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9" name="Google Shape;519;p19"/>
            <p:cNvGrpSpPr/>
            <p:nvPr/>
          </p:nvGrpSpPr>
          <p:grpSpPr>
            <a:xfrm>
              <a:off x="1009541" y="107783"/>
              <a:ext cx="389178" cy="389178"/>
              <a:chOff x="-83525" y="4333650"/>
              <a:chExt cx="539700" cy="539700"/>
            </a:xfrm>
          </p:grpSpPr>
          <p:sp>
            <p:nvSpPr>
              <p:cNvPr id="520" name="Google Shape;520;p19"/>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1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2" name="Google Shape;522;p19"/>
            <p:cNvGrpSpPr/>
            <p:nvPr/>
          </p:nvGrpSpPr>
          <p:grpSpPr>
            <a:xfrm>
              <a:off x="7441171" y="4599820"/>
              <a:ext cx="723360" cy="723360"/>
              <a:chOff x="617531" y="4467715"/>
              <a:chExt cx="539700" cy="539700"/>
            </a:xfrm>
          </p:grpSpPr>
          <p:sp>
            <p:nvSpPr>
              <p:cNvPr id="523" name="Google Shape;523;p19"/>
              <p:cNvSpPr/>
              <p:nvPr/>
            </p:nvSpPr>
            <p:spPr>
              <a:xfrm>
                <a:off x="617531" y="4467715"/>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19"/>
              <p:cNvSpPr/>
              <p:nvPr/>
            </p:nvSpPr>
            <p:spPr>
              <a:xfrm>
                <a:off x="726656" y="4576765"/>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25" name="Google Shape;525;p19"/>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526" name="Shape 526"/>
        <p:cNvGrpSpPr/>
        <p:nvPr/>
      </p:nvGrpSpPr>
      <p:grpSpPr>
        <a:xfrm>
          <a:off x="0" y="0"/>
          <a:ext cx="0" cy="0"/>
          <a:chOff x="0" y="0"/>
          <a:chExt cx="0" cy="0"/>
        </a:xfrm>
      </p:grpSpPr>
      <p:grpSp>
        <p:nvGrpSpPr>
          <p:cNvPr id="527" name="Google Shape;527;p20"/>
          <p:cNvGrpSpPr/>
          <p:nvPr/>
        </p:nvGrpSpPr>
        <p:grpSpPr>
          <a:xfrm>
            <a:off x="0" y="0"/>
            <a:ext cx="9144000" cy="5143500"/>
            <a:chOff x="0" y="0"/>
            <a:chExt cx="9144000" cy="5143500"/>
          </a:xfrm>
        </p:grpSpPr>
        <p:sp>
          <p:nvSpPr>
            <p:cNvPr id="528" name="Google Shape;528;p20"/>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20"/>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0" name="Google Shape;530;p20"/>
          <p:cNvGrpSpPr/>
          <p:nvPr/>
        </p:nvGrpSpPr>
        <p:grpSpPr>
          <a:xfrm>
            <a:off x="-49850" y="-102075"/>
            <a:ext cx="9227925" cy="5291725"/>
            <a:chOff x="-49850" y="-102075"/>
            <a:chExt cx="9227925" cy="5291725"/>
          </a:xfrm>
        </p:grpSpPr>
        <p:cxnSp>
          <p:nvCxnSpPr>
            <p:cNvPr id="531" name="Google Shape;531;p20"/>
            <p:cNvCxnSpPr/>
            <p:nvPr/>
          </p:nvCxnSpPr>
          <p:spPr>
            <a:xfrm flipH="1" rot="10800000">
              <a:off x="7254825" y="4167775"/>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532" name="Google Shape;532;p20"/>
            <p:cNvCxnSpPr/>
            <p:nvPr/>
          </p:nvCxnSpPr>
          <p:spPr>
            <a:xfrm rot="10800000">
              <a:off x="-6475" y="3339075"/>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533" name="Google Shape;533;p20"/>
            <p:cNvCxnSpPr/>
            <p:nvPr/>
          </p:nvCxnSpPr>
          <p:spPr>
            <a:xfrm rot="10800000">
              <a:off x="-12750" y="1623250"/>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534" name="Google Shape;534;p20"/>
            <p:cNvCxnSpPr/>
            <p:nvPr/>
          </p:nvCxnSpPr>
          <p:spPr>
            <a:xfrm>
              <a:off x="8604325" y="-92425"/>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535" name="Google Shape;535;p20"/>
            <p:cNvGrpSpPr/>
            <p:nvPr/>
          </p:nvGrpSpPr>
          <p:grpSpPr>
            <a:xfrm flipH="1" rot="10800000">
              <a:off x="120119" y="3681259"/>
              <a:ext cx="419725" cy="419725"/>
              <a:chOff x="-83525" y="4333650"/>
              <a:chExt cx="539700" cy="539700"/>
            </a:xfrm>
          </p:grpSpPr>
          <p:sp>
            <p:nvSpPr>
              <p:cNvPr id="536" name="Google Shape;536;p2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2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8" name="Google Shape;538;p20"/>
            <p:cNvGrpSpPr/>
            <p:nvPr/>
          </p:nvGrpSpPr>
          <p:grpSpPr>
            <a:xfrm flipH="1" rot="10800000">
              <a:off x="8126742" y="4257592"/>
              <a:ext cx="599661" cy="599607"/>
              <a:chOff x="-83525" y="4333650"/>
              <a:chExt cx="539700" cy="539700"/>
            </a:xfrm>
          </p:grpSpPr>
          <p:sp>
            <p:nvSpPr>
              <p:cNvPr id="539" name="Google Shape;539;p2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2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1" name="Google Shape;541;p20"/>
            <p:cNvGrpSpPr/>
            <p:nvPr/>
          </p:nvGrpSpPr>
          <p:grpSpPr>
            <a:xfrm flipH="1" rot="10800000">
              <a:off x="8756294" y="1412909"/>
              <a:ext cx="419725" cy="419725"/>
              <a:chOff x="-83525" y="4333650"/>
              <a:chExt cx="539700" cy="539700"/>
            </a:xfrm>
          </p:grpSpPr>
          <p:sp>
            <p:nvSpPr>
              <p:cNvPr id="542" name="Google Shape;542;p2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2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44" name="Google Shape;544;p20"/>
            <p:cNvCxnSpPr/>
            <p:nvPr/>
          </p:nvCxnSpPr>
          <p:spPr>
            <a:xfrm flipH="1" rot="10800000">
              <a:off x="-49850" y="-102075"/>
              <a:ext cx="4440900" cy="1216200"/>
            </a:xfrm>
            <a:prstGeom prst="straightConnector1">
              <a:avLst/>
            </a:prstGeom>
            <a:noFill/>
            <a:ln cap="rnd" cmpd="sng" w="9525">
              <a:solidFill>
                <a:schemeClr val="accent4"/>
              </a:solidFill>
              <a:prstDash val="solid"/>
              <a:round/>
              <a:headEnd len="sm" w="sm" type="none"/>
              <a:tailEnd len="sm" w="sm" type="none"/>
            </a:ln>
          </p:spPr>
        </p:cxnSp>
        <p:cxnSp>
          <p:nvCxnSpPr>
            <p:cNvPr id="545" name="Google Shape;545;p20"/>
            <p:cNvCxnSpPr/>
            <p:nvPr/>
          </p:nvCxnSpPr>
          <p:spPr>
            <a:xfrm>
              <a:off x="3015475" y="-58500"/>
              <a:ext cx="6162600" cy="848400"/>
            </a:xfrm>
            <a:prstGeom prst="straightConnector1">
              <a:avLst/>
            </a:prstGeom>
            <a:noFill/>
            <a:ln cap="rnd" cmpd="sng" w="9525">
              <a:solidFill>
                <a:schemeClr val="accent4"/>
              </a:solidFill>
              <a:prstDash val="solid"/>
              <a:round/>
              <a:headEnd len="sm" w="sm" type="none"/>
              <a:tailEnd len="sm" w="sm" type="none"/>
            </a:ln>
          </p:spPr>
        </p:cxnSp>
        <p:grpSp>
          <p:nvGrpSpPr>
            <p:cNvPr id="546" name="Google Shape;546;p20"/>
            <p:cNvGrpSpPr/>
            <p:nvPr/>
          </p:nvGrpSpPr>
          <p:grpSpPr>
            <a:xfrm flipH="1" rot="10800000">
              <a:off x="218656" y="394747"/>
              <a:ext cx="1002709" cy="1002601"/>
              <a:chOff x="-83525" y="4333650"/>
              <a:chExt cx="539700" cy="539700"/>
            </a:xfrm>
          </p:grpSpPr>
          <p:sp>
            <p:nvSpPr>
              <p:cNvPr id="547" name="Google Shape;547;p2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2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9" name="Google Shape;549;p20"/>
            <p:cNvGrpSpPr/>
            <p:nvPr/>
          </p:nvGrpSpPr>
          <p:grpSpPr>
            <a:xfrm flipH="1" rot="10800000">
              <a:off x="807194" y="84334"/>
              <a:ext cx="419725" cy="419725"/>
              <a:chOff x="-83525" y="4333650"/>
              <a:chExt cx="539700" cy="539700"/>
            </a:xfrm>
          </p:grpSpPr>
          <p:sp>
            <p:nvSpPr>
              <p:cNvPr id="550" name="Google Shape;550;p2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2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2" name="Google Shape;552;p20"/>
            <p:cNvGrpSpPr/>
            <p:nvPr/>
          </p:nvGrpSpPr>
          <p:grpSpPr>
            <a:xfrm flipH="1" rot="10800000">
              <a:off x="4275169" y="330146"/>
              <a:ext cx="419725" cy="419725"/>
              <a:chOff x="-83525" y="4333650"/>
              <a:chExt cx="539700" cy="539700"/>
            </a:xfrm>
          </p:grpSpPr>
          <p:sp>
            <p:nvSpPr>
              <p:cNvPr id="553" name="Google Shape;553;p2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2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55" name="Google Shape;555;p20"/>
          <p:cNvSpPr txBox="1"/>
          <p:nvPr>
            <p:ph idx="1" type="subTitle"/>
          </p:nvPr>
        </p:nvSpPr>
        <p:spPr>
          <a:xfrm>
            <a:off x="5025625" y="3064425"/>
            <a:ext cx="2891400" cy="1052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1600"/>
              </a:spcBef>
              <a:spcAft>
                <a:spcPts val="0"/>
              </a:spcAft>
              <a:buSzPts val="1400"/>
              <a:buNone/>
              <a:defRPr/>
            </a:lvl3pPr>
            <a:lvl4pPr lvl="3" algn="r">
              <a:lnSpc>
                <a:spcPct val="100000"/>
              </a:lnSpc>
              <a:spcBef>
                <a:spcPts val="1600"/>
              </a:spcBef>
              <a:spcAft>
                <a:spcPts val="0"/>
              </a:spcAft>
              <a:buSzPts val="1400"/>
              <a:buNone/>
              <a:defRPr/>
            </a:lvl4pPr>
            <a:lvl5pPr lvl="4" algn="r">
              <a:lnSpc>
                <a:spcPct val="100000"/>
              </a:lnSpc>
              <a:spcBef>
                <a:spcPts val="1600"/>
              </a:spcBef>
              <a:spcAft>
                <a:spcPts val="0"/>
              </a:spcAft>
              <a:buSzPts val="1400"/>
              <a:buNone/>
              <a:defRPr/>
            </a:lvl5pPr>
            <a:lvl6pPr lvl="5" algn="r">
              <a:lnSpc>
                <a:spcPct val="100000"/>
              </a:lnSpc>
              <a:spcBef>
                <a:spcPts val="1600"/>
              </a:spcBef>
              <a:spcAft>
                <a:spcPts val="0"/>
              </a:spcAft>
              <a:buSzPts val="1400"/>
              <a:buNone/>
              <a:defRPr/>
            </a:lvl6pPr>
            <a:lvl7pPr lvl="6" algn="r">
              <a:lnSpc>
                <a:spcPct val="100000"/>
              </a:lnSpc>
              <a:spcBef>
                <a:spcPts val="1600"/>
              </a:spcBef>
              <a:spcAft>
                <a:spcPts val="0"/>
              </a:spcAft>
              <a:buSzPts val="1400"/>
              <a:buNone/>
              <a:defRPr/>
            </a:lvl7pPr>
            <a:lvl8pPr lvl="7" algn="r">
              <a:lnSpc>
                <a:spcPct val="100000"/>
              </a:lnSpc>
              <a:spcBef>
                <a:spcPts val="1600"/>
              </a:spcBef>
              <a:spcAft>
                <a:spcPts val="0"/>
              </a:spcAft>
              <a:buSzPts val="1400"/>
              <a:buNone/>
              <a:defRPr/>
            </a:lvl8pPr>
            <a:lvl9pPr lvl="8" algn="r">
              <a:lnSpc>
                <a:spcPct val="100000"/>
              </a:lnSpc>
              <a:spcBef>
                <a:spcPts val="1600"/>
              </a:spcBef>
              <a:spcAft>
                <a:spcPts val="1600"/>
              </a:spcAft>
              <a:buSzPts val="1400"/>
              <a:buNone/>
              <a:defRPr/>
            </a:lvl9pPr>
          </a:lstStyle>
          <a:p/>
        </p:txBody>
      </p:sp>
      <p:sp>
        <p:nvSpPr>
          <p:cNvPr id="556" name="Google Shape;556;p20"/>
          <p:cNvSpPr txBox="1"/>
          <p:nvPr>
            <p:ph type="title"/>
          </p:nvPr>
        </p:nvSpPr>
        <p:spPr>
          <a:xfrm>
            <a:off x="5025674" y="1026975"/>
            <a:ext cx="2891400" cy="206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100"/>
              <a:buNone/>
              <a:defRPr/>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_1_1_2_1">
    <p:spTree>
      <p:nvGrpSpPr>
        <p:cNvPr id="557" name="Shape 557"/>
        <p:cNvGrpSpPr/>
        <p:nvPr/>
      </p:nvGrpSpPr>
      <p:grpSpPr>
        <a:xfrm>
          <a:off x="0" y="0"/>
          <a:ext cx="0" cy="0"/>
          <a:chOff x="0" y="0"/>
          <a:chExt cx="0" cy="0"/>
        </a:xfrm>
      </p:grpSpPr>
      <p:grpSp>
        <p:nvGrpSpPr>
          <p:cNvPr id="558" name="Google Shape;558;p21"/>
          <p:cNvGrpSpPr/>
          <p:nvPr/>
        </p:nvGrpSpPr>
        <p:grpSpPr>
          <a:xfrm>
            <a:off x="0" y="0"/>
            <a:ext cx="9144000" cy="5143500"/>
            <a:chOff x="0" y="0"/>
            <a:chExt cx="9144000" cy="5143500"/>
          </a:xfrm>
        </p:grpSpPr>
        <p:sp>
          <p:nvSpPr>
            <p:cNvPr id="559" name="Google Shape;559;p21"/>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1"/>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1" name="Google Shape;561;p21"/>
          <p:cNvGrpSpPr/>
          <p:nvPr/>
        </p:nvGrpSpPr>
        <p:grpSpPr>
          <a:xfrm>
            <a:off x="-12825" y="-92425"/>
            <a:ext cx="9277475" cy="5348950"/>
            <a:chOff x="-12825" y="-92425"/>
            <a:chExt cx="9277475" cy="5348950"/>
          </a:xfrm>
        </p:grpSpPr>
        <p:cxnSp>
          <p:nvCxnSpPr>
            <p:cNvPr id="562" name="Google Shape;562;p21"/>
            <p:cNvCxnSpPr/>
            <p:nvPr/>
          </p:nvCxnSpPr>
          <p:spPr>
            <a:xfrm>
              <a:off x="8573550" y="-24325"/>
              <a:ext cx="588600" cy="3658800"/>
            </a:xfrm>
            <a:prstGeom prst="straightConnector1">
              <a:avLst/>
            </a:prstGeom>
            <a:noFill/>
            <a:ln cap="rnd" cmpd="sng" w="9525">
              <a:solidFill>
                <a:schemeClr val="accent4"/>
              </a:solidFill>
              <a:prstDash val="solid"/>
              <a:round/>
              <a:headEnd len="sm" w="sm" type="none"/>
              <a:tailEnd len="sm" w="sm" type="none"/>
            </a:ln>
          </p:spPr>
        </p:cxnSp>
        <p:cxnSp>
          <p:nvCxnSpPr>
            <p:cNvPr id="563" name="Google Shape;563;p21"/>
            <p:cNvCxnSpPr/>
            <p:nvPr/>
          </p:nvCxnSpPr>
          <p:spPr>
            <a:xfrm flipH="1">
              <a:off x="8705550" y="-53850"/>
              <a:ext cx="25800" cy="5289300"/>
            </a:xfrm>
            <a:prstGeom prst="straightConnector1">
              <a:avLst/>
            </a:prstGeom>
            <a:noFill/>
            <a:ln cap="rnd" cmpd="sng" w="9525">
              <a:solidFill>
                <a:schemeClr val="accent4"/>
              </a:solidFill>
              <a:prstDash val="solid"/>
              <a:round/>
              <a:headEnd len="sm" w="sm" type="none"/>
              <a:tailEnd len="sm" w="sm" type="none"/>
            </a:ln>
          </p:spPr>
        </p:cxnSp>
        <p:cxnSp>
          <p:nvCxnSpPr>
            <p:cNvPr id="564" name="Google Shape;564;p21"/>
            <p:cNvCxnSpPr/>
            <p:nvPr/>
          </p:nvCxnSpPr>
          <p:spPr>
            <a:xfrm flipH="1" rot="10800000">
              <a:off x="3442850" y="4604900"/>
              <a:ext cx="5821800" cy="552600"/>
            </a:xfrm>
            <a:prstGeom prst="straightConnector1">
              <a:avLst/>
            </a:prstGeom>
            <a:noFill/>
            <a:ln cap="rnd" cmpd="sng" w="9525">
              <a:solidFill>
                <a:schemeClr val="accent4"/>
              </a:solidFill>
              <a:prstDash val="solid"/>
              <a:round/>
              <a:headEnd len="sm" w="sm" type="none"/>
              <a:tailEnd len="sm" w="sm" type="none"/>
            </a:ln>
          </p:spPr>
        </p:cxnSp>
        <p:cxnSp>
          <p:nvCxnSpPr>
            <p:cNvPr id="565" name="Google Shape;565;p21"/>
            <p:cNvCxnSpPr/>
            <p:nvPr/>
          </p:nvCxnSpPr>
          <p:spPr>
            <a:xfrm>
              <a:off x="-12825" y="3075525"/>
              <a:ext cx="769500" cy="2181000"/>
            </a:xfrm>
            <a:prstGeom prst="straightConnector1">
              <a:avLst/>
            </a:prstGeom>
            <a:noFill/>
            <a:ln cap="rnd" cmpd="sng" w="9525">
              <a:solidFill>
                <a:schemeClr val="accent4"/>
              </a:solidFill>
              <a:prstDash val="solid"/>
              <a:round/>
              <a:headEnd len="sm" w="sm" type="none"/>
              <a:tailEnd len="sm" w="sm" type="none"/>
            </a:ln>
          </p:spPr>
        </p:cxnSp>
        <p:cxnSp>
          <p:nvCxnSpPr>
            <p:cNvPr id="566" name="Google Shape;566;p21"/>
            <p:cNvCxnSpPr/>
            <p:nvPr/>
          </p:nvCxnSpPr>
          <p:spPr>
            <a:xfrm flipH="1" rot="10800000">
              <a:off x="147875" y="3331600"/>
              <a:ext cx="358800" cy="1896600"/>
            </a:xfrm>
            <a:prstGeom prst="straightConnector1">
              <a:avLst/>
            </a:prstGeom>
            <a:noFill/>
            <a:ln cap="rnd" cmpd="sng" w="9525">
              <a:solidFill>
                <a:schemeClr val="accent4"/>
              </a:solidFill>
              <a:prstDash val="solid"/>
              <a:round/>
              <a:headEnd len="sm" w="sm" type="none"/>
              <a:tailEnd len="sm" w="sm" type="none"/>
            </a:ln>
          </p:spPr>
        </p:cxnSp>
        <p:cxnSp>
          <p:nvCxnSpPr>
            <p:cNvPr id="567" name="Google Shape;567;p21"/>
            <p:cNvCxnSpPr/>
            <p:nvPr/>
          </p:nvCxnSpPr>
          <p:spPr>
            <a:xfrm flipH="1">
              <a:off x="-12650" y="-92425"/>
              <a:ext cx="1047300" cy="3887700"/>
            </a:xfrm>
            <a:prstGeom prst="straightConnector1">
              <a:avLst/>
            </a:prstGeom>
            <a:noFill/>
            <a:ln cap="rnd" cmpd="sng" w="9525">
              <a:solidFill>
                <a:schemeClr val="accent4"/>
              </a:solidFill>
              <a:prstDash val="solid"/>
              <a:round/>
              <a:headEnd len="sm" w="sm" type="none"/>
              <a:tailEnd len="sm" w="sm" type="none"/>
            </a:ln>
          </p:spPr>
        </p:cxnSp>
        <p:grpSp>
          <p:nvGrpSpPr>
            <p:cNvPr id="568" name="Google Shape;568;p21"/>
            <p:cNvGrpSpPr/>
            <p:nvPr/>
          </p:nvGrpSpPr>
          <p:grpSpPr>
            <a:xfrm>
              <a:off x="8376754" y="637025"/>
              <a:ext cx="718341" cy="718341"/>
              <a:chOff x="30975" y="3360397"/>
              <a:chExt cx="539700" cy="539700"/>
            </a:xfrm>
          </p:grpSpPr>
          <p:sp>
            <p:nvSpPr>
              <p:cNvPr id="569" name="Google Shape;569;p21"/>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21"/>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1" name="Google Shape;571;p21"/>
            <p:cNvGrpSpPr/>
            <p:nvPr/>
          </p:nvGrpSpPr>
          <p:grpSpPr>
            <a:xfrm>
              <a:off x="8425978" y="4416357"/>
              <a:ext cx="533979" cy="533979"/>
              <a:chOff x="147524" y="4333650"/>
              <a:chExt cx="539700" cy="539700"/>
            </a:xfrm>
          </p:grpSpPr>
          <p:sp>
            <p:nvSpPr>
              <p:cNvPr id="572" name="Google Shape;572;p21"/>
              <p:cNvSpPr/>
              <p:nvPr/>
            </p:nvSpPr>
            <p:spPr>
              <a:xfrm>
                <a:off x="147524"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21"/>
              <p:cNvSpPr/>
              <p:nvPr/>
            </p:nvSpPr>
            <p:spPr>
              <a:xfrm>
                <a:off x="256649"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4" name="Google Shape;574;p21"/>
            <p:cNvGrpSpPr/>
            <p:nvPr/>
          </p:nvGrpSpPr>
          <p:grpSpPr>
            <a:xfrm>
              <a:off x="-12648" y="3015155"/>
              <a:ext cx="334182" cy="334182"/>
              <a:chOff x="-83525" y="4333650"/>
              <a:chExt cx="539700" cy="539700"/>
            </a:xfrm>
          </p:grpSpPr>
          <p:sp>
            <p:nvSpPr>
              <p:cNvPr id="575" name="Google Shape;575;p2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2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7" name="Google Shape;577;p21"/>
            <p:cNvGrpSpPr/>
            <p:nvPr/>
          </p:nvGrpSpPr>
          <p:grpSpPr>
            <a:xfrm>
              <a:off x="705394" y="372755"/>
              <a:ext cx="334182" cy="334182"/>
              <a:chOff x="-83525" y="4333650"/>
              <a:chExt cx="539700" cy="539700"/>
            </a:xfrm>
          </p:grpSpPr>
          <p:sp>
            <p:nvSpPr>
              <p:cNvPr id="578" name="Google Shape;578;p2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2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80" name="Google Shape;580;p21"/>
          <p:cNvSpPr txBox="1"/>
          <p:nvPr>
            <p:ph idx="1" type="subTitle"/>
          </p:nvPr>
        </p:nvSpPr>
        <p:spPr>
          <a:xfrm>
            <a:off x="1332025" y="2409625"/>
            <a:ext cx="2653800" cy="1037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r">
              <a:lnSpc>
                <a:spcPct val="100000"/>
              </a:lnSpc>
              <a:spcBef>
                <a:spcPts val="1600"/>
              </a:spcBef>
              <a:spcAft>
                <a:spcPts val="0"/>
              </a:spcAft>
              <a:buSzPts val="1400"/>
              <a:buNone/>
              <a:defRPr/>
            </a:lvl2pPr>
            <a:lvl3pPr lvl="2" algn="r">
              <a:lnSpc>
                <a:spcPct val="100000"/>
              </a:lnSpc>
              <a:spcBef>
                <a:spcPts val="1600"/>
              </a:spcBef>
              <a:spcAft>
                <a:spcPts val="0"/>
              </a:spcAft>
              <a:buSzPts val="1400"/>
              <a:buNone/>
              <a:defRPr/>
            </a:lvl3pPr>
            <a:lvl4pPr lvl="3" algn="r">
              <a:lnSpc>
                <a:spcPct val="100000"/>
              </a:lnSpc>
              <a:spcBef>
                <a:spcPts val="1600"/>
              </a:spcBef>
              <a:spcAft>
                <a:spcPts val="0"/>
              </a:spcAft>
              <a:buSzPts val="1400"/>
              <a:buNone/>
              <a:defRPr/>
            </a:lvl4pPr>
            <a:lvl5pPr lvl="4" algn="r">
              <a:lnSpc>
                <a:spcPct val="100000"/>
              </a:lnSpc>
              <a:spcBef>
                <a:spcPts val="1600"/>
              </a:spcBef>
              <a:spcAft>
                <a:spcPts val="0"/>
              </a:spcAft>
              <a:buSzPts val="1400"/>
              <a:buNone/>
              <a:defRPr/>
            </a:lvl5pPr>
            <a:lvl6pPr lvl="5" algn="r">
              <a:lnSpc>
                <a:spcPct val="100000"/>
              </a:lnSpc>
              <a:spcBef>
                <a:spcPts val="1600"/>
              </a:spcBef>
              <a:spcAft>
                <a:spcPts val="0"/>
              </a:spcAft>
              <a:buSzPts val="1400"/>
              <a:buNone/>
              <a:defRPr/>
            </a:lvl6pPr>
            <a:lvl7pPr lvl="6" algn="r">
              <a:lnSpc>
                <a:spcPct val="100000"/>
              </a:lnSpc>
              <a:spcBef>
                <a:spcPts val="1600"/>
              </a:spcBef>
              <a:spcAft>
                <a:spcPts val="0"/>
              </a:spcAft>
              <a:buSzPts val="1400"/>
              <a:buNone/>
              <a:defRPr/>
            </a:lvl7pPr>
            <a:lvl8pPr lvl="7" algn="r">
              <a:lnSpc>
                <a:spcPct val="100000"/>
              </a:lnSpc>
              <a:spcBef>
                <a:spcPts val="1600"/>
              </a:spcBef>
              <a:spcAft>
                <a:spcPts val="0"/>
              </a:spcAft>
              <a:buSzPts val="1400"/>
              <a:buNone/>
              <a:defRPr/>
            </a:lvl8pPr>
            <a:lvl9pPr lvl="8" algn="r">
              <a:lnSpc>
                <a:spcPct val="100000"/>
              </a:lnSpc>
              <a:spcBef>
                <a:spcPts val="1600"/>
              </a:spcBef>
              <a:spcAft>
                <a:spcPts val="1600"/>
              </a:spcAft>
              <a:buSzPts val="1400"/>
              <a:buNone/>
              <a:defRPr/>
            </a:lvl9pPr>
          </a:lstStyle>
          <a:p/>
        </p:txBody>
      </p:sp>
      <p:sp>
        <p:nvSpPr>
          <p:cNvPr id="581" name="Google Shape;581;p21"/>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_1_1_2_1_1">
    <p:spTree>
      <p:nvGrpSpPr>
        <p:cNvPr id="582" name="Shape 582"/>
        <p:cNvGrpSpPr/>
        <p:nvPr/>
      </p:nvGrpSpPr>
      <p:grpSpPr>
        <a:xfrm>
          <a:off x="0" y="0"/>
          <a:ext cx="0" cy="0"/>
          <a:chOff x="0" y="0"/>
          <a:chExt cx="0" cy="0"/>
        </a:xfrm>
      </p:grpSpPr>
      <p:grpSp>
        <p:nvGrpSpPr>
          <p:cNvPr id="583" name="Google Shape;583;p22"/>
          <p:cNvGrpSpPr/>
          <p:nvPr/>
        </p:nvGrpSpPr>
        <p:grpSpPr>
          <a:xfrm>
            <a:off x="0" y="0"/>
            <a:ext cx="9144000" cy="5143500"/>
            <a:chOff x="0" y="0"/>
            <a:chExt cx="9144000" cy="5143500"/>
          </a:xfrm>
        </p:grpSpPr>
        <p:sp>
          <p:nvSpPr>
            <p:cNvPr id="584" name="Google Shape;584;p22"/>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22"/>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6" name="Google Shape;586;p22"/>
          <p:cNvGrpSpPr/>
          <p:nvPr/>
        </p:nvGrpSpPr>
        <p:grpSpPr>
          <a:xfrm>
            <a:off x="-211800" y="-216925"/>
            <a:ext cx="9518250" cy="5601275"/>
            <a:chOff x="-211800" y="-216925"/>
            <a:chExt cx="9518250" cy="5601275"/>
          </a:xfrm>
        </p:grpSpPr>
        <p:cxnSp>
          <p:nvCxnSpPr>
            <p:cNvPr id="587" name="Google Shape;587;p22"/>
            <p:cNvCxnSpPr/>
            <p:nvPr/>
          </p:nvCxnSpPr>
          <p:spPr>
            <a:xfrm>
              <a:off x="7116875" y="-52250"/>
              <a:ext cx="2033400" cy="1636200"/>
            </a:xfrm>
            <a:prstGeom prst="straightConnector1">
              <a:avLst/>
            </a:prstGeom>
            <a:noFill/>
            <a:ln cap="rnd" cmpd="sng" w="9525">
              <a:solidFill>
                <a:schemeClr val="accent4"/>
              </a:solidFill>
              <a:prstDash val="solid"/>
              <a:round/>
              <a:headEnd len="sm" w="sm" type="none"/>
              <a:tailEnd len="sm" w="sm" type="none"/>
            </a:ln>
          </p:spPr>
        </p:cxnSp>
        <p:grpSp>
          <p:nvGrpSpPr>
            <p:cNvPr id="588" name="Google Shape;588;p22"/>
            <p:cNvGrpSpPr/>
            <p:nvPr/>
          </p:nvGrpSpPr>
          <p:grpSpPr>
            <a:xfrm>
              <a:off x="263431" y="690168"/>
              <a:ext cx="334182" cy="334182"/>
              <a:chOff x="-83525" y="4333650"/>
              <a:chExt cx="539700" cy="539700"/>
            </a:xfrm>
          </p:grpSpPr>
          <p:sp>
            <p:nvSpPr>
              <p:cNvPr id="589" name="Google Shape;589;p2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2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91" name="Google Shape;591;p22"/>
            <p:cNvCxnSpPr/>
            <p:nvPr/>
          </p:nvCxnSpPr>
          <p:spPr>
            <a:xfrm>
              <a:off x="7852875" y="-77200"/>
              <a:ext cx="1291200" cy="3935700"/>
            </a:xfrm>
            <a:prstGeom prst="straightConnector1">
              <a:avLst/>
            </a:prstGeom>
            <a:noFill/>
            <a:ln cap="rnd" cmpd="sng" w="9525">
              <a:solidFill>
                <a:schemeClr val="accent4"/>
              </a:solidFill>
              <a:prstDash val="solid"/>
              <a:round/>
              <a:headEnd len="sm" w="sm" type="none"/>
              <a:tailEnd len="sm" w="sm" type="none"/>
            </a:ln>
          </p:spPr>
        </p:cxnSp>
        <p:cxnSp>
          <p:nvCxnSpPr>
            <p:cNvPr id="592" name="Google Shape;592;p22"/>
            <p:cNvCxnSpPr/>
            <p:nvPr/>
          </p:nvCxnSpPr>
          <p:spPr>
            <a:xfrm flipH="1" rot="10800000">
              <a:off x="7921650" y="2826975"/>
              <a:ext cx="1384800" cy="2445000"/>
            </a:xfrm>
            <a:prstGeom prst="straightConnector1">
              <a:avLst/>
            </a:prstGeom>
            <a:noFill/>
            <a:ln cap="rnd" cmpd="sng" w="9525">
              <a:solidFill>
                <a:schemeClr val="accent4"/>
              </a:solidFill>
              <a:prstDash val="solid"/>
              <a:round/>
              <a:headEnd len="sm" w="sm" type="none"/>
              <a:tailEnd len="sm" w="sm" type="none"/>
            </a:ln>
          </p:spPr>
        </p:cxnSp>
        <p:cxnSp>
          <p:nvCxnSpPr>
            <p:cNvPr id="593" name="Google Shape;593;p22"/>
            <p:cNvCxnSpPr/>
            <p:nvPr/>
          </p:nvCxnSpPr>
          <p:spPr>
            <a:xfrm flipH="1">
              <a:off x="-211800" y="-216925"/>
              <a:ext cx="1634100" cy="3667500"/>
            </a:xfrm>
            <a:prstGeom prst="straightConnector1">
              <a:avLst/>
            </a:prstGeom>
            <a:noFill/>
            <a:ln cap="rnd" cmpd="sng" w="9525">
              <a:solidFill>
                <a:schemeClr val="accent4"/>
              </a:solidFill>
              <a:prstDash val="solid"/>
              <a:round/>
              <a:headEnd len="sm" w="sm" type="none"/>
              <a:tailEnd len="sm" w="sm" type="none"/>
            </a:ln>
          </p:spPr>
        </p:cxnSp>
        <p:cxnSp>
          <p:nvCxnSpPr>
            <p:cNvPr id="594" name="Google Shape;594;p22"/>
            <p:cNvCxnSpPr/>
            <p:nvPr/>
          </p:nvCxnSpPr>
          <p:spPr>
            <a:xfrm>
              <a:off x="-149525" y="1280050"/>
              <a:ext cx="1160100" cy="4104300"/>
            </a:xfrm>
            <a:prstGeom prst="straightConnector1">
              <a:avLst/>
            </a:prstGeom>
            <a:noFill/>
            <a:ln cap="rnd" cmpd="sng" w="9525">
              <a:solidFill>
                <a:schemeClr val="accent4"/>
              </a:solidFill>
              <a:prstDash val="solid"/>
              <a:round/>
              <a:headEnd len="sm" w="sm" type="none"/>
              <a:tailEnd len="sm" w="sm" type="none"/>
            </a:ln>
          </p:spPr>
        </p:cxnSp>
        <p:grpSp>
          <p:nvGrpSpPr>
            <p:cNvPr id="595" name="Google Shape;595;p22"/>
            <p:cNvGrpSpPr/>
            <p:nvPr/>
          </p:nvGrpSpPr>
          <p:grpSpPr>
            <a:xfrm>
              <a:off x="7774404" y="406675"/>
              <a:ext cx="718341" cy="718341"/>
              <a:chOff x="30975" y="3360397"/>
              <a:chExt cx="539700" cy="539700"/>
            </a:xfrm>
          </p:grpSpPr>
          <p:sp>
            <p:nvSpPr>
              <p:cNvPr id="596" name="Google Shape;596;p22"/>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22"/>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8" name="Google Shape;598;p22"/>
            <p:cNvGrpSpPr/>
            <p:nvPr/>
          </p:nvGrpSpPr>
          <p:grpSpPr>
            <a:xfrm>
              <a:off x="360829" y="3949925"/>
              <a:ext cx="718341" cy="718341"/>
              <a:chOff x="30975" y="3360397"/>
              <a:chExt cx="539700" cy="539700"/>
            </a:xfrm>
          </p:grpSpPr>
          <p:sp>
            <p:nvSpPr>
              <p:cNvPr id="599" name="Google Shape;599;p22"/>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22"/>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1" name="Google Shape;601;p22"/>
            <p:cNvGrpSpPr/>
            <p:nvPr/>
          </p:nvGrpSpPr>
          <p:grpSpPr>
            <a:xfrm>
              <a:off x="837256" y="1663218"/>
              <a:ext cx="334182" cy="334182"/>
              <a:chOff x="-83525" y="4333650"/>
              <a:chExt cx="539700" cy="539700"/>
            </a:xfrm>
          </p:grpSpPr>
          <p:sp>
            <p:nvSpPr>
              <p:cNvPr id="602" name="Google Shape;602;p2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2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4" name="Google Shape;604;p22"/>
            <p:cNvGrpSpPr/>
            <p:nvPr/>
          </p:nvGrpSpPr>
          <p:grpSpPr>
            <a:xfrm>
              <a:off x="8158556" y="3680318"/>
              <a:ext cx="334182" cy="334182"/>
              <a:chOff x="-83525" y="4333650"/>
              <a:chExt cx="539700" cy="539700"/>
            </a:xfrm>
          </p:grpSpPr>
          <p:sp>
            <p:nvSpPr>
              <p:cNvPr id="605" name="Google Shape;605;p2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2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7" name="Google Shape;607;p22"/>
            <p:cNvGrpSpPr/>
            <p:nvPr/>
          </p:nvGrpSpPr>
          <p:grpSpPr>
            <a:xfrm>
              <a:off x="7721931" y="2571743"/>
              <a:ext cx="334182" cy="334182"/>
              <a:chOff x="-83525" y="4333650"/>
              <a:chExt cx="539700" cy="539700"/>
            </a:xfrm>
          </p:grpSpPr>
          <p:sp>
            <p:nvSpPr>
              <p:cNvPr id="608" name="Google Shape;608;p2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2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10" name="Google Shape;610;p22"/>
          <p:cNvSpPr txBox="1"/>
          <p:nvPr>
            <p:ph idx="1" type="subTitle"/>
          </p:nvPr>
        </p:nvSpPr>
        <p:spPr>
          <a:xfrm>
            <a:off x="2064650" y="4014500"/>
            <a:ext cx="5014800" cy="58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611" name="Google Shape;611;p22"/>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BLANK_1_1_1_2_1_1_1">
    <p:spTree>
      <p:nvGrpSpPr>
        <p:cNvPr id="612" name="Shape 612"/>
        <p:cNvGrpSpPr/>
        <p:nvPr/>
      </p:nvGrpSpPr>
      <p:grpSpPr>
        <a:xfrm>
          <a:off x="0" y="0"/>
          <a:ext cx="0" cy="0"/>
          <a:chOff x="0" y="0"/>
          <a:chExt cx="0" cy="0"/>
        </a:xfrm>
      </p:grpSpPr>
      <p:grpSp>
        <p:nvGrpSpPr>
          <p:cNvPr id="613" name="Google Shape;613;p23"/>
          <p:cNvGrpSpPr/>
          <p:nvPr/>
        </p:nvGrpSpPr>
        <p:grpSpPr>
          <a:xfrm flipH="1" rot="10800000">
            <a:off x="0" y="0"/>
            <a:ext cx="9144000" cy="5143500"/>
            <a:chOff x="0" y="0"/>
            <a:chExt cx="9144000" cy="5143500"/>
          </a:xfrm>
        </p:grpSpPr>
        <p:sp>
          <p:nvSpPr>
            <p:cNvPr id="614" name="Google Shape;614;p23"/>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23"/>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16" name="Google Shape;616;p23"/>
          <p:cNvGrpSpPr/>
          <p:nvPr/>
        </p:nvGrpSpPr>
        <p:grpSpPr>
          <a:xfrm>
            <a:off x="-162000" y="-104750"/>
            <a:ext cx="9456100" cy="5526550"/>
            <a:chOff x="-162000" y="-104750"/>
            <a:chExt cx="9456100" cy="5526550"/>
          </a:xfrm>
        </p:grpSpPr>
        <p:cxnSp>
          <p:nvCxnSpPr>
            <p:cNvPr id="617" name="Google Shape;617;p23"/>
            <p:cNvCxnSpPr/>
            <p:nvPr/>
          </p:nvCxnSpPr>
          <p:spPr>
            <a:xfrm flipH="1">
              <a:off x="8046450" y="-53850"/>
              <a:ext cx="684900" cy="5275800"/>
            </a:xfrm>
            <a:prstGeom prst="straightConnector1">
              <a:avLst/>
            </a:prstGeom>
            <a:noFill/>
            <a:ln cap="rnd" cmpd="sng" w="9525">
              <a:solidFill>
                <a:schemeClr val="accent4"/>
              </a:solidFill>
              <a:prstDash val="solid"/>
              <a:round/>
              <a:headEnd len="sm" w="sm" type="none"/>
              <a:tailEnd len="sm" w="sm" type="none"/>
            </a:ln>
          </p:spPr>
        </p:cxnSp>
        <p:grpSp>
          <p:nvGrpSpPr>
            <p:cNvPr id="618" name="Google Shape;618;p23"/>
            <p:cNvGrpSpPr/>
            <p:nvPr/>
          </p:nvGrpSpPr>
          <p:grpSpPr>
            <a:xfrm>
              <a:off x="786069" y="205830"/>
              <a:ext cx="334182" cy="334182"/>
              <a:chOff x="-83525" y="4333650"/>
              <a:chExt cx="539700" cy="539700"/>
            </a:xfrm>
          </p:grpSpPr>
          <p:sp>
            <p:nvSpPr>
              <p:cNvPr id="619" name="Google Shape;619;p2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2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21" name="Google Shape;621;p23"/>
            <p:cNvCxnSpPr/>
            <p:nvPr/>
          </p:nvCxnSpPr>
          <p:spPr>
            <a:xfrm flipH="1" rot="10800000">
              <a:off x="4341400" y="4174325"/>
              <a:ext cx="4952700" cy="1122600"/>
            </a:xfrm>
            <a:prstGeom prst="straightConnector1">
              <a:avLst/>
            </a:prstGeom>
            <a:noFill/>
            <a:ln cap="rnd" cmpd="sng" w="9525">
              <a:solidFill>
                <a:schemeClr val="accent4"/>
              </a:solidFill>
              <a:prstDash val="solid"/>
              <a:round/>
              <a:headEnd len="sm" w="sm" type="none"/>
              <a:tailEnd len="sm" w="sm" type="none"/>
            </a:ln>
          </p:spPr>
        </p:cxnSp>
        <p:cxnSp>
          <p:nvCxnSpPr>
            <p:cNvPr id="622" name="Google Shape;622;p23"/>
            <p:cNvCxnSpPr/>
            <p:nvPr/>
          </p:nvCxnSpPr>
          <p:spPr>
            <a:xfrm>
              <a:off x="-162000" y="3226100"/>
              <a:ext cx="1122600" cy="2195700"/>
            </a:xfrm>
            <a:prstGeom prst="straightConnector1">
              <a:avLst/>
            </a:prstGeom>
            <a:noFill/>
            <a:ln cap="rnd" cmpd="sng" w="9525">
              <a:solidFill>
                <a:schemeClr val="accent4"/>
              </a:solidFill>
              <a:prstDash val="solid"/>
              <a:round/>
              <a:headEnd len="sm" w="sm" type="none"/>
              <a:tailEnd len="sm" w="sm" type="none"/>
            </a:ln>
          </p:spPr>
        </p:cxnSp>
        <p:cxnSp>
          <p:nvCxnSpPr>
            <p:cNvPr id="623" name="Google Shape;623;p23"/>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624" name="Google Shape;624;p23"/>
            <p:cNvCxnSpPr/>
            <p:nvPr/>
          </p:nvCxnSpPr>
          <p:spPr>
            <a:xfrm flipH="1" rot="10800000">
              <a:off x="-124575" y="-104750"/>
              <a:ext cx="3729900" cy="1235100"/>
            </a:xfrm>
            <a:prstGeom prst="straightConnector1">
              <a:avLst/>
            </a:prstGeom>
            <a:noFill/>
            <a:ln cap="rnd" cmpd="sng" w="9525">
              <a:solidFill>
                <a:schemeClr val="accent4"/>
              </a:solidFill>
              <a:prstDash val="solid"/>
              <a:round/>
              <a:headEnd len="sm" w="sm" type="none"/>
              <a:tailEnd len="sm" w="sm" type="none"/>
            </a:ln>
          </p:spPr>
        </p:cxnSp>
        <p:cxnSp>
          <p:nvCxnSpPr>
            <p:cNvPr id="625" name="Google Shape;625;p23"/>
            <p:cNvCxnSpPr/>
            <p:nvPr/>
          </p:nvCxnSpPr>
          <p:spPr>
            <a:xfrm>
              <a:off x="8171150" y="-29800"/>
              <a:ext cx="1072800" cy="3742500"/>
            </a:xfrm>
            <a:prstGeom prst="straightConnector1">
              <a:avLst/>
            </a:prstGeom>
            <a:noFill/>
            <a:ln cap="rnd" cmpd="sng" w="9525">
              <a:solidFill>
                <a:schemeClr val="accent4"/>
              </a:solidFill>
              <a:prstDash val="solid"/>
              <a:round/>
              <a:headEnd len="sm" w="sm" type="none"/>
              <a:tailEnd len="sm" w="sm" type="none"/>
            </a:ln>
          </p:spPr>
        </p:cxnSp>
        <p:grpSp>
          <p:nvGrpSpPr>
            <p:cNvPr id="626" name="Google Shape;626;p23"/>
            <p:cNvGrpSpPr/>
            <p:nvPr/>
          </p:nvGrpSpPr>
          <p:grpSpPr>
            <a:xfrm>
              <a:off x="7800479" y="4080050"/>
              <a:ext cx="718341" cy="718341"/>
              <a:chOff x="30975" y="3360397"/>
              <a:chExt cx="539700" cy="539700"/>
            </a:xfrm>
          </p:grpSpPr>
          <p:sp>
            <p:nvSpPr>
              <p:cNvPr id="627" name="Google Shape;627;p23"/>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23"/>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9" name="Google Shape;629;p23"/>
            <p:cNvGrpSpPr/>
            <p:nvPr/>
          </p:nvGrpSpPr>
          <p:grpSpPr>
            <a:xfrm>
              <a:off x="242254" y="540000"/>
              <a:ext cx="718341" cy="718341"/>
              <a:chOff x="30975" y="3360397"/>
              <a:chExt cx="539700" cy="539700"/>
            </a:xfrm>
          </p:grpSpPr>
          <p:sp>
            <p:nvSpPr>
              <p:cNvPr id="630" name="Google Shape;630;p23"/>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23"/>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2" name="Google Shape;632;p23"/>
            <p:cNvGrpSpPr/>
            <p:nvPr/>
          </p:nvGrpSpPr>
          <p:grpSpPr>
            <a:xfrm>
              <a:off x="434331" y="3745880"/>
              <a:ext cx="334182" cy="334182"/>
              <a:chOff x="-83525" y="4333650"/>
              <a:chExt cx="539700" cy="539700"/>
            </a:xfrm>
          </p:grpSpPr>
          <p:sp>
            <p:nvSpPr>
              <p:cNvPr id="633" name="Google Shape;633;p2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2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5" name="Google Shape;635;p23"/>
            <p:cNvGrpSpPr/>
            <p:nvPr/>
          </p:nvGrpSpPr>
          <p:grpSpPr>
            <a:xfrm>
              <a:off x="100131" y="4568543"/>
              <a:ext cx="334182" cy="334182"/>
              <a:chOff x="-83525" y="4333650"/>
              <a:chExt cx="539700" cy="539700"/>
            </a:xfrm>
          </p:grpSpPr>
          <p:sp>
            <p:nvSpPr>
              <p:cNvPr id="636" name="Google Shape;636;p2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2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8" name="Google Shape;638;p23"/>
            <p:cNvGrpSpPr/>
            <p:nvPr/>
          </p:nvGrpSpPr>
          <p:grpSpPr>
            <a:xfrm>
              <a:off x="7992556" y="924168"/>
              <a:ext cx="334182" cy="334182"/>
              <a:chOff x="-83525" y="4333650"/>
              <a:chExt cx="539700" cy="539700"/>
            </a:xfrm>
          </p:grpSpPr>
          <p:sp>
            <p:nvSpPr>
              <p:cNvPr id="639" name="Google Shape;639;p2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2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1" name="Google Shape;641;p23"/>
            <p:cNvGrpSpPr/>
            <p:nvPr/>
          </p:nvGrpSpPr>
          <p:grpSpPr>
            <a:xfrm>
              <a:off x="8809806" y="1398218"/>
              <a:ext cx="334182" cy="334182"/>
              <a:chOff x="-83525" y="4333650"/>
              <a:chExt cx="539700" cy="539700"/>
            </a:xfrm>
          </p:grpSpPr>
          <p:sp>
            <p:nvSpPr>
              <p:cNvPr id="642" name="Google Shape;642;p2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2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44" name="Google Shape;644;p23"/>
          <p:cNvSpPr txBox="1"/>
          <p:nvPr>
            <p:ph idx="1" type="subTitle"/>
          </p:nvPr>
        </p:nvSpPr>
        <p:spPr>
          <a:xfrm>
            <a:off x="5146675" y="2409625"/>
            <a:ext cx="2653800" cy="1037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645" name="Google Shape;645;p23"/>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MAIN_POINT_1">
    <p:spTree>
      <p:nvGrpSpPr>
        <p:cNvPr id="646" name="Shape 646"/>
        <p:cNvGrpSpPr/>
        <p:nvPr/>
      </p:nvGrpSpPr>
      <p:grpSpPr>
        <a:xfrm>
          <a:off x="0" y="0"/>
          <a:ext cx="0" cy="0"/>
          <a:chOff x="0" y="0"/>
          <a:chExt cx="0" cy="0"/>
        </a:xfrm>
      </p:grpSpPr>
      <p:grpSp>
        <p:nvGrpSpPr>
          <p:cNvPr id="647" name="Google Shape;647;p24"/>
          <p:cNvGrpSpPr/>
          <p:nvPr/>
        </p:nvGrpSpPr>
        <p:grpSpPr>
          <a:xfrm>
            <a:off x="0" y="0"/>
            <a:ext cx="9144000" cy="5143500"/>
            <a:chOff x="0" y="0"/>
            <a:chExt cx="9144000" cy="5143500"/>
          </a:xfrm>
        </p:grpSpPr>
        <p:sp>
          <p:nvSpPr>
            <p:cNvPr id="648" name="Google Shape;648;p24"/>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24"/>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0" name="Google Shape;650;p24"/>
          <p:cNvGrpSpPr/>
          <p:nvPr/>
        </p:nvGrpSpPr>
        <p:grpSpPr>
          <a:xfrm rot="10800000">
            <a:off x="-24925" y="-37705"/>
            <a:ext cx="9280375" cy="5214400"/>
            <a:chOff x="-24925" y="-58550"/>
            <a:chExt cx="9280375" cy="5214400"/>
          </a:xfrm>
        </p:grpSpPr>
        <p:cxnSp>
          <p:nvCxnSpPr>
            <p:cNvPr id="651" name="Google Shape;651;p24"/>
            <p:cNvCxnSpPr/>
            <p:nvPr/>
          </p:nvCxnSpPr>
          <p:spPr>
            <a:xfrm>
              <a:off x="6519450" y="-46075"/>
              <a:ext cx="2736000" cy="949800"/>
            </a:xfrm>
            <a:prstGeom prst="straightConnector1">
              <a:avLst/>
            </a:prstGeom>
            <a:noFill/>
            <a:ln cap="rnd" cmpd="sng" w="9525">
              <a:solidFill>
                <a:schemeClr val="accent4"/>
              </a:solidFill>
              <a:prstDash val="solid"/>
              <a:round/>
              <a:headEnd len="sm" w="sm" type="none"/>
              <a:tailEnd len="sm" w="sm" type="none"/>
            </a:ln>
          </p:spPr>
        </p:cxnSp>
        <p:grpSp>
          <p:nvGrpSpPr>
            <p:cNvPr id="652" name="Google Shape;652;p24"/>
            <p:cNvGrpSpPr/>
            <p:nvPr/>
          </p:nvGrpSpPr>
          <p:grpSpPr>
            <a:xfrm>
              <a:off x="8355390" y="368163"/>
              <a:ext cx="718341" cy="718341"/>
              <a:chOff x="-83525" y="4333650"/>
              <a:chExt cx="539700" cy="539700"/>
            </a:xfrm>
          </p:grpSpPr>
          <p:sp>
            <p:nvSpPr>
              <p:cNvPr id="653" name="Google Shape;653;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5" name="Google Shape;655;p24"/>
            <p:cNvGrpSpPr/>
            <p:nvPr/>
          </p:nvGrpSpPr>
          <p:grpSpPr>
            <a:xfrm>
              <a:off x="8100801" y="168547"/>
              <a:ext cx="265640" cy="265640"/>
              <a:chOff x="-83525" y="4333650"/>
              <a:chExt cx="539700" cy="539700"/>
            </a:xfrm>
          </p:grpSpPr>
          <p:sp>
            <p:nvSpPr>
              <p:cNvPr id="656" name="Google Shape;656;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58" name="Google Shape;658;p24"/>
            <p:cNvCxnSpPr/>
            <p:nvPr/>
          </p:nvCxnSpPr>
          <p:spPr>
            <a:xfrm>
              <a:off x="8552850" y="-58550"/>
              <a:ext cx="690000" cy="3040200"/>
            </a:xfrm>
            <a:prstGeom prst="straightConnector1">
              <a:avLst/>
            </a:prstGeom>
            <a:noFill/>
            <a:ln cap="rnd" cmpd="sng" w="9525">
              <a:solidFill>
                <a:schemeClr val="accent4"/>
              </a:solidFill>
              <a:prstDash val="solid"/>
              <a:round/>
              <a:headEnd len="sm" w="sm" type="none"/>
              <a:tailEnd len="sm" w="sm" type="none"/>
            </a:ln>
          </p:spPr>
        </p:cxnSp>
        <p:cxnSp>
          <p:nvCxnSpPr>
            <p:cNvPr id="659" name="Google Shape;659;p24"/>
            <p:cNvCxnSpPr/>
            <p:nvPr/>
          </p:nvCxnSpPr>
          <p:spPr>
            <a:xfrm>
              <a:off x="406150" y="-46075"/>
              <a:ext cx="261900" cy="5195700"/>
            </a:xfrm>
            <a:prstGeom prst="straightConnector1">
              <a:avLst/>
            </a:prstGeom>
            <a:noFill/>
            <a:ln cap="rnd" cmpd="sng" w="9525">
              <a:solidFill>
                <a:schemeClr val="accent4"/>
              </a:solidFill>
              <a:prstDash val="solid"/>
              <a:round/>
              <a:headEnd len="sm" w="sm" type="none"/>
              <a:tailEnd len="sm" w="sm" type="none"/>
            </a:ln>
          </p:spPr>
        </p:cxnSp>
        <p:cxnSp>
          <p:nvCxnSpPr>
            <p:cNvPr id="660" name="Google Shape;660;p24"/>
            <p:cNvCxnSpPr/>
            <p:nvPr/>
          </p:nvCxnSpPr>
          <p:spPr>
            <a:xfrm>
              <a:off x="-24925" y="4326350"/>
              <a:ext cx="6293400" cy="829500"/>
            </a:xfrm>
            <a:prstGeom prst="straightConnector1">
              <a:avLst/>
            </a:prstGeom>
            <a:noFill/>
            <a:ln cap="rnd" cmpd="sng" w="9525">
              <a:solidFill>
                <a:schemeClr val="accent4"/>
              </a:solidFill>
              <a:prstDash val="solid"/>
              <a:round/>
              <a:headEnd len="sm" w="sm" type="none"/>
              <a:tailEnd len="sm" w="sm" type="none"/>
            </a:ln>
          </p:spPr>
        </p:cxnSp>
        <p:grpSp>
          <p:nvGrpSpPr>
            <p:cNvPr id="661" name="Google Shape;661;p24"/>
            <p:cNvGrpSpPr/>
            <p:nvPr/>
          </p:nvGrpSpPr>
          <p:grpSpPr>
            <a:xfrm>
              <a:off x="952751" y="4809147"/>
              <a:ext cx="265640" cy="265640"/>
              <a:chOff x="-83525" y="4333650"/>
              <a:chExt cx="539700" cy="539700"/>
            </a:xfrm>
          </p:grpSpPr>
          <p:sp>
            <p:nvSpPr>
              <p:cNvPr id="662" name="Google Shape;662;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64" name="Google Shape;664;p24"/>
            <p:cNvGrpSpPr/>
            <p:nvPr/>
          </p:nvGrpSpPr>
          <p:grpSpPr>
            <a:xfrm>
              <a:off x="216751" y="4572122"/>
              <a:ext cx="265640" cy="265640"/>
              <a:chOff x="-83525" y="4333650"/>
              <a:chExt cx="539700" cy="539700"/>
            </a:xfrm>
          </p:grpSpPr>
          <p:sp>
            <p:nvSpPr>
              <p:cNvPr id="665" name="Google Shape;665;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67" name="Google Shape;667;p24"/>
            <p:cNvGrpSpPr/>
            <p:nvPr/>
          </p:nvGrpSpPr>
          <p:grpSpPr>
            <a:xfrm>
              <a:off x="3553751" y="4470672"/>
              <a:ext cx="265640" cy="265640"/>
              <a:chOff x="-83525" y="4333650"/>
              <a:chExt cx="539700" cy="539700"/>
            </a:xfrm>
          </p:grpSpPr>
          <p:sp>
            <p:nvSpPr>
              <p:cNvPr id="668" name="Google Shape;668;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0" name="Google Shape;670;p24"/>
            <p:cNvGrpSpPr/>
            <p:nvPr/>
          </p:nvGrpSpPr>
          <p:grpSpPr>
            <a:xfrm>
              <a:off x="852951" y="168547"/>
              <a:ext cx="265640" cy="265640"/>
              <a:chOff x="-83525" y="4333650"/>
              <a:chExt cx="539700" cy="539700"/>
            </a:xfrm>
          </p:grpSpPr>
          <p:sp>
            <p:nvSpPr>
              <p:cNvPr id="671" name="Google Shape;671;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3" name="Google Shape;673;p24"/>
            <p:cNvGrpSpPr/>
            <p:nvPr/>
          </p:nvGrpSpPr>
          <p:grpSpPr>
            <a:xfrm>
              <a:off x="185551" y="1478397"/>
              <a:ext cx="265640" cy="265640"/>
              <a:chOff x="-83525" y="4333650"/>
              <a:chExt cx="539700" cy="539700"/>
            </a:xfrm>
          </p:grpSpPr>
          <p:sp>
            <p:nvSpPr>
              <p:cNvPr id="674" name="Google Shape;674;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6" name="Google Shape;676;p24"/>
            <p:cNvGrpSpPr/>
            <p:nvPr/>
          </p:nvGrpSpPr>
          <p:grpSpPr>
            <a:xfrm>
              <a:off x="89588" y="456150"/>
              <a:ext cx="718341" cy="718341"/>
              <a:chOff x="-83525" y="4333650"/>
              <a:chExt cx="539700" cy="539700"/>
            </a:xfrm>
          </p:grpSpPr>
          <p:sp>
            <p:nvSpPr>
              <p:cNvPr id="677" name="Google Shape;677;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9" name="Google Shape;679;p24"/>
            <p:cNvGrpSpPr/>
            <p:nvPr/>
          </p:nvGrpSpPr>
          <p:grpSpPr>
            <a:xfrm>
              <a:off x="403375" y="4187471"/>
              <a:ext cx="477473" cy="477473"/>
              <a:chOff x="-83525" y="4333650"/>
              <a:chExt cx="539700" cy="539700"/>
            </a:xfrm>
          </p:grpSpPr>
          <p:sp>
            <p:nvSpPr>
              <p:cNvPr id="680" name="Google Shape;680;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82" name="Google Shape;682;p24"/>
          <p:cNvSpPr txBox="1"/>
          <p:nvPr>
            <p:ph idx="1" type="subTitle"/>
          </p:nvPr>
        </p:nvSpPr>
        <p:spPr>
          <a:xfrm>
            <a:off x="2638550" y="3294450"/>
            <a:ext cx="38670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83" name="Google Shape;683;p24"/>
          <p:cNvSpPr txBox="1"/>
          <p:nvPr>
            <p:ph type="title"/>
          </p:nvPr>
        </p:nvSpPr>
        <p:spPr>
          <a:xfrm>
            <a:off x="1178850" y="1246350"/>
            <a:ext cx="6786300" cy="2276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140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BLANK_1_1_1_2_1_1_1_2">
    <p:spTree>
      <p:nvGrpSpPr>
        <p:cNvPr id="684" name="Shape 684"/>
        <p:cNvGrpSpPr/>
        <p:nvPr/>
      </p:nvGrpSpPr>
      <p:grpSpPr>
        <a:xfrm>
          <a:off x="0" y="0"/>
          <a:ext cx="0" cy="0"/>
          <a:chOff x="0" y="0"/>
          <a:chExt cx="0" cy="0"/>
        </a:xfrm>
      </p:grpSpPr>
      <p:grpSp>
        <p:nvGrpSpPr>
          <p:cNvPr id="685" name="Google Shape;685;p25"/>
          <p:cNvGrpSpPr/>
          <p:nvPr/>
        </p:nvGrpSpPr>
        <p:grpSpPr>
          <a:xfrm flipH="1" rot="10800000">
            <a:off x="0" y="0"/>
            <a:ext cx="9144000" cy="5143500"/>
            <a:chOff x="0" y="0"/>
            <a:chExt cx="9144000" cy="5143500"/>
          </a:xfrm>
        </p:grpSpPr>
        <p:sp>
          <p:nvSpPr>
            <p:cNvPr id="686" name="Google Shape;686;p25"/>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25"/>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88" name="Google Shape;688;p25"/>
          <p:cNvGrpSpPr/>
          <p:nvPr/>
        </p:nvGrpSpPr>
        <p:grpSpPr>
          <a:xfrm flipH="1">
            <a:off x="-162000" y="-104750"/>
            <a:ext cx="9456100" cy="5526550"/>
            <a:chOff x="-162000" y="-104750"/>
            <a:chExt cx="9456100" cy="5526550"/>
          </a:xfrm>
        </p:grpSpPr>
        <p:cxnSp>
          <p:nvCxnSpPr>
            <p:cNvPr id="689" name="Google Shape;689;p25"/>
            <p:cNvCxnSpPr/>
            <p:nvPr/>
          </p:nvCxnSpPr>
          <p:spPr>
            <a:xfrm flipH="1">
              <a:off x="8046450" y="-53850"/>
              <a:ext cx="684900" cy="5275800"/>
            </a:xfrm>
            <a:prstGeom prst="straightConnector1">
              <a:avLst/>
            </a:prstGeom>
            <a:noFill/>
            <a:ln cap="rnd" cmpd="sng" w="9525">
              <a:solidFill>
                <a:schemeClr val="accent4"/>
              </a:solidFill>
              <a:prstDash val="solid"/>
              <a:round/>
              <a:headEnd len="sm" w="sm" type="none"/>
              <a:tailEnd len="sm" w="sm" type="none"/>
            </a:ln>
          </p:spPr>
        </p:cxnSp>
        <p:grpSp>
          <p:nvGrpSpPr>
            <p:cNvPr id="690" name="Google Shape;690;p25"/>
            <p:cNvGrpSpPr/>
            <p:nvPr/>
          </p:nvGrpSpPr>
          <p:grpSpPr>
            <a:xfrm>
              <a:off x="786069" y="205830"/>
              <a:ext cx="334182" cy="334182"/>
              <a:chOff x="-83525" y="4333650"/>
              <a:chExt cx="539700" cy="539700"/>
            </a:xfrm>
          </p:grpSpPr>
          <p:sp>
            <p:nvSpPr>
              <p:cNvPr id="691" name="Google Shape;691;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93" name="Google Shape;693;p25"/>
            <p:cNvCxnSpPr/>
            <p:nvPr/>
          </p:nvCxnSpPr>
          <p:spPr>
            <a:xfrm flipH="1" rot="10800000">
              <a:off x="4341400" y="4174325"/>
              <a:ext cx="4952700" cy="1122600"/>
            </a:xfrm>
            <a:prstGeom prst="straightConnector1">
              <a:avLst/>
            </a:prstGeom>
            <a:noFill/>
            <a:ln cap="rnd" cmpd="sng" w="9525">
              <a:solidFill>
                <a:schemeClr val="accent4"/>
              </a:solidFill>
              <a:prstDash val="solid"/>
              <a:round/>
              <a:headEnd len="sm" w="sm" type="none"/>
              <a:tailEnd len="sm" w="sm" type="none"/>
            </a:ln>
          </p:spPr>
        </p:cxnSp>
        <p:cxnSp>
          <p:nvCxnSpPr>
            <p:cNvPr id="694" name="Google Shape;694;p25"/>
            <p:cNvCxnSpPr/>
            <p:nvPr/>
          </p:nvCxnSpPr>
          <p:spPr>
            <a:xfrm>
              <a:off x="-162000" y="3226100"/>
              <a:ext cx="1122600" cy="2195700"/>
            </a:xfrm>
            <a:prstGeom prst="straightConnector1">
              <a:avLst/>
            </a:prstGeom>
            <a:noFill/>
            <a:ln cap="rnd" cmpd="sng" w="9525">
              <a:solidFill>
                <a:schemeClr val="accent4"/>
              </a:solidFill>
              <a:prstDash val="solid"/>
              <a:round/>
              <a:headEnd len="sm" w="sm" type="none"/>
              <a:tailEnd len="sm" w="sm" type="none"/>
            </a:ln>
          </p:spPr>
        </p:cxnSp>
        <p:cxnSp>
          <p:nvCxnSpPr>
            <p:cNvPr id="695" name="Google Shape;695;p25"/>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696" name="Google Shape;696;p25"/>
            <p:cNvCxnSpPr/>
            <p:nvPr/>
          </p:nvCxnSpPr>
          <p:spPr>
            <a:xfrm flipH="1" rot="10800000">
              <a:off x="-124575" y="-104750"/>
              <a:ext cx="3729900" cy="1235100"/>
            </a:xfrm>
            <a:prstGeom prst="straightConnector1">
              <a:avLst/>
            </a:prstGeom>
            <a:noFill/>
            <a:ln cap="rnd" cmpd="sng" w="9525">
              <a:solidFill>
                <a:schemeClr val="accent4"/>
              </a:solidFill>
              <a:prstDash val="solid"/>
              <a:round/>
              <a:headEnd len="sm" w="sm" type="none"/>
              <a:tailEnd len="sm" w="sm" type="none"/>
            </a:ln>
          </p:spPr>
        </p:cxnSp>
        <p:cxnSp>
          <p:nvCxnSpPr>
            <p:cNvPr id="697" name="Google Shape;697;p25"/>
            <p:cNvCxnSpPr/>
            <p:nvPr/>
          </p:nvCxnSpPr>
          <p:spPr>
            <a:xfrm>
              <a:off x="8171150" y="-29800"/>
              <a:ext cx="1072800" cy="3742500"/>
            </a:xfrm>
            <a:prstGeom prst="straightConnector1">
              <a:avLst/>
            </a:prstGeom>
            <a:noFill/>
            <a:ln cap="rnd" cmpd="sng" w="9525">
              <a:solidFill>
                <a:schemeClr val="accent4"/>
              </a:solidFill>
              <a:prstDash val="solid"/>
              <a:round/>
              <a:headEnd len="sm" w="sm" type="none"/>
              <a:tailEnd len="sm" w="sm" type="none"/>
            </a:ln>
          </p:spPr>
        </p:cxnSp>
        <p:grpSp>
          <p:nvGrpSpPr>
            <p:cNvPr id="698" name="Google Shape;698;p25"/>
            <p:cNvGrpSpPr/>
            <p:nvPr/>
          </p:nvGrpSpPr>
          <p:grpSpPr>
            <a:xfrm>
              <a:off x="7800479" y="4080050"/>
              <a:ext cx="718341" cy="718341"/>
              <a:chOff x="30975" y="3360397"/>
              <a:chExt cx="539700" cy="539700"/>
            </a:xfrm>
          </p:grpSpPr>
          <p:sp>
            <p:nvSpPr>
              <p:cNvPr id="699" name="Google Shape;699;p2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2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1" name="Google Shape;701;p25"/>
            <p:cNvGrpSpPr/>
            <p:nvPr/>
          </p:nvGrpSpPr>
          <p:grpSpPr>
            <a:xfrm>
              <a:off x="242254" y="540000"/>
              <a:ext cx="718341" cy="718341"/>
              <a:chOff x="30975" y="3360397"/>
              <a:chExt cx="539700" cy="539700"/>
            </a:xfrm>
          </p:grpSpPr>
          <p:sp>
            <p:nvSpPr>
              <p:cNvPr id="702" name="Google Shape;702;p2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2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4" name="Google Shape;704;p25"/>
            <p:cNvGrpSpPr/>
            <p:nvPr/>
          </p:nvGrpSpPr>
          <p:grpSpPr>
            <a:xfrm>
              <a:off x="434331" y="3745880"/>
              <a:ext cx="334182" cy="334182"/>
              <a:chOff x="-83525" y="4333650"/>
              <a:chExt cx="539700" cy="539700"/>
            </a:xfrm>
          </p:grpSpPr>
          <p:sp>
            <p:nvSpPr>
              <p:cNvPr id="705" name="Google Shape;705;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7" name="Google Shape;707;p25"/>
            <p:cNvGrpSpPr/>
            <p:nvPr/>
          </p:nvGrpSpPr>
          <p:grpSpPr>
            <a:xfrm>
              <a:off x="100131" y="4568543"/>
              <a:ext cx="334182" cy="334182"/>
              <a:chOff x="-83525" y="4333650"/>
              <a:chExt cx="539700" cy="539700"/>
            </a:xfrm>
          </p:grpSpPr>
          <p:sp>
            <p:nvSpPr>
              <p:cNvPr id="708" name="Google Shape;708;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0" name="Google Shape;710;p25"/>
            <p:cNvGrpSpPr/>
            <p:nvPr/>
          </p:nvGrpSpPr>
          <p:grpSpPr>
            <a:xfrm>
              <a:off x="7992556" y="924168"/>
              <a:ext cx="334182" cy="334182"/>
              <a:chOff x="-83525" y="4333650"/>
              <a:chExt cx="539700" cy="539700"/>
            </a:xfrm>
          </p:grpSpPr>
          <p:sp>
            <p:nvSpPr>
              <p:cNvPr id="711" name="Google Shape;711;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3" name="Google Shape;713;p25"/>
            <p:cNvGrpSpPr/>
            <p:nvPr/>
          </p:nvGrpSpPr>
          <p:grpSpPr>
            <a:xfrm>
              <a:off x="8809806" y="1398218"/>
              <a:ext cx="334182" cy="334182"/>
              <a:chOff x="-83525" y="4333650"/>
              <a:chExt cx="539700" cy="539700"/>
            </a:xfrm>
          </p:grpSpPr>
          <p:sp>
            <p:nvSpPr>
              <p:cNvPr id="714" name="Google Shape;714;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16" name="Google Shape;716;p25"/>
          <p:cNvSpPr txBox="1"/>
          <p:nvPr>
            <p:ph idx="1" type="subTitle"/>
          </p:nvPr>
        </p:nvSpPr>
        <p:spPr>
          <a:xfrm>
            <a:off x="2211600" y="1818425"/>
            <a:ext cx="4720800" cy="233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4"/>
              </a:buClr>
              <a:buSzPts val="1400"/>
              <a:buChar char="●"/>
              <a:defRPr sz="1400"/>
            </a:lvl1pPr>
            <a:lvl2pPr lvl="1" algn="l">
              <a:lnSpc>
                <a:spcPct val="100000"/>
              </a:lnSpc>
              <a:spcBef>
                <a:spcPts val="160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p:txBody>
      </p:sp>
      <p:sp>
        <p:nvSpPr>
          <p:cNvPr id="717" name="Google Shape;717;p25"/>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718" name="Shape 718"/>
        <p:cNvGrpSpPr/>
        <p:nvPr/>
      </p:nvGrpSpPr>
      <p:grpSpPr>
        <a:xfrm>
          <a:off x="0" y="0"/>
          <a:ext cx="0" cy="0"/>
          <a:chOff x="0" y="0"/>
          <a:chExt cx="0" cy="0"/>
        </a:xfrm>
      </p:grpSpPr>
      <p:grpSp>
        <p:nvGrpSpPr>
          <p:cNvPr id="719" name="Google Shape;719;p26"/>
          <p:cNvGrpSpPr/>
          <p:nvPr/>
        </p:nvGrpSpPr>
        <p:grpSpPr>
          <a:xfrm flipH="1" rot="10800000">
            <a:off x="0" y="0"/>
            <a:ext cx="9144000" cy="5143500"/>
            <a:chOff x="0" y="0"/>
            <a:chExt cx="9144000" cy="5143500"/>
          </a:xfrm>
        </p:grpSpPr>
        <p:sp>
          <p:nvSpPr>
            <p:cNvPr id="720" name="Google Shape;720;p26"/>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26"/>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22" name="Google Shape;722;p26"/>
          <p:cNvGrpSpPr/>
          <p:nvPr/>
        </p:nvGrpSpPr>
        <p:grpSpPr>
          <a:xfrm>
            <a:off x="-49850" y="-92250"/>
            <a:ext cx="9311158" cy="5310575"/>
            <a:chOff x="-49850" y="-92250"/>
            <a:chExt cx="9311158" cy="5310575"/>
          </a:xfrm>
        </p:grpSpPr>
        <p:grpSp>
          <p:nvGrpSpPr>
            <p:cNvPr id="723" name="Google Shape;723;p26"/>
            <p:cNvGrpSpPr/>
            <p:nvPr/>
          </p:nvGrpSpPr>
          <p:grpSpPr>
            <a:xfrm>
              <a:off x="222781" y="149705"/>
              <a:ext cx="334182" cy="334182"/>
              <a:chOff x="-83525" y="4333650"/>
              <a:chExt cx="539700" cy="539700"/>
            </a:xfrm>
          </p:grpSpPr>
          <p:sp>
            <p:nvSpPr>
              <p:cNvPr id="724" name="Google Shape;724;p2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2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26" name="Google Shape;726;p26"/>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727" name="Google Shape;727;p26"/>
            <p:cNvCxnSpPr/>
            <p:nvPr/>
          </p:nvCxnSpPr>
          <p:spPr>
            <a:xfrm>
              <a:off x="-24900" y="340700"/>
              <a:ext cx="617400" cy="2862900"/>
            </a:xfrm>
            <a:prstGeom prst="straightConnector1">
              <a:avLst/>
            </a:prstGeom>
            <a:noFill/>
            <a:ln cap="rnd" cmpd="sng" w="9525">
              <a:solidFill>
                <a:schemeClr val="accent4"/>
              </a:solidFill>
              <a:prstDash val="solid"/>
              <a:round/>
              <a:headEnd len="sm" w="sm" type="none"/>
              <a:tailEnd len="sm" w="sm" type="none"/>
            </a:ln>
          </p:spPr>
        </p:cxnSp>
        <p:cxnSp>
          <p:nvCxnSpPr>
            <p:cNvPr id="728" name="Google Shape;728;p26"/>
            <p:cNvCxnSpPr/>
            <p:nvPr/>
          </p:nvCxnSpPr>
          <p:spPr>
            <a:xfrm>
              <a:off x="7884100" y="-39775"/>
              <a:ext cx="1297500" cy="1715400"/>
            </a:xfrm>
            <a:prstGeom prst="straightConnector1">
              <a:avLst/>
            </a:prstGeom>
            <a:noFill/>
            <a:ln cap="rnd" cmpd="sng" w="9525">
              <a:solidFill>
                <a:schemeClr val="accent4"/>
              </a:solidFill>
              <a:prstDash val="solid"/>
              <a:round/>
              <a:headEnd len="sm" w="sm" type="none"/>
              <a:tailEnd len="sm" w="sm" type="none"/>
            </a:ln>
          </p:spPr>
        </p:cxnSp>
        <p:cxnSp>
          <p:nvCxnSpPr>
            <p:cNvPr id="729" name="Google Shape;729;p26"/>
            <p:cNvCxnSpPr/>
            <p:nvPr/>
          </p:nvCxnSpPr>
          <p:spPr>
            <a:xfrm flipH="1" rot="10800000">
              <a:off x="7890325" y="4501025"/>
              <a:ext cx="1303500" cy="717300"/>
            </a:xfrm>
            <a:prstGeom prst="straightConnector1">
              <a:avLst/>
            </a:prstGeom>
            <a:noFill/>
            <a:ln cap="rnd" cmpd="sng" w="9525">
              <a:solidFill>
                <a:schemeClr val="accent4"/>
              </a:solidFill>
              <a:prstDash val="solid"/>
              <a:round/>
              <a:headEnd len="sm" w="sm" type="none"/>
              <a:tailEnd len="sm" w="sm" type="none"/>
            </a:ln>
          </p:spPr>
        </p:cxnSp>
        <p:cxnSp>
          <p:nvCxnSpPr>
            <p:cNvPr id="730" name="Google Shape;730;p26"/>
            <p:cNvCxnSpPr/>
            <p:nvPr/>
          </p:nvCxnSpPr>
          <p:spPr>
            <a:xfrm rot="10800000">
              <a:off x="8751100" y="3758675"/>
              <a:ext cx="237000" cy="1416000"/>
            </a:xfrm>
            <a:prstGeom prst="straightConnector1">
              <a:avLst/>
            </a:prstGeom>
            <a:noFill/>
            <a:ln cap="rnd" cmpd="sng" w="9525">
              <a:solidFill>
                <a:schemeClr val="accent4"/>
              </a:solidFill>
              <a:prstDash val="solid"/>
              <a:round/>
              <a:headEnd len="sm" w="sm" type="none"/>
              <a:tailEnd len="sm" w="sm" type="none"/>
            </a:ln>
          </p:spPr>
        </p:cxnSp>
        <p:cxnSp>
          <p:nvCxnSpPr>
            <p:cNvPr id="731" name="Google Shape;731;p26"/>
            <p:cNvCxnSpPr/>
            <p:nvPr/>
          </p:nvCxnSpPr>
          <p:spPr>
            <a:xfrm flipH="1" rot="10800000">
              <a:off x="-49850" y="4900350"/>
              <a:ext cx="3449400" cy="105900"/>
            </a:xfrm>
            <a:prstGeom prst="straightConnector1">
              <a:avLst/>
            </a:prstGeom>
            <a:noFill/>
            <a:ln cap="rnd" cmpd="sng" w="9525">
              <a:solidFill>
                <a:schemeClr val="accent4"/>
              </a:solidFill>
              <a:prstDash val="solid"/>
              <a:round/>
              <a:headEnd len="sm" w="sm" type="none"/>
              <a:tailEnd len="sm" w="sm" type="none"/>
            </a:ln>
          </p:spPr>
        </p:cxnSp>
        <p:cxnSp>
          <p:nvCxnSpPr>
            <p:cNvPr id="732" name="Google Shape;732;p26"/>
            <p:cNvCxnSpPr/>
            <p:nvPr/>
          </p:nvCxnSpPr>
          <p:spPr>
            <a:xfrm>
              <a:off x="-43625" y="3652750"/>
              <a:ext cx="867000" cy="1528200"/>
            </a:xfrm>
            <a:prstGeom prst="straightConnector1">
              <a:avLst/>
            </a:prstGeom>
            <a:noFill/>
            <a:ln cap="rnd" cmpd="sng" w="9525">
              <a:solidFill>
                <a:schemeClr val="accent4"/>
              </a:solidFill>
              <a:prstDash val="solid"/>
              <a:round/>
              <a:headEnd len="sm" w="sm" type="none"/>
              <a:tailEnd len="sm" w="sm" type="none"/>
            </a:ln>
          </p:spPr>
        </p:cxnSp>
        <p:grpSp>
          <p:nvGrpSpPr>
            <p:cNvPr id="733" name="Google Shape;733;p26"/>
            <p:cNvGrpSpPr/>
            <p:nvPr/>
          </p:nvGrpSpPr>
          <p:grpSpPr>
            <a:xfrm>
              <a:off x="9004" y="1818650"/>
              <a:ext cx="718341" cy="718341"/>
              <a:chOff x="30975" y="3360397"/>
              <a:chExt cx="539700" cy="539700"/>
            </a:xfrm>
          </p:grpSpPr>
          <p:sp>
            <p:nvSpPr>
              <p:cNvPr id="734" name="Google Shape;734;p26"/>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26"/>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6" name="Google Shape;736;p26"/>
            <p:cNvGrpSpPr/>
            <p:nvPr/>
          </p:nvGrpSpPr>
          <p:grpSpPr>
            <a:xfrm>
              <a:off x="8542967" y="4287900"/>
              <a:ext cx="718341" cy="718341"/>
              <a:chOff x="30975" y="3360397"/>
              <a:chExt cx="539700" cy="539700"/>
            </a:xfrm>
          </p:grpSpPr>
          <p:sp>
            <p:nvSpPr>
              <p:cNvPr id="737" name="Google Shape;737;p26"/>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26"/>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9" name="Google Shape;739;p26"/>
            <p:cNvGrpSpPr/>
            <p:nvPr/>
          </p:nvGrpSpPr>
          <p:grpSpPr>
            <a:xfrm>
              <a:off x="201081" y="3758680"/>
              <a:ext cx="334182" cy="334182"/>
              <a:chOff x="-83525" y="4333650"/>
              <a:chExt cx="539700" cy="539700"/>
            </a:xfrm>
          </p:grpSpPr>
          <p:sp>
            <p:nvSpPr>
              <p:cNvPr id="740" name="Google Shape;740;p2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2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2" name="Google Shape;742;p26"/>
            <p:cNvGrpSpPr/>
            <p:nvPr/>
          </p:nvGrpSpPr>
          <p:grpSpPr>
            <a:xfrm>
              <a:off x="58706" y="4436418"/>
              <a:ext cx="334182" cy="334182"/>
              <a:chOff x="-83525" y="4333650"/>
              <a:chExt cx="539700" cy="539700"/>
            </a:xfrm>
          </p:grpSpPr>
          <p:sp>
            <p:nvSpPr>
              <p:cNvPr id="743" name="Google Shape;743;p2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2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5" name="Google Shape;745;p26"/>
            <p:cNvGrpSpPr/>
            <p:nvPr/>
          </p:nvGrpSpPr>
          <p:grpSpPr>
            <a:xfrm>
              <a:off x="8653906" y="340693"/>
              <a:ext cx="334182" cy="334182"/>
              <a:chOff x="-83525" y="4333650"/>
              <a:chExt cx="539700" cy="539700"/>
            </a:xfrm>
          </p:grpSpPr>
          <p:sp>
            <p:nvSpPr>
              <p:cNvPr id="746" name="Google Shape;746;p2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2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8" name="Google Shape;748;p26"/>
            <p:cNvGrpSpPr/>
            <p:nvPr/>
          </p:nvGrpSpPr>
          <p:grpSpPr>
            <a:xfrm>
              <a:off x="8460556" y="1450943"/>
              <a:ext cx="334182" cy="334182"/>
              <a:chOff x="-83525" y="4333650"/>
              <a:chExt cx="539700" cy="539700"/>
            </a:xfrm>
          </p:grpSpPr>
          <p:sp>
            <p:nvSpPr>
              <p:cNvPr id="749" name="Google Shape;749;p2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2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51" name="Google Shape;751;p26"/>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752" name="Google Shape;752;p26"/>
          <p:cNvSpPr txBox="1"/>
          <p:nvPr>
            <p:ph idx="2" type="title"/>
          </p:nvPr>
        </p:nvSpPr>
        <p:spPr>
          <a:xfrm>
            <a:off x="720000" y="3610438"/>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53" name="Google Shape;753;p26"/>
          <p:cNvSpPr txBox="1"/>
          <p:nvPr>
            <p:ph idx="1" type="subTitle"/>
          </p:nvPr>
        </p:nvSpPr>
        <p:spPr>
          <a:xfrm>
            <a:off x="720000" y="4000778"/>
            <a:ext cx="23364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4" name="Google Shape;754;p26"/>
          <p:cNvSpPr txBox="1"/>
          <p:nvPr>
            <p:ph idx="3" type="title"/>
          </p:nvPr>
        </p:nvSpPr>
        <p:spPr>
          <a:xfrm>
            <a:off x="3403800" y="3610450"/>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55" name="Google Shape;755;p26"/>
          <p:cNvSpPr txBox="1"/>
          <p:nvPr>
            <p:ph idx="4" type="subTitle"/>
          </p:nvPr>
        </p:nvSpPr>
        <p:spPr>
          <a:xfrm>
            <a:off x="3403800" y="4000791"/>
            <a:ext cx="23364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6" name="Google Shape;756;p26"/>
          <p:cNvSpPr txBox="1"/>
          <p:nvPr>
            <p:ph idx="5" type="title"/>
          </p:nvPr>
        </p:nvSpPr>
        <p:spPr>
          <a:xfrm>
            <a:off x="6087600" y="3610438"/>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57" name="Google Shape;757;p26"/>
          <p:cNvSpPr txBox="1"/>
          <p:nvPr>
            <p:ph idx="6" type="subTitle"/>
          </p:nvPr>
        </p:nvSpPr>
        <p:spPr>
          <a:xfrm>
            <a:off x="6087600" y="4000778"/>
            <a:ext cx="23364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758" name="Shape 758"/>
        <p:cNvGrpSpPr/>
        <p:nvPr/>
      </p:nvGrpSpPr>
      <p:grpSpPr>
        <a:xfrm>
          <a:off x="0" y="0"/>
          <a:ext cx="0" cy="0"/>
          <a:chOff x="0" y="0"/>
          <a:chExt cx="0" cy="0"/>
        </a:xfrm>
      </p:grpSpPr>
      <p:sp>
        <p:nvSpPr>
          <p:cNvPr id="759" name="Google Shape;759;p27"/>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60" name="Google Shape;760;p27"/>
          <p:cNvGrpSpPr/>
          <p:nvPr/>
        </p:nvGrpSpPr>
        <p:grpSpPr>
          <a:xfrm>
            <a:off x="-12825" y="-83450"/>
            <a:ext cx="9219397" cy="5308025"/>
            <a:chOff x="-12825" y="-83450"/>
            <a:chExt cx="9219397" cy="5308025"/>
          </a:xfrm>
        </p:grpSpPr>
        <p:cxnSp>
          <p:nvCxnSpPr>
            <p:cNvPr id="761" name="Google Shape;761;p27"/>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762" name="Google Shape;762;p27"/>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763" name="Google Shape;763;p27"/>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764" name="Google Shape;764;p27"/>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765" name="Google Shape;765;p27"/>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766" name="Google Shape;766;p27"/>
            <p:cNvGrpSpPr/>
            <p:nvPr/>
          </p:nvGrpSpPr>
          <p:grpSpPr>
            <a:xfrm>
              <a:off x="64804" y="834125"/>
              <a:ext cx="718341" cy="718341"/>
              <a:chOff x="-83525" y="4333650"/>
              <a:chExt cx="539700" cy="539700"/>
            </a:xfrm>
          </p:grpSpPr>
          <p:sp>
            <p:nvSpPr>
              <p:cNvPr id="767" name="Google Shape;767;p2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2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9" name="Google Shape;769;p27"/>
            <p:cNvGrpSpPr/>
            <p:nvPr/>
          </p:nvGrpSpPr>
          <p:grpSpPr>
            <a:xfrm>
              <a:off x="8064829" y="180825"/>
              <a:ext cx="718341" cy="718341"/>
              <a:chOff x="-83525" y="4333650"/>
              <a:chExt cx="539700" cy="539700"/>
            </a:xfrm>
          </p:grpSpPr>
          <p:sp>
            <p:nvSpPr>
              <p:cNvPr id="770" name="Google Shape;770;p2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2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2" name="Google Shape;772;p27"/>
            <p:cNvGrpSpPr/>
            <p:nvPr/>
          </p:nvGrpSpPr>
          <p:grpSpPr>
            <a:xfrm>
              <a:off x="108716" y="3627493"/>
              <a:ext cx="334182" cy="334182"/>
              <a:chOff x="-83525" y="4333650"/>
              <a:chExt cx="539700" cy="539700"/>
            </a:xfrm>
          </p:grpSpPr>
          <p:sp>
            <p:nvSpPr>
              <p:cNvPr id="773" name="Google Shape;773;p2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2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5" name="Google Shape;775;p27"/>
            <p:cNvGrpSpPr/>
            <p:nvPr/>
          </p:nvGrpSpPr>
          <p:grpSpPr>
            <a:xfrm>
              <a:off x="8872390" y="3652442"/>
              <a:ext cx="334182" cy="334182"/>
              <a:chOff x="-83525" y="4333650"/>
              <a:chExt cx="539700" cy="539700"/>
            </a:xfrm>
          </p:grpSpPr>
          <p:sp>
            <p:nvSpPr>
              <p:cNvPr id="776" name="Google Shape;776;p2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2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8" name="Google Shape;778;p27"/>
            <p:cNvGrpSpPr/>
            <p:nvPr/>
          </p:nvGrpSpPr>
          <p:grpSpPr>
            <a:xfrm>
              <a:off x="8538215" y="3184617"/>
              <a:ext cx="334182" cy="334182"/>
              <a:chOff x="-83525" y="4333650"/>
              <a:chExt cx="539700" cy="539700"/>
            </a:xfrm>
          </p:grpSpPr>
          <p:sp>
            <p:nvSpPr>
              <p:cNvPr id="779" name="Google Shape;779;p2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2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1" name="Google Shape;781;p27"/>
            <p:cNvGrpSpPr/>
            <p:nvPr/>
          </p:nvGrpSpPr>
          <p:grpSpPr>
            <a:xfrm>
              <a:off x="8725315" y="1218292"/>
              <a:ext cx="334182" cy="334182"/>
              <a:chOff x="-83525" y="4333650"/>
              <a:chExt cx="539700" cy="539700"/>
            </a:xfrm>
          </p:grpSpPr>
          <p:sp>
            <p:nvSpPr>
              <p:cNvPr id="782" name="Google Shape;782;p2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2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4" name="Google Shape;784;p27"/>
            <p:cNvGrpSpPr/>
            <p:nvPr/>
          </p:nvGrpSpPr>
          <p:grpSpPr>
            <a:xfrm>
              <a:off x="828790" y="126742"/>
              <a:ext cx="334182" cy="334182"/>
              <a:chOff x="-83525" y="4333650"/>
              <a:chExt cx="539700" cy="539700"/>
            </a:xfrm>
          </p:grpSpPr>
          <p:sp>
            <p:nvSpPr>
              <p:cNvPr id="785" name="Google Shape;785;p2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2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87" name="Google Shape;787;p27"/>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788" name="Google Shape;788;p27"/>
          <p:cNvSpPr txBox="1"/>
          <p:nvPr>
            <p:ph idx="2" type="title"/>
          </p:nvPr>
        </p:nvSpPr>
        <p:spPr>
          <a:xfrm>
            <a:off x="1845637" y="18524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89" name="Google Shape;789;p27"/>
          <p:cNvSpPr txBox="1"/>
          <p:nvPr>
            <p:ph idx="1" type="subTitle"/>
          </p:nvPr>
        </p:nvSpPr>
        <p:spPr>
          <a:xfrm>
            <a:off x="1845649" y="22104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0" name="Google Shape;790;p27"/>
          <p:cNvSpPr txBox="1"/>
          <p:nvPr>
            <p:ph idx="3" type="title"/>
          </p:nvPr>
        </p:nvSpPr>
        <p:spPr>
          <a:xfrm>
            <a:off x="5713462" y="18524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91" name="Google Shape;791;p27"/>
          <p:cNvSpPr txBox="1"/>
          <p:nvPr>
            <p:ph idx="4" type="subTitle"/>
          </p:nvPr>
        </p:nvSpPr>
        <p:spPr>
          <a:xfrm>
            <a:off x="5713471" y="22104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2" name="Google Shape;792;p27"/>
          <p:cNvSpPr txBox="1"/>
          <p:nvPr>
            <p:ph idx="5" type="title"/>
          </p:nvPr>
        </p:nvSpPr>
        <p:spPr>
          <a:xfrm>
            <a:off x="1845625" y="34526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93" name="Google Shape;793;p27"/>
          <p:cNvSpPr txBox="1"/>
          <p:nvPr>
            <p:ph idx="6" type="subTitle"/>
          </p:nvPr>
        </p:nvSpPr>
        <p:spPr>
          <a:xfrm>
            <a:off x="1845637" y="38106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4" name="Google Shape;794;p27"/>
          <p:cNvSpPr txBox="1"/>
          <p:nvPr>
            <p:ph idx="7" type="title"/>
          </p:nvPr>
        </p:nvSpPr>
        <p:spPr>
          <a:xfrm>
            <a:off x="5713450" y="34526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95" name="Google Shape;795;p27"/>
          <p:cNvSpPr txBox="1"/>
          <p:nvPr>
            <p:ph idx="8" type="subTitle"/>
          </p:nvPr>
        </p:nvSpPr>
        <p:spPr>
          <a:xfrm>
            <a:off x="5713459" y="38106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BLANK_1_1_1_1_1_2">
    <p:spTree>
      <p:nvGrpSpPr>
        <p:cNvPr id="796" name="Shape 796"/>
        <p:cNvGrpSpPr/>
        <p:nvPr/>
      </p:nvGrpSpPr>
      <p:grpSpPr>
        <a:xfrm>
          <a:off x="0" y="0"/>
          <a:ext cx="0" cy="0"/>
          <a:chOff x="0" y="0"/>
          <a:chExt cx="0" cy="0"/>
        </a:xfrm>
      </p:grpSpPr>
      <p:sp>
        <p:nvSpPr>
          <p:cNvPr id="797" name="Google Shape;797;p28"/>
          <p:cNvSpPr/>
          <p:nvPr/>
        </p:nvSpPr>
        <p:spPr>
          <a:xfrm flipH="1">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98" name="Google Shape;798;p28"/>
          <p:cNvGrpSpPr/>
          <p:nvPr/>
        </p:nvGrpSpPr>
        <p:grpSpPr>
          <a:xfrm flipH="1">
            <a:off x="-12824" y="-7250"/>
            <a:ext cx="9219397" cy="5308025"/>
            <a:chOff x="-12825" y="-83450"/>
            <a:chExt cx="9219397" cy="5308025"/>
          </a:xfrm>
        </p:grpSpPr>
        <p:cxnSp>
          <p:nvCxnSpPr>
            <p:cNvPr id="799" name="Google Shape;799;p28"/>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800" name="Google Shape;800;p28"/>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801" name="Google Shape;801;p28"/>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802" name="Google Shape;802;p28"/>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803" name="Google Shape;803;p28"/>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804" name="Google Shape;804;p28"/>
            <p:cNvGrpSpPr/>
            <p:nvPr/>
          </p:nvGrpSpPr>
          <p:grpSpPr>
            <a:xfrm>
              <a:off x="64804" y="834125"/>
              <a:ext cx="718341" cy="718341"/>
              <a:chOff x="-83525" y="4333650"/>
              <a:chExt cx="539700" cy="539700"/>
            </a:xfrm>
          </p:grpSpPr>
          <p:sp>
            <p:nvSpPr>
              <p:cNvPr id="805" name="Google Shape;805;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7" name="Google Shape;807;p28"/>
            <p:cNvGrpSpPr/>
            <p:nvPr/>
          </p:nvGrpSpPr>
          <p:grpSpPr>
            <a:xfrm>
              <a:off x="8064829" y="180825"/>
              <a:ext cx="718341" cy="718341"/>
              <a:chOff x="-83525" y="4333650"/>
              <a:chExt cx="539700" cy="539700"/>
            </a:xfrm>
          </p:grpSpPr>
          <p:sp>
            <p:nvSpPr>
              <p:cNvPr id="808" name="Google Shape;808;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0" name="Google Shape;810;p28"/>
            <p:cNvGrpSpPr/>
            <p:nvPr/>
          </p:nvGrpSpPr>
          <p:grpSpPr>
            <a:xfrm>
              <a:off x="108716" y="3627493"/>
              <a:ext cx="334182" cy="334182"/>
              <a:chOff x="-83525" y="4333650"/>
              <a:chExt cx="539700" cy="539700"/>
            </a:xfrm>
          </p:grpSpPr>
          <p:sp>
            <p:nvSpPr>
              <p:cNvPr id="811" name="Google Shape;811;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3" name="Google Shape;813;p28"/>
            <p:cNvGrpSpPr/>
            <p:nvPr/>
          </p:nvGrpSpPr>
          <p:grpSpPr>
            <a:xfrm>
              <a:off x="8872390" y="3652442"/>
              <a:ext cx="334182" cy="334182"/>
              <a:chOff x="-83525" y="4333650"/>
              <a:chExt cx="539700" cy="539700"/>
            </a:xfrm>
          </p:grpSpPr>
          <p:sp>
            <p:nvSpPr>
              <p:cNvPr id="814" name="Google Shape;814;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6" name="Google Shape;816;p28"/>
            <p:cNvGrpSpPr/>
            <p:nvPr/>
          </p:nvGrpSpPr>
          <p:grpSpPr>
            <a:xfrm>
              <a:off x="8538215" y="3184617"/>
              <a:ext cx="334182" cy="334182"/>
              <a:chOff x="-83525" y="4333650"/>
              <a:chExt cx="539700" cy="539700"/>
            </a:xfrm>
          </p:grpSpPr>
          <p:sp>
            <p:nvSpPr>
              <p:cNvPr id="817" name="Google Shape;817;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9" name="Google Shape;819;p28"/>
            <p:cNvGrpSpPr/>
            <p:nvPr/>
          </p:nvGrpSpPr>
          <p:grpSpPr>
            <a:xfrm>
              <a:off x="8725315" y="1218292"/>
              <a:ext cx="334182" cy="334182"/>
              <a:chOff x="-83525" y="4333650"/>
              <a:chExt cx="539700" cy="539700"/>
            </a:xfrm>
          </p:grpSpPr>
          <p:sp>
            <p:nvSpPr>
              <p:cNvPr id="820" name="Google Shape;820;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2" name="Google Shape;822;p28"/>
            <p:cNvGrpSpPr/>
            <p:nvPr/>
          </p:nvGrpSpPr>
          <p:grpSpPr>
            <a:xfrm>
              <a:off x="828790" y="126742"/>
              <a:ext cx="334182" cy="334182"/>
              <a:chOff x="-83525" y="4333650"/>
              <a:chExt cx="539700" cy="539700"/>
            </a:xfrm>
          </p:grpSpPr>
          <p:sp>
            <p:nvSpPr>
              <p:cNvPr id="823" name="Google Shape;823;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25" name="Google Shape;825;p28"/>
          <p:cNvSpPr txBox="1"/>
          <p:nvPr>
            <p:ph type="title"/>
          </p:nvPr>
        </p:nvSpPr>
        <p:spPr>
          <a:xfrm>
            <a:off x="720000" y="2123650"/>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26" name="Google Shape;826;p28"/>
          <p:cNvSpPr txBox="1"/>
          <p:nvPr>
            <p:ph idx="1" type="subTitle"/>
          </p:nvPr>
        </p:nvSpPr>
        <p:spPr>
          <a:xfrm>
            <a:off x="720000" y="2481575"/>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27" name="Google Shape;827;p28"/>
          <p:cNvSpPr txBox="1"/>
          <p:nvPr>
            <p:ph idx="2" type="title"/>
          </p:nvPr>
        </p:nvSpPr>
        <p:spPr>
          <a:xfrm>
            <a:off x="3419269" y="2123650"/>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28" name="Google Shape;828;p28"/>
          <p:cNvSpPr txBox="1"/>
          <p:nvPr>
            <p:ph idx="3" type="subTitle"/>
          </p:nvPr>
        </p:nvSpPr>
        <p:spPr>
          <a:xfrm>
            <a:off x="3419272" y="2481575"/>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29" name="Google Shape;829;p28"/>
          <p:cNvSpPr txBox="1"/>
          <p:nvPr>
            <p:ph idx="4" type="title"/>
          </p:nvPr>
        </p:nvSpPr>
        <p:spPr>
          <a:xfrm>
            <a:off x="2094488" y="383802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30" name="Google Shape;830;p28"/>
          <p:cNvSpPr txBox="1"/>
          <p:nvPr>
            <p:ph idx="5" type="subTitle"/>
          </p:nvPr>
        </p:nvSpPr>
        <p:spPr>
          <a:xfrm>
            <a:off x="2094500" y="4195950"/>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31" name="Google Shape;831;p28"/>
          <p:cNvSpPr txBox="1"/>
          <p:nvPr>
            <p:ph idx="6" type="title"/>
          </p:nvPr>
        </p:nvSpPr>
        <p:spPr>
          <a:xfrm>
            <a:off x="4793757" y="383802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32" name="Google Shape;832;p28"/>
          <p:cNvSpPr txBox="1"/>
          <p:nvPr>
            <p:ph idx="7" type="subTitle"/>
          </p:nvPr>
        </p:nvSpPr>
        <p:spPr>
          <a:xfrm>
            <a:off x="4793760" y="4195950"/>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33" name="Google Shape;833;p28"/>
          <p:cNvSpPr txBox="1"/>
          <p:nvPr>
            <p:ph idx="8" type="title"/>
          </p:nvPr>
        </p:nvSpPr>
        <p:spPr>
          <a:xfrm>
            <a:off x="6118545" y="2123650"/>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34" name="Google Shape;834;p28"/>
          <p:cNvSpPr txBox="1"/>
          <p:nvPr>
            <p:ph idx="9" type="subTitle"/>
          </p:nvPr>
        </p:nvSpPr>
        <p:spPr>
          <a:xfrm>
            <a:off x="6118550" y="2481575"/>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35" name="Google Shape;835;p28"/>
          <p:cNvSpPr txBox="1"/>
          <p:nvPr>
            <p:ph idx="13"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836" name="Shape 836"/>
        <p:cNvGrpSpPr/>
        <p:nvPr/>
      </p:nvGrpSpPr>
      <p:grpSpPr>
        <a:xfrm>
          <a:off x="0" y="0"/>
          <a:ext cx="0" cy="0"/>
          <a:chOff x="0" y="0"/>
          <a:chExt cx="0" cy="0"/>
        </a:xfrm>
      </p:grpSpPr>
      <p:sp>
        <p:nvSpPr>
          <p:cNvPr id="837" name="Google Shape;837;p29"/>
          <p:cNvSpPr/>
          <p:nvPr/>
        </p:nvSpPr>
        <p:spPr>
          <a:xfrm flipH="1">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38" name="Google Shape;838;p29"/>
          <p:cNvGrpSpPr/>
          <p:nvPr/>
        </p:nvGrpSpPr>
        <p:grpSpPr>
          <a:xfrm flipH="1" rot="10800000">
            <a:off x="-12825" y="-7250"/>
            <a:ext cx="9219397" cy="5308025"/>
            <a:chOff x="-12825" y="-83450"/>
            <a:chExt cx="9219397" cy="5308025"/>
          </a:xfrm>
        </p:grpSpPr>
        <p:cxnSp>
          <p:nvCxnSpPr>
            <p:cNvPr id="839" name="Google Shape;839;p29"/>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840" name="Google Shape;840;p29"/>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841" name="Google Shape;841;p29"/>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842" name="Google Shape;842;p29"/>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843" name="Google Shape;843;p29"/>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844" name="Google Shape;844;p29"/>
            <p:cNvGrpSpPr/>
            <p:nvPr/>
          </p:nvGrpSpPr>
          <p:grpSpPr>
            <a:xfrm>
              <a:off x="64804" y="834125"/>
              <a:ext cx="718341" cy="718341"/>
              <a:chOff x="-83525" y="4333650"/>
              <a:chExt cx="539700" cy="539700"/>
            </a:xfrm>
          </p:grpSpPr>
          <p:sp>
            <p:nvSpPr>
              <p:cNvPr id="845" name="Google Shape;845;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47" name="Google Shape;847;p29"/>
            <p:cNvGrpSpPr/>
            <p:nvPr/>
          </p:nvGrpSpPr>
          <p:grpSpPr>
            <a:xfrm>
              <a:off x="8064829" y="180825"/>
              <a:ext cx="718341" cy="718341"/>
              <a:chOff x="-83525" y="4333650"/>
              <a:chExt cx="539700" cy="539700"/>
            </a:xfrm>
          </p:grpSpPr>
          <p:sp>
            <p:nvSpPr>
              <p:cNvPr id="848" name="Google Shape;848;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0" name="Google Shape;850;p29"/>
            <p:cNvGrpSpPr/>
            <p:nvPr/>
          </p:nvGrpSpPr>
          <p:grpSpPr>
            <a:xfrm>
              <a:off x="108716" y="3627493"/>
              <a:ext cx="334182" cy="334182"/>
              <a:chOff x="-83525" y="4333650"/>
              <a:chExt cx="539700" cy="539700"/>
            </a:xfrm>
          </p:grpSpPr>
          <p:sp>
            <p:nvSpPr>
              <p:cNvPr id="851" name="Google Shape;851;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3" name="Google Shape;853;p29"/>
            <p:cNvGrpSpPr/>
            <p:nvPr/>
          </p:nvGrpSpPr>
          <p:grpSpPr>
            <a:xfrm>
              <a:off x="8872390" y="3652442"/>
              <a:ext cx="334182" cy="334182"/>
              <a:chOff x="-83525" y="4333650"/>
              <a:chExt cx="539700" cy="539700"/>
            </a:xfrm>
          </p:grpSpPr>
          <p:sp>
            <p:nvSpPr>
              <p:cNvPr id="854" name="Google Shape;854;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6" name="Google Shape;856;p29"/>
            <p:cNvGrpSpPr/>
            <p:nvPr/>
          </p:nvGrpSpPr>
          <p:grpSpPr>
            <a:xfrm>
              <a:off x="8538215" y="3184617"/>
              <a:ext cx="334182" cy="334182"/>
              <a:chOff x="-83525" y="4333650"/>
              <a:chExt cx="539700" cy="539700"/>
            </a:xfrm>
          </p:grpSpPr>
          <p:sp>
            <p:nvSpPr>
              <p:cNvPr id="857" name="Google Shape;857;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9" name="Google Shape;859;p29"/>
            <p:cNvGrpSpPr/>
            <p:nvPr/>
          </p:nvGrpSpPr>
          <p:grpSpPr>
            <a:xfrm>
              <a:off x="8725315" y="1218292"/>
              <a:ext cx="334182" cy="334182"/>
              <a:chOff x="-83525" y="4333650"/>
              <a:chExt cx="539700" cy="539700"/>
            </a:xfrm>
          </p:grpSpPr>
          <p:sp>
            <p:nvSpPr>
              <p:cNvPr id="860" name="Google Shape;860;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2" name="Google Shape;862;p29"/>
            <p:cNvGrpSpPr/>
            <p:nvPr/>
          </p:nvGrpSpPr>
          <p:grpSpPr>
            <a:xfrm>
              <a:off x="828790" y="126742"/>
              <a:ext cx="334182" cy="334182"/>
              <a:chOff x="-83525" y="4333650"/>
              <a:chExt cx="539700" cy="539700"/>
            </a:xfrm>
          </p:grpSpPr>
          <p:sp>
            <p:nvSpPr>
              <p:cNvPr id="863" name="Google Shape;863;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65" name="Google Shape;865;p29"/>
          <p:cNvSpPr txBox="1"/>
          <p:nvPr>
            <p:ph type="title"/>
          </p:nvPr>
        </p:nvSpPr>
        <p:spPr>
          <a:xfrm>
            <a:off x="720000" y="18203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66" name="Google Shape;866;p29"/>
          <p:cNvSpPr txBox="1"/>
          <p:nvPr>
            <p:ph idx="1" type="subTitle"/>
          </p:nvPr>
        </p:nvSpPr>
        <p:spPr>
          <a:xfrm>
            <a:off x="720000" y="22545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67" name="Google Shape;867;p29"/>
          <p:cNvSpPr txBox="1"/>
          <p:nvPr>
            <p:ph idx="2" type="title"/>
          </p:nvPr>
        </p:nvSpPr>
        <p:spPr>
          <a:xfrm>
            <a:off x="3419269" y="18203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68" name="Google Shape;868;p29"/>
          <p:cNvSpPr txBox="1"/>
          <p:nvPr>
            <p:ph idx="3" type="subTitle"/>
          </p:nvPr>
        </p:nvSpPr>
        <p:spPr>
          <a:xfrm>
            <a:off x="3419271" y="22545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69" name="Google Shape;869;p29"/>
          <p:cNvSpPr txBox="1"/>
          <p:nvPr>
            <p:ph idx="4" type="title"/>
          </p:nvPr>
        </p:nvSpPr>
        <p:spPr>
          <a:xfrm>
            <a:off x="720000" y="35348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70" name="Google Shape;870;p29"/>
          <p:cNvSpPr txBox="1"/>
          <p:nvPr>
            <p:ph idx="5" type="subTitle"/>
          </p:nvPr>
        </p:nvSpPr>
        <p:spPr>
          <a:xfrm>
            <a:off x="720000" y="39690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71" name="Google Shape;871;p29"/>
          <p:cNvSpPr txBox="1"/>
          <p:nvPr>
            <p:ph idx="6" type="title"/>
          </p:nvPr>
        </p:nvSpPr>
        <p:spPr>
          <a:xfrm>
            <a:off x="3419269" y="35348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72" name="Google Shape;872;p29"/>
          <p:cNvSpPr txBox="1"/>
          <p:nvPr>
            <p:ph idx="7" type="subTitle"/>
          </p:nvPr>
        </p:nvSpPr>
        <p:spPr>
          <a:xfrm>
            <a:off x="3419271" y="39690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73" name="Google Shape;873;p29"/>
          <p:cNvSpPr txBox="1"/>
          <p:nvPr>
            <p:ph idx="8" type="title"/>
          </p:nvPr>
        </p:nvSpPr>
        <p:spPr>
          <a:xfrm>
            <a:off x="6118545" y="18203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74" name="Google Shape;874;p29"/>
          <p:cNvSpPr txBox="1"/>
          <p:nvPr>
            <p:ph idx="9" type="subTitle"/>
          </p:nvPr>
        </p:nvSpPr>
        <p:spPr>
          <a:xfrm>
            <a:off x="6118550" y="22545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75" name="Google Shape;875;p29"/>
          <p:cNvSpPr txBox="1"/>
          <p:nvPr>
            <p:ph idx="13" type="title"/>
          </p:nvPr>
        </p:nvSpPr>
        <p:spPr>
          <a:xfrm>
            <a:off x="6118545" y="35348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76" name="Google Shape;876;p29"/>
          <p:cNvSpPr txBox="1"/>
          <p:nvPr>
            <p:ph idx="14" type="subTitle"/>
          </p:nvPr>
        </p:nvSpPr>
        <p:spPr>
          <a:xfrm>
            <a:off x="6118550" y="39690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77" name="Google Shape;877;p29"/>
          <p:cNvSpPr txBox="1"/>
          <p:nvPr>
            <p:ph idx="15"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878" name="Shape 878"/>
        <p:cNvGrpSpPr/>
        <p:nvPr/>
      </p:nvGrpSpPr>
      <p:grpSpPr>
        <a:xfrm>
          <a:off x="0" y="0"/>
          <a:ext cx="0" cy="0"/>
          <a:chOff x="0" y="0"/>
          <a:chExt cx="0" cy="0"/>
        </a:xfrm>
      </p:grpSpPr>
      <p:grpSp>
        <p:nvGrpSpPr>
          <p:cNvPr id="879" name="Google Shape;879;p30"/>
          <p:cNvGrpSpPr/>
          <p:nvPr/>
        </p:nvGrpSpPr>
        <p:grpSpPr>
          <a:xfrm flipH="1" rot="10800000">
            <a:off x="0" y="0"/>
            <a:ext cx="9144000" cy="5143500"/>
            <a:chOff x="0" y="0"/>
            <a:chExt cx="9144000" cy="5143500"/>
          </a:xfrm>
        </p:grpSpPr>
        <p:sp>
          <p:nvSpPr>
            <p:cNvPr id="880" name="Google Shape;880;p30"/>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30"/>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2" name="Google Shape;882;p30"/>
          <p:cNvGrpSpPr/>
          <p:nvPr/>
        </p:nvGrpSpPr>
        <p:grpSpPr>
          <a:xfrm>
            <a:off x="-240525" y="-164575"/>
            <a:ext cx="9446850" cy="5376725"/>
            <a:chOff x="-240525" y="-164575"/>
            <a:chExt cx="9446850" cy="5376725"/>
          </a:xfrm>
        </p:grpSpPr>
        <p:cxnSp>
          <p:nvCxnSpPr>
            <p:cNvPr id="883" name="Google Shape;883;p30"/>
            <p:cNvCxnSpPr/>
            <p:nvPr/>
          </p:nvCxnSpPr>
          <p:spPr>
            <a:xfrm>
              <a:off x="5994150" y="-58550"/>
              <a:ext cx="3193500" cy="3455400"/>
            </a:xfrm>
            <a:prstGeom prst="straightConnector1">
              <a:avLst/>
            </a:prstGeom>
            <a:noFill/>
            <a:ln cap="rnd" cmpd="sng" w="9525">
              <a:solidFill>
                <a:schemeClr val="accent4"/>
              </a:solidFill>
              <a:prstDash val="solid"/>
              <a:round/>
              <a:headEnd len="sm" w="sm" type="none"/>
              <a:tailEnd len="sm" w="sm" type="none"/>
            </a:ln>
          </p:spPr>
        </p:cxnSp>
        <p:cxnSp>
          <p:nvCxnSpPr>
            <p:cNvPr id="884" name="Google Shape;884;p30"/>
            <p:cNvCxnSpPr/>
            <p:nvPr/>
          </p:nvCxnSpPr>
          <p:spPr>
            <a:xfrm flipH="1" rot="10800000">
              <a:off x="6075225" y="1245050"/>
              <a:ext cx="3131100" cy="361800"/>
            </a:xfrm>
            <a:prstGeom prst="straightConnector1">
              <a:avLst/>
            </a:prstGeom>
            <a:noFill/>
            <a:ln cap="rnd" cmpd="sng" w="9525">
              <a:solidFill>
                <a:schemeClr val="accent4"/>
              </a:solidFill>
              <a:prstDash val="solid"/>
              <a:round/>
              <a:headEnd len="sm" w="sm" type="none"/>
              <a:tailEnd len="sm" w="sm" type="none"/>
            </a:ln>
          </p:spPr>
        </p:cxnSp>
        <p:cxnSp>
          <p:nvCxnSpPr>
            <p:cNvPr id="885" name="Google Shape;885;p30"/>
            <p:cNvCxnSpPr/>
            <p:nvPr/>
          </p:nvCxnSpPr>
          <p:spPr>
            <a:xfrm>
              <a:off x="8102375" y="-58550"/>
              <a:ext cx="430500" cy="5270700"/>
            </a:xfrm>
            <a:prstGeom prst="straightConnector1">
              <a:avLst/>
            </a:prstGeom>
            <a:noFill/>
            <a:ln cap="rnd" cmpd="sng" w="9525">
              <a:solidFill>
                <a:schemeClr val="accent4"/>
              </a:solidFill>
              <a:prstDash val="solid"/>
              <a:round/>
              <a:headEnd len="sm" w="sm" type="none"/>
              <a:tailEnd len="sm" w="sm" type="none"/>
            </a:ln>
          </p:spPr>
        </p:cxnSp>
        <p:cxnSp>
          <p:nvCxnSpPr>
            <p:cNvPr id="886" name="Google Shape;886;p30"/>
            <p:cNvCxnSpPr/>
            <p:nvPr/>
          </p:nvCxnSpPr>
          <p:spPr>
            <a:xfrm flipH="1" rot="10800000">
              <a:off x="3711275" y="4688125"/>
              <a:ext cx="5476500" cy="505200"/>
            </a:xfrm>
            <a:prstGeom prst="straightConnector1">
              <a:avLst/>
            </a:prstGeom>
            <a:noFill/>
            <a:ln cap="rnd" cmpd="sng" w="9525">
              <a:solidFill>
                <a:schemeClr val="accent4"/>
              </a:solidFill>
              <a:prstDash val="solid"/>
              <a:round/>
              <a:headEnd len="sm" w="sm" type="none"/>
              <a:tailEnd len="sm" w="sm" type="none"/>
            </a:ln>
          </p:spPr>
        </p:cxnSp>
        <p:cxnSp>
          <p:nvCxnSpPr>
            <p:cNvPr id="887" name="Google Shape;887;p30"/>
            <p:cNvCxnSpPr/>
            <p:nvPr/>
          </p:nvCxnSpPr>
          <p:spPr>
            <a:xfrm flipH="1">
              <a:off x="1365950" y="2997775"/>
              <a:ext cx="2102100" cy="2164500"/>
            </a:xfrm>
            <a:prstGeom prst="straightConnector1">
              <a:avLst/>
            </a:prstGeom>
            <a:noFill/>
            <a:ln cap="rnd" cmpd="sng" w="9525">
              <a:solidFill>
                <a:schemeClr val="accent4"/>
              </a:solidFill>
              <a:prstDash val="solid"/>
              <a:round/>
              <a:headEnd len="sm" w="sm" type="none"/>
              <a:tailEnd len="sm" w="sm" type="none"/>
            </a:ln>
          </p:spPr>
        </p:cxnSp>
        <p:cxnSp>
          <p:nvCxnSpPr>
            <p:cNvPr id="888" name="Google Shape;888;p30"/>
            <p:cNvCxnSpPr/>
            <p:nvPr/>
          </p:nvCxnSpPr>
          <p:spPr>
            <a:xfrm>
              <a:off x="-31125" y="852125"/>
              <a:ext cx="2177100" cy="4353600"/>
            </a:xfrm>
            <a:prstGeom prst="straightConnector1">
              <a:avLst/>
            </a:prstGeom>
            <a:noFill/>
            <a:ln cap="rnd" cmpd="sng" w="9525">
              <a:solidFill>
                <a:schemeClr val="accent4"/>
              </a:solidFill>
              <a:prstDash val="solid"/>
              <a:round/>
              <a:headEnd len="sm" w="sm" type="none"/>
              <a:tailEnd len="sm" w="sm" type="none"/>
            </a:ln>
          </p:spPr>
        </p:cxnSp>
        <p:cxnSp>
          <p:nvCxnSpPr>
            <p:cNvPr id="889" name="Google Shape;889;p30"/>
            <p:cNvCxnSpPr/>
            <p:nvPr/>
          </p:nvCxnSpPr>
          <p:spPr>
            <a:xfrm>
              <a:off x="-31125" y="4020700"/>
              <a:ext cx="5725800" cy="1153800"/>
            </a:xfrm>
            <a:prstGeom prst="straightConnector1">
              <a:avLst/>
            </a:prstGeom>
            <a:noFill/>
            <a:ln cap="rnd" cmpd="sng" w="9525">
              <a:solidFill>
                <a:schemeClr val="accent4"/>
              </a:solidFill>
              <a:prstDash val="solid"/>
              <a:round/>
              <a:headEnd len="sm" w="sm" type="none"/>
              <a:tailEnd len="sm" w="sm" type="none"/>
            </a:ln>
          </p:spPr>
        </p:cxnSp>
        <p:cxnSp>
          <p:nvCxnSpPr>
            <p:cNvPr id="890" name="Google Shape;890;p30"/>
            <p:cNvCxnSpPr/>
            <p:nvPr/>
          </p:nvCxnSpPr>
          <p:spPr>
            <a:xfrm flipH="1" rot="10800000">
              <a:off x="-18650" y="-133500"/>
              <a:ext cx="1309800" cy="1952400"/>
            </a:xfrm>
            <a:prstGeom prst="straightConnector1">
              <a:avLst/>
            </a:prstGeom>
            <a:noFill/>
            <a:ln cap="rnd" cmpd="sng" w="9525">
              <a:solidFill>
                <a:schemeClr val="accent4"/>
              </a:solidFill>
              <a:prstDash val="solid"/>
              <a:round/>
              <a:headEnd len="sm" w="sm" type="none"/>
              <a:tailEnd len="sm" w="sm" type="none"/>
            </a:ln>
          </p:spPr>
        </p:cxnSp>
        <p:cxnSp>
          <p:nvCxnSpPr>
            <p:cNvPr id="891" name="Google Shape;891;p30"/>
            <p:cNvCxnSpPr/>
            <p:nvPr/>
          </p:nvCxnSpPr>
          <p:spPr>
            <a:xfrm>
              <a:off x="449150" y="-164575"/>
              <a:ext cx="1715400" cy="648600"/>
            </a:xfrm>
            <a:prstGeom prst="straightConnector1">
              <a:avLst/>
            </a:prstGeom>
            <a:noFill/>
            <a:ln cap="rnd" cmpd="sng" w="9525">
              <a:solidFill>
                <a:schemeClr val="accent4"/>
              </a:solidFill>
              <a:prstDash val="solid"/>
              <a:round/>
              <a:headEnd len="sm" w="sm" type="none"/>
              <a:tailEnd len="sm" w="sm" type="none"/>
            </a:ln>
          </p:spPr>
        </p:cxnSp>
        <p:grpSp>
          <p:nvGrpSpPr>
            <p:cNvPr id="892" name="Google Shape;892;p30"/>
            <p:cNvGrpSpPr/>
            <p:nvPr/>
          </p:nvGrpSpPr>
          <p:grpSpPr>
            <a:xfrm>
              <a:off x="7048151" y="1097950"/>
              <a:ext cx="718341" cy="718341"/>
              <a:chOff x="-83525" y="4333650"/>
              <a:chExt cx="539700" cy="539700"/>
            </a:xfrm>
          </p:grpSpPr>
          <p:sp>
            <p:nvSpPr>
              <p:cNvPr id="893" name="Google Shape;893;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5" name="Google Shape;895;p30"/>
            <p:cNvGrpSpPr/>
            <p:nvPr/>
          </p:nvGrpSpPr>
          <p:grpSpPr>
            <a:xfrm>
              <a:off x="8365689" y="586472"/>
              <a:ext cx="265640" cy="265640"/>
              <a:chOff x="-83525" y="4333650"/>
              <a:chExt cx="539700" cy="539700"/>
            </a:xfrm>
          </p:grpSpPr>
          <p:sp>
            <p:nvSpPr>
              <p:cNvPr id="896" name="Google Shape;896;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8" name="Google Shape;898;p30"/>
            <p:cNvGrpSpPr/>
            <p:nvPr/>
          </p:nvGrpSpPr>
          <p:grpSpPr>
            <a:xfrm>
              <a:off x="1204000" y="3827316"/>
              <a:ext cx="960558" cy="960558"/>
              <a:chOff x="-83525" y="4333650"/>
              <a:chExt cx="539700" cy="539700"/>
            </a:xfrm>
          </p:grpSpPr>
          <p:sp>
            <p:nvSpPr>
              <p:cNvPr id="899" name="Google Shape;899;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1" name="Google Shape;901;p30"/>
            <p:cNvGrpSpPr/>
            <p:nvPr/>
          </p:nvGrpSpPr>
          <p:grpSpPr>
            <a:xfrm>
              <a:off x="-240525" y="945666"/>
              <a:ext cx="960558" cy="960558"/>
              <a:chOff x="-83525" y="4333650"/>
              <a:chExt cx="539700" cy="539700"/>
            </a:xfrm>
          </p:grpSpPr>
          <p:sp>
            <p:nvSpPr>
              <p:cNvPr id="902" name="Google Shape;902;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4" name="Google Shape;904;p30"/>
            <p:cNvGrpSpPr/>
            <p:nvPr/>
          </p:nvGrpSpPr>
          <p:grpSpPr>
            <a:xfrm>
              <a:off x="8184801" y="2306097"/>
              <a:ext cx="265640" cy="265640"/>
              <a:chOff x="-83525" y="4333650"/>
              <a:chExt cx="539700" cy="539700"/>
            </a:xfrm>
          </p:grpSpPr>
          <p:sp>
            <p:nvSpPr>
              <p:cNvPr id="905" name="Google Shape;905;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7" name="Google Shape;907;p30"/>
            <p:cNvGrpSpPr/>
            <p:nvPr/>
          </p:nvGrpSpPr>
          <p:grpSpPr>
            <a:xfrm>
              <a:off x="8283249" y="4562834"/>
              <a:ext cx="430519" cy="430519"/>
              <a:chOff x="-83525" y="4333650"/>
              <a:chExt cx="539700" cy="539700"/>
            </a:xfrm>
          </p:grpSpPr>
          <p:sp>
            <p:nvSpPr>
              <p:cNvPr id="908" name="Google Shape;908;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0" name="Google Shape;910;p30"/>
            <p:cNvGrpSpPr/>
            <p:nvPr/>
          </p:nvGrpSpPr>
          <p:grpSpPr>
            <a:xfrm>
              <a:off x="8005924" y="1151534"/>
              <a:ext cx="430519" cy="430519"/>
              <a:chOff x="-83525" y="4333650"/>
              <a:chExt cx="539700" cy="539700"/>
            </a:xfrm>
          </p:grpSpPr>
          <p:sp>
            <p:nvSpPr>
              <p:cNvPr id="911" name="Google Shape;911;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3" name="Google Shape;913;p30"/>
            <p:cNvGrpSpPr/>
            <p:nvPr/>
          </p:nvGrpSpPr>
          <p:grpSpPr>
            <a:xfrm>
              <a:off x="935424" y="-133491"/>
              <a:ext cx="430519" cy="430519"/>
              <a:chOff x="-83525" y="4333650"/>
              <a:chExt cx="539700" cy="539700"/>
            </a:xfrm>
          </p:grpSpPr>
          <p:sp>
            <p:nvSpPr>
              <p:cNvPr id="914" name="Google Shape;914;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6" name="Google Shape;916;p30"/>
            <p:cNvGrpSpPr/>
            <p:nvPr/>
          </p:nvGrpSpPr>
          <p:grpSpPr>
            <a:xfrm>
              <a:off x="2192026" y="3249297"/>
              <a:ext cx="265640" cy="265640"/>
              <a:chOff x="-83525" y="4333650"/>
              <a:chExt cx="539700" cy="539700"/>
            </a:xfrm>
          </p:grpSpPr>
          <p:sp>
            <p:nvSpPr>
              <p:cNvPr id="917" name="Google Shape;917;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9" name="Google Shape;919;p30"/>
            <p:cNvGrpSpPr/>
            <p:nvPr/>
          </p:nvGrpSpPr>
          <p:grpSpPr>
            <a:xfrm>
              <a:off x="1742915" y="4515985"/>
              <a:ext cx="265640" cy="265640"/>
              <a:chOff x="-83525" y="4333650"/>
              <a:chExt cx="539700" cy="539700"/>
            </a:xfrm>
          </p:grpSpPr>
          <p:sp>
            <p:nvSpPr>
              <p:cNvPr id="920" name="Google Shape;920;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2" name="Google Shape;922;p30"/>
            <p:cNvGrpSpPr/>
            <p:nvPr/>
          </p:nvGrpSpPr>
          <p:grpSpPr>
            <a:xfrm>
              <a:off x="598599" y="3434284"/>
              <a:ext cx="430519" cy="430519"/>
              <a:chOff x="-83525" y="4333650"/>
              <a:chExt cx="539700" cy="539700"/>
            </a:xfrm>
          </p:grpSpPr>
          <p:sp>
            <p:nvSpPr>
              <p:cNvPr id="923" name="Google Shape;923;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5" name="Google Shape;925;p30"/>
            <p:cNvGrpSpPr/>
            <p:nvPr/>
          </p:nvGrpSpPr>
          <p:grpSpPr>
            <a:xfrm>
              <a:off x="270876" y="4297172"/>
              <a:ext cx="265640" cy="265640"/>
              <a:chOff x="-83525" y="4333650"/>
              <a:chExt cx="539700" cy="539700"/>
            </a:xfrm>
          </p:grpSpPr>
          <p:sp>
            <p:nvSpPr>
              <p:cNvPr id="926" name="Google Shape;926;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8" name="Google Shape;928;p30"/>
            <p:cNvGrpSpPr/>
            <p:nvPr/>
          </p:nvGrpSpPr>
          <p:grpSpPr>
            <a:xfrm>
              <a:off x="6848449" y="9"/>
              <a:ext cx="430519" cy="430519"/>
              <a:chOff x="-83525" y="4333650"/>
              <a:chExt cx="539700" cy="539700"/>
            </a:xfrm>
          </p:grpSpPr>
          <p:sp>
            <p:nvSpPr>
              <p:cNvPr id="929" name="Google Shape;929;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31" name="Google Shape;931;p30"/>
            <p:cNvGrpSpPr/>
            <p:nvPr/>
          </p:nvGrpSpPr>
          <p:grpSpPr>
            <a:xfrm>
              <a:off x="5858264" y="885872"/>
              <a:ext cx="265640" cy="265640"/>
              <a:chOff x="-83525" y="4333650"/>
              <a:chExt cx="539700" cy="539700"/>
            </a:xfrm>
          </p:grpSpPr>
          <p:sp>
            <p:nvSpPr>
              <p:cNvPr id="932" name="Google Shape;932;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34" name="Google Shape;934;p30"/>
          <p:cNvSpPr txBox="1"/>
          <p:nvPr>
            <p:ph type="title"/>
          </p:nvPr>
        </p:nvSpPr>
        <p:spPr>
          <a:xfrm rot="-255">
            <a:off x="1287612" y="540150"/>
            <a:ext cx="4049700" cy="14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8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935" name="Google Shape;935;p30"/>
          <p:cNvSpPr txBox="1"/>
          <p:nvPr>
            <p:ph idx="1" type="subTitle"/>
          </p:nvPr>
        </p:nvSpPr>
        <p:spPr>
          <a:xfrm>
            <a:off x="1287638" y="1816288"/>
            <a:ext cx="4049700" cy="445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36" name="Google Shape;936;p30"/>
          <p:cNvSpPr txBox="1"/>
          <p:nvPr>
            <p:ph idx="2" type="title"/>
          </p:nvPr>
        </p:nvSpPr>
        <p:spPr>
          <a:xfrm>
            <a:off x="3806688" y="2844700"/>
            <a:ext cx="4049700" cy="142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8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937" name="Google Shape;937;p30"/>
          <p:cNvSpPr txBox="1"/>
          <p:nvPr>
            <p:ph idx="3" type="subTitle"/>
          </p:nvPr>
        </p:nvSpPr>
        <p:spPr>
          <a:xfrm>
            <a:off x="3806663" y="4158288"/>
            <a:ext cx="4049700" cy="445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AND_TWO_COLUMNS_1">
    <p:spTree>
      <p:nvGrpSpPr>
        <p:cNvPr id="938" name="Shape 938"/>
        <p:cNvGrpSpPr/>
        <p:nvPr/>
      </p:nvGrpSpPr>
      <p:grpSpPr>
        <a:xfrm>
          <a:off x="0" y="0"/>
          <a:ext cx="0" cy="0"/>
          <a:chOff x="0" y="0"/>
          <a:chExt cx="0" cy="0"/>
        </a:xfrm>
      </p:grpSpPr>
      <p:grpSp>
        <p:nvGrpSpPr>
          <p:cNvPr id="939" name="Google Shape;939;p31"/>
          <p:cNvGrpSpPr/>
          <p:nvPr/>
        </p:nvGrpSpPr>
        <p:grpSpPr>
          <a:xfrm>
            <a:off x="0" y="0"/>
            <a:ext cx="9144000" cy="5143500"/>
            <a:chOff x="0" y="0"/>
            <a:chExt cx="9144000" cy="5143500"/>
          </a:xfrm>
        </p:grpSpPr>
        <p:sp>
          <p:nvSpPr>
            <p:cNvPr id="940" name="Google Shape;940;p31"/>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31"/>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2" name="Google Shape;942;p31"/>
          <p:cNvGrpSpPr/>
          <p:nvPr/>
        </p:nvGrpSpPr>
        <p:grpSpPr>
          <a:xfrm>
            <a:off x="-57340" y="-86000"/>
            <a:ext cx="9209740" cy="5293875"/>
            <a:chOff x="-57340" y="-86000"/>
            <a:chExt cx="9209740" cy="5293875"/>
          </a:xfrm>
        </p:grpSpPr>
        <p:cxnSp>
          <p:nvCxnSpPr>
            <p:cNvPr id="943" name="Google Shape;943;p31"/>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944" name="Google Shape;944;p31"/>
            <p:cNvCxnSpPr/>
            <p:nvPr/>
          </p:nvCxnSpPr>
          <p:spPr>
            <a:xfrm>
              <a:off x="2100" y="224950"/>
              <a:ext cx="9150300" cy="168300"/>
            </a:xfrm>
            <a:prstGeom prst="straightConnector1">
              <a:avLst/>
            </a:prstGeom>
            <a:noFill/>
            <a:ln cap="rnd" cmpd="sng" w="9525">
              <a:solidFill>
                <a:schemeClr val="accent4"/>
              </a:solidFill>
              <a:prstDash val="solid"/>
              <a:round/>
              <a:headEnd len="sm" w="sm" type="none"/>
              <a:tailEnd len="sm" w="sm" type="none"/>
            </a:ln>
          </p:spPr>
        </p:cxnSp>
        <p:cxnSp>
          <p:nvCxnSpPr>
            <p:cNvPr id="945" name="Google Shape;945;p31"/>
            <p:cNvCxnSpPr/>
            <p:nvPr/>
          </p:nvCxnSpPr>
          <p:spPr>
            <a:xfrm>
              <a:off x="7997725" y="-37700"/>
              <a:ext cx="1153800" cy="3187200"/>
            </a:xfrm>
            <a:prstGeom prst="straightConnector1">
              <a:avLst/>
            </a:prstGeom>
            <a:noFill/>
            <a:ln cap="rnd" cmpd="sng" w="9525">
              <a:solidFill>
                <a:schemeClr val="accent4"/>
              </a:solidFill>
              <a:prstDash val="solid"/>
              <a:round/>
              <a:headEnd len="sm" w="sm" type="none"/>
              <a:tailEnd len="sm" w="sm" type="none"/>
            </a:ln>
          </p:spPr>
        </p:cxnSp>
        <p:cxnSp>
          <p:nvCxnSpPr>
            <p:cNvPr id="946" name="Google Shape;946;p31"/>
            <p:cNvCxnSpPr/>
            <p:nvPr/>
          </p:nvCxnSpPr>
          <p:spPr>
            <a:xfrm>
              <a:off x="-11075" y="1777375"/>
              <a:ext cx="1284900" cy="3430500"/>
            </a:xfrm>
            <a:prstGeom prst="straightConnector1">
              <a:avLst/>
            </a:prstGeom>
            <a:noFill/>
            <a:ln cap="rnd" cmpd="sng" w="9525">
              <a:solidFill>
                <a:schemeClr val="accent4"/>
              </a:solidFill>
              <a:prstDash val="solid"/>
              <a:round/>
              <a:headEnd len="sm" w="sm" type="none"/>
              <a:tailEnd len="sm" w="sm" type="none"/>
            </a:ln>
          </p:spPr>
        </p:cxnSp>
        <p:cxnSp>
          <p:nvCxnSpPr>
            <p:cNvPr id="947" name="Google Shape;947;p31"/>
            <p:cNvCxnSpPr/>
            <p:nvPr/>
          </p:nvCxnSpPr>
          <p:spPr>
            <a:xfrm>
              <a:off x="-30475" y="4227975"/>
              <a:ext cx="3823500" cy="929400"/>
            </a:xfrm>
            <a:prstGeom prst="straightConnector1">
              <a:avLst/>
            </a:prstGeom>
            <a:noFill/>
            <a:ln cap="rnd" cmpd="sng" w="9525">
              <a:solidFill>
                <a:schemeClr val="accent4"/>
              </a:solidFill>
              <a:prstDash val="solid"/>
              <a:round/>
              <a:headEnd len="sm" w="sm" type="none"/>
              <a:tailEnd len="sm" w="sm" type="none"/>
            </a:ln>
          </p:spPr>
        </p:cxnSp>
        <p:grpSp>
          <p:nvGrpSpPr>
            <p:cNvPr id="948" name="Google Shape;948;p31"/>
            <p:cNvGrpSpPr/>
            <p:nvPr/>
          </p:nvGrpSpPr>
          <p:grpSpPr>
            <a:xfrm>
              <a:off x="525404" y="45408"/>
              <a:ext cx="389178" cy="389178"/>
              <a:chOff x="-83525" y="4333650"/>
              <a:chExt cx="539700" cy="539700"/>
            </a:xfrm>
          </p:grpSpPr>
          <p:sp>
            <p:nvSpPr>
              <p:cNvPr id="949" name="Google Shape;949;p3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3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1" name="Google Shape;951;p31"/>
            <p:cNvGrpSpPr/>
            <p:nvPr/>
          </p:nvGrpSpPr>
          <p:grpSpPr>
            <a:xfrm>
              <a:off x="7894902" y="126998"/>
              <a:ext cx="482600" cy="482600"/>
              <a:chOff x="-83525" y="4333650"/>
              <a:chExt cx="539700" cy="539700"/>
            </a:xfrm>
          </p:grpSpPr>
          <p:sp>
            <p:nvSpPr>
              <p:cNvPr id="952" name="Google Shape;952;p3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3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4" name="Google Shape;954;p31"/>
            <p:cNvGrpSpPr/>
            <p:nvPr/>
          </p:nvGrpSpPr>
          <p:grpSpPr>
            <a:xfrm>
              <a:off x="8668547" y="2101235"/>
              <a:ext cx="344976" cy="344976"/>
              <a:chOff x="-83525" y="4333650"/>
              <a:chExt cx="539700" cy="539700"/>
            </a:xfrm>
          </p:grpSpPr>
          <p:sp>
            <p:nvSpPr>
              <p:cNvPr id="955" name="Google Shape;955;p3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3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7" name="Google Shape;957;p31"/>
            <p:cNvGrpSpPr/>
            <p:nvPr/>
          </p:nvGrpSpPr>
          <p:grpSpPr>
            <a:xfrm>
              <a:off x="758689" y="4234211"/>
              <a:ext cx="482600" cy="482600"/>
              <a:chOff x="-83525" y="4333650"/>
              <a:chExt cx="539700" cy="539700"/>
            </a:xfrm>
          </p:grpSpPr>
          <p:sp>
            <p:nvSpPr>
              <p:cNvPr id="958" name="Google Shape;958;p3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3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0" name="Google Shape;960;p31"/>
            <p:cNvGrpSpPr/>
            <p:nvPr/>
          </p:nvGrpSpPr>
          <p:grpSpPr>
            <a:xfrm>
              <a:off x="-57340" y="1926598"/>
              <a:ext cx="344976" cy="344976"/>
              <a:chOff x="-83525" y="4333650"/>
              <a:chExt cx="539700" cy="539700"/>
            </a:xfrm>
          </p:grpSpPr>
          <p:sp>
            <p:nvSpPr>
              <p:cNvPr id="961" name="Google Shape;961;p3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3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63" name="Google Shape;963;p31"/>
          <p:cNvSpPr txBox="1"/>
          <p:nvPr>
            <p:ph idx="1" type="subTitle"/>
          </p:nvPr>
        </p:nvSpPr>
        <p:spPr>
          <a:xfrm>
            <a:off x="720000" y="2996988"/>
            <a:ext cx="2239500" cy="78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4" name="Google Shape;964;p31"/>
          <p:cNvSpPr txBox="1"/>
          <p:nvPr>
            <p:ph idx="2" type="subTitle"/>
          </p:nvPr>
        </p:nvSpPr>
        <p:spPr>
          <a:xfrm>
            <a:off x="6212450" y="2996988"/>
            <a:ext cx="2239500" cy="78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5" name="Google Shape;965;p31"/>
          <p:cNvSpPr txBox="1"/>
          <p:nvPr>
            <p:ph type="title"/>
          </p:nvPr>
        </p:nvSpPr>
        <p:spPr>
          <a:xfrm>
            <a:off x="720000" y="2031948"/>
            <a:ext cx="2239500" cy="1113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solidFill>
                  <a:schemeClr val="accent4"/>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966" name="Google Shape;966;p31"/>
          <p:cNvSpPr txBox="1"/>
          <p:nvPr>
            <p:ph idx="3" type="title"/>
          </p:nvPr>
        </p:nvSpPr>
        <p:spPr>
          <a:xfrm>
            <a:off x="6212450" y="2031948"/>
            <a:ext cx="2239500" cy="1113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967" name="Google Shape;967;p31"/>
          <p:cNvSpPr txBox="1"/>
          <p:nvPr>
            <p:ph idx="4"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968" name="Shape 968"/>
        <p:cNvGrpSpPr/>
        <p:nvPr/>
      </p:nvGrpSpPr>
      <p:grpSpPr>
        <a:xfrm>
          <a:off x="0" y="0"/>
          <a:ext cx="0" cy="0"/>
          <a:chOff x="0" y="0"/>
          <a:chExt cx="0" cy="0"/>
        </a:xfrm>
      </p:grpSpPr>
      <p:grpSp>
        <p:nvGrpSpPr>
          <p:cNvPr id="969" name="Google Shape;969;p32"/>
          <p:cNvGrpSpPr/>
          <p:nvPr/>
        </p:nvGrpSpPr>
        <p:grpSpPr>
          <a:xfrm>
            <a:off x="0" y="0"/>
            <a:ext cx="9144000" cy="5143500"/>
            <a:chOff x="0" y="0"/>
            <a:chExt cx="9144000" cy="5143500"/>
          </a:xfrm>
        </p:grpSpPr>
        <p:sp>
          <p:nvSpPr>
            <p:cNvPr id="970" name="Google Shape;970;p32"/>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32"/>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2" name="Google Shape;972;p32"/>
          <p:cNvSpPr txBox="1"/>
          <p:nvPr/>
        </p:nvSpPr>
        <p:spPr>
          <a:xfrm>
            <a:off x="3925025" y="3203013"/>
            <a:ext cx="3216600" cy="70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100"/>
              <a:buFont typeface="Arial"/>
              <a:buNone/>
            </a:pPr>
            <a:r>
              <a:rPr b="1" i="0" lang="it-IT" sz="1100" u="none" cap="none" strike="noStrike">
                <a:solidFill>
                  <a:schemeClr val="accent4"/>
                </a:solidFill>
                <a:latin typeface="Overpass"/>
                <a:ea typeface="Overpass"/>
                <a:cs typeface="Overpass"/>
                <a:sym typeface="Overpass"/>
              </a:rPr>
              <a:t>CREDITS:</a:t>
            </a:r>
            <a:r>
              <a:rPr b="0" i="0" lang="it-IT" sz="1100" u="none" cap="none" strike="noStrike">
                <a:solidFill>
                  <a:schemeClr val="accent4"/>
                </a:solidFill>
                <a:latin typeface="Overpass"/>
                <a:ea typeface="Overpass"/>
                <a:cs typeface="Overpass"/>
                <a:sym typeface="Overpass"/>
              </a:rPr>
              <a:t> </a:t>
            </a:r>
            <a:r>
              <a:rPr b="0" i="0" lang="it-IT" sz="1100" u="none" cap="none" strike="noStrike">
                <a:solidFill>
                  <a:schemeClr val="lt1"/>
                </a:solidFill>
                <a:latin typeface="Overpass"/>
                <a:ea typeface="Overpass"/>
                <a:cs typeface="Overpass"/>
                <a:sym typeface="Overpass"/>
              </a:rPr>
              <a:t>This presentation template was created by </a:t>
            </a:r>
            <a:r>
              <a:rPr b="1" i="0" lang="it-IT" sz="1100" u="none" cap="none" strike="noStrike">
                <a:solidFill>
                  <a:schemeClr val="hlink"/>
                </a:solidFill>
                <a:uFill>
                  <a:noFill/>
                </a:uFill>
                <a:latin typeface="Overpass"/>
                <a:ea typeface="Overpass"/>
                <a:cs typeface="Overpass"/>
                <a:sym typeface="Overpass"/>
                <a:hlinkClick r:id="rId2"/>
              </a:rPr>
              <a:t>Slidesgo</a:t>
            </a:r>
            <a:r>
              <a:rPr b="1" i="0" lang="it-IT" sz="1100" u="none" cap="none" strike="noStrike">
                <a:solidFill>
                  <a:schemeClr val="accent4"/>
                </a:solidFill>
                <a:latin typeface="Overpass"/>
                <a:ea typeface="Overpass"/>
                <a:cs typeface="Overpass"/>
                <a:sym typeface="Overpass"/>
              </a:rPr>
              <a:t>,</a:t>
            </a:r>
            <a:r>
              <a:rPr b="0" i="0" lang="it-IT" sz="1100" u="none" cap="none" strike="noStrike">
                <a:solidFill>
                  <a:schemeClr val="lt1"/>
                </a:solidFill>
                <a:latin typeface="Overpass"/>
                <a:ea typeface="Overpass"/>
                <a:cs typeface="Overpass"/>
                <a:sym typeface="Overpass"/>
              </a:rPr>
              <a:t> including icons by </a:t>
            </a:r>
            <a:r>
              <a:rPr b="1" i="0" lang="it-IT" sz="1100" u="none" cap="none" strike="noStrike">
                <a:solidFill>
                  <a:schemeClr val="hlink"/>
                </a:solidFill>
                <a:uFill>
                  <a:noFill/>
                </a:uFill>
                <a:latin typeface="Overpass"/>
                <a:ea typeface="Overpass"/>
                <a:cs typeface="Overpass"/>
                <a:sym typeface="Overpass"/>
                <a:hlinkClick r:id="rId3"/>
              </a:rPr>
              <a:t>Flaticon</a:t>
            </a:r>
            <a:r>
              <a:rPr b="1" i="0" lang="it-IT" sz="1100" u="none" cap="none" strike="noStrike">
                <a:solidFill>
                  <a:schemeClr val="accent4"/>
                </a:solidFill>
                <a:latin typeface="Overpass"/>
                <a:ea typeface="Overpass"/>
                <a:cs typeface="Overpass"/>
                <a:sym typeface="Overpass"/>
              </a:rPr>
              <a:t>,</a:t>
            </a:r>
            <a:r>
              <a:rPr b="0" i="0" lang="it-IT" sz="1100" u="none" cap="none" strike="noStrike">
                <a:solidFill>
                  <a:schemeClr val="lt1"/>
                </a:solidFill>
                <a:latin typeface="Overpass"/>
                <a:ea typeface="Overpass"/>
                <a:cs typeface="Overpass"/>
                <a:sym typeface="Overpass"/>
              </a:rPr>
              <a:t> and infographics &amp; images by </a:t>
            </a:r>
            <a:r>
              <a:rPr b="1" i="0" lang="it-IT" sz="1100" u="none" cap="none" strike="noStrike">
                <a:solidFill>
                  <a:schemeClr val="hlink"/>
                </a:solidFill>
                <a:uFill>
                  <a:noFill/>
                </a:uFill>
                <a:latin typeface="Overpass"/>
                <a:ea typeface="Overpass"/>
                <a:cs typeface="Overpass"/>
                <a:sym typeface="Overpass"/>
                <a:hlinkClick r:id="rId4"/>
              </a:rPr>
              <a:t>Freepik</a:t>
            </a:r>
            <a:endParaRPr b="1" i="0" sz="1100" u="none" cap="none" strike="noStrike">
              <a:solidFill>
                <a:schemeClr val="accent4"/>
              </a:solidFill>
              <a:latin typeface="Overpass"/>
              <a:ea typeface="Overpass"/>
              <a:cs typeface="Overpass"/>
              <a:sym typeface="Overpass"/>
            </a:endParaRPr>
          </a:p>
        </p:txBody>
      </p:sp>
      <p:grpSp>
        <p:nvGrpSpPr>
          <p:cNvPr id="973" name="Google Shape;973;p32"/>
          <p:cNvGrpSpPr/>
          <p:nvPr/>
        </p:nvGrpSpPr>
        <p:grpSpPr>
          <a:xfrm>
            <a:off x="-198425" y="-124600"/>
            <a:ext cx="9393725" cy="5424592"/>
            <a:chOff x="-198425" y="-124600"/>
            <a:chExt cx="9393725" cy="5424592"/>
          </a:xfrm>
        </p:grpSpPr>
        <p:cxnSp>
          <p:nvCxnSpPr>
            <p:cNvPr id="974" name="Google Shape;974;p32"/>
            <p:cNvCxnSpPr/>
            <p:nvPr/>
          </p:nvCxnSpPr>
          <p:spPr>
            <a:xfrm>
              <a:off x="3506700" y="-28150"/>
              <a:ext cx="5688600" cy="327600"/>
            </a:xfrm>
            <a:prstGeom prst="straightConnector1">
              <a:avLst/>
            </a:prstGeom>
            <a:noFill/>
            <a:ln cap="rnd" cmpd="sng" w="9525">
              <a:solidFill>
                <a:schemeClr val="accent4"/>
              </a:solidFill>
              <a:prstDash val="solid"/>
              <a:round/>
              <a:headEnd len="sm" w="sm" type="none"/>
              <a:tailEnd len="sm" w="sm" type="none"/>
            </a:ln>
          </p:spPr>
        </p:cxnSp>
        <p:cxnSp>
          <p:nvCxnSpPr>
            <p:cNvPr id="975" name="Google Shape;975;p32"/>
            <p:cNvCxnSpPr/>
            <p:nvPr/>
          </p:nvCxnSpPr>
          <p:spPr>
            <a:xfrm>
              <a:off x="8609300" y="-124600"/>
              <a:ext cx="526800" cy="2563800"/>
            </a:xfrm>
            <a:prstGeom prst="straightConnector1">
              <a:avLst/>
            </a:prstGeom>
            <a:noFill/>
            <a:ln cap="rnd" cmpd="sng" w="9525">
              <a:solidFill>
                <a:schemeClr val="accent4"/>
              </a:solidFill>
              <a:prstDash val="solid"/>
              <a:round/>
              <a:headEnd len="sm" w="sm" type="none"/>
              <a:tailEnd len="sm" w="sm" type="none"/>
            </a:ln>
          </p:spPr>
        </p:cxnSp>
        <p:cxnSp>
          <p:nvCxnSpPr>
            <p:cNvPr id="976" name="Google Shape;976;p32"/>
            <p:cNvCxnSpPr/>
            <p:nvPr/>
          </p:nvCxnSpPr>
          <p:spPr>
            <a:xfrm flipH="1" rot="10800000">
              <a:off x="2703925" y="4662700"/>
              <a:ext cx="957600" cy="552600"/>
            </a:xfrm>
            <a:prstGeom prst="straightConnector1">
              <a:avLst/>
            </a:prstGeom>
            <a:noFill/>
            <a:ln cap="rnd" cmpd="sng" w="9525">
              <a:solidFill>
                <a:schemeClr val="accent4"/>
              </a:solidFill>
              <a:prstDash val="solid"/>
              <a:round/>
              <a:headEnd len="sm" w="sm" type="none"/>
              <a:tailEnd len="sm" w="sm" type="none"/>
            </a:ln>
          </p:spPr>
        </p:cxnSp>
        <p:cxnSp>
          <p:nvCxnSpPr>
            <p:cNvPr id="977" name="Google Shape;977;p32"/>
            <p:cNvCxnSpPr/>
            <p:nvPr/>
          </p:nvCxnSpPr>
          <p:spPr>
            <a:xfrm>
              <a:off x="3173025" y="4643400"/>
              <a:ext cx="2210400" cy="546300"/>
            </a:xfrm>
            <a:prstGeom prst="straightConnector1">
              <a:avLst/>
            </a:prstGeom>
            <a:noFill/>
            <a:ln cap="rnd" cmpd="sng" w="9525">
              <a:solidFill>
                <a:schemeClr val="accent4"/>
              </a:solidFill>
              <a:prstDash val="solid"/>
              <a:round/>
              <a:headEnd len="sm" w="sm" type="none"/>
              <a:tailEnd len="sm" w="sm" type="none"/>
            </a:ln>
          </p:spPr>
        </p:cxnSp>
        <p:cxnSp>
          <p:nvCxnSpPr>
            <p:cNvPr id="978" name="Google Shape;978;p32"/>
            <p:cNvCxnSpPr/>
            <p:nvPr/>
          </p:nvCxnSpPr>
          <p:spPr>
            <a:xfrm flipH="1" rot="10800000">
              <a:off x="4141900" y="4849025"/>
              <a:ext cx="5044200" cy="122100"/>
            </a:xfrm>
            <a:prstGeom prst="straightConnector1">
              <a:avLst/>
            </a:prstGeom>
            <a:noFill/>
            <a:ln cap="rnd" cmpd="sng" w="9525">
              <a:solidFill>
                <a:schemeClr val="accent4"/>
              </a:solidFill>
              <a:prstDash val="solid"/>
              <a:round/>
              <a:headEnd len="sm" w="sm" type="none"/>
              <a:tailEnd len="sm" w="sm" type="none"/>
            </a:ln>
          </p:spPr>
        </p:cxnSp>
        <p:cxnSp>
          <p:nvCxnSpPr>
            <p:cNvPr id="979" name="Google Shape;979;p32"/>
            <p:cNvCxnSpPr/>
            <p:nvPr/>
          </p:nvCxnSpPr>
          <p:spPr>
            <a:xfrm>
              <a:off x="-198425" y="2876200"/>
              <a:ext cx="796800" cy="2339100"/>
            </a:xfrm>
            <a:prstGeom prst="straightConnector1">
              <a:avLst/>
            </a:prstGeom>
            <a:noFill/>
            <a:ln cap="rnd" cmpd="sng" w="9525">
              <a:solidFill>
                <a:schemeClr val="accent4"/>
              </a:solidFill>
              <a:prstDash val="solid"/>
              <a:round/>
              <a:headEnd len="sm" w="sm" type="none"/>
              <a:tailEnd len="sm" w="sm" type="none"/>
            </a:ln>
          </p:spPr>
        </p:cxnSp>
        <p:cxnSp>
          <p:nvCxnSpPr>
            <p:cNvPr id="980" name="Google Shape;980;p32"/>
            <p:cNvCxnSpPr/>
            <p:nvPr/>
          </p:nvCxnSpPr>
          <p:spPr>
            <a:xfrm flipH="1">
              <a:off x="-146900" y="3737350"/>
              <a:ext cx="526800" cy="809700"/>
            </a:xfrm>
            <a:prstGeom prst="straightConnector1">
              <a:avLst/>
            </a:prstGeom>
            <a:noFill/>
            <a:ln cap="rnd" cmpd="sng" w="9525">
              <a:solidFill>
                <a:schemeClr val="accent4"/>
              </a:solidFill>
              <a:prstDash val="solid"/>
              <a:round/>
              <a:headEnd len="sm" w="sm" type="none"/>
              <a:tailEnd len="sm" w="sm" type="none"/>
            </a:ln>
          </p:spPr>
        </p:cxnSp>
        <p:grpSp>
          <p:nvGrpSpPr>
            <p:cNvPr id="981" name="Google Shape;981;p32"/>
            <p:cNvGrpSpPr/>
            <p:nvPr/>
          </p:nvGrpSpPr>
          <p:grpSpPr>
            <a:xfrm>
              <a:off x="-165624" y="3659501"/>
              <a:ext cx="718341" cy="718341"/>
              <a:chOff x="-83525" y="4333650"/>
              <a:chExt cx="539700" cy="539700"/>
            </a:xfrm>
          </p:grpSpPr>
          <p:sp>
            <p:nvSpPr>
              <p:cNvPr id="982" name="Google Shape;982;p3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3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4" name="Google Shape;984;p32"/>
            <p:cNvGrpSpPr/>
            <p:nvPr/>
          </p:nvGrpSpPr>
          <p:grpSpPr>
            <a:xfrm>
              <a:off x="3322345" y="4509449"/>
              <a:ext cx="419725" cy="419725"/>
              <a:chOff x="-83525" y="4333650"/>
              <a:chExt cx="539700" cy="539700"/>
            </a:xfrm>
          </p:grpSpPr>
          <p:sp>
            <p:nvSpPr>
              <p:cNvPr id="985" name="Google Shape;985;p3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3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7" name="Google Shape;987;p32"/>
            <p:cNvGrpSpPr/>
            <p:nvPr/>
          </p:nvGrpSpPr>
          <p:grpSpPr>
            <a:xfrm>
              <a:off x="8475894" y="68867"/>
              <a:ext cx="419725" cy="419725"/>
              <a:chOff x="-83525" y="4333650"/>
              <a:chExt cx="539700" cy="539700"/>
            </a:xfrm>
          </p:grpSpPr>
          <p:sp>
            <p:nvSpPr>
              <p:cNvPr id="988" name="Google Shape;988;p3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3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90" name="Google Shape;990;p32"/>
            <p:cNvGrpSpPr/>
            <p:nvPr/>
          </p:nvGrpSpPr>
          <p:grpSpPr>
            <a:xfrm>
              <a:off x="4154182" y="4629037"/>
              <a:ext cx="670955" cy="670955"/>
              <a:chOff x="-83525" y="4333650"/>
              <a:chExt cx="539700" cy="539700"/>
            </a:xfrm>
          </p:grpSpPr>
          <p:sp>
            <p:nvSpPr>
              <p:cNvPr id="991" name="Google Shape;991;p3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3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93" name="Google Shape;993;p32"/>
          <p:cNvSpPr txBox="1"/>
          <p:nvPr>
            <p:ph type="ctrTitle"/>
          </p:nvPr>
        </p:nvSpPr>
        <p:spPr>
          <a:xfrm>
            <a:off x="3498300" y="705863"/>
            <a:ext cx="4070100" cy="1165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65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94" name="Google Shape;994;p32"/>
          <p:cNvSpPr txBox="1"/>
          <p:nvPr>
            <p:ph idx="1" type="subTitle"/>
          </p:nvPr>
        </p:nvSpPr>
        <p:spPr>
          <a:xfrm>
            <a:off x="3924975" y="1898032"/>
            <a:ext cx="3216600" cy="1227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995" name="Google Shape;995;p32"/>
          <p:cNvSpPr txBox="1"/>
          <p:nvPr>
            <p:ph idx="2" type="subTitle"/>
          </p:nvPr>
        </p:nvSpPr>
        <p:spPr>
          <a:xfrm rot="-962">
            <a:off x="3924975" y="4018388"/>
            <a:ext cx="3216600" cy="41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100"/>
              <a:buNone/>
              <a:defRPr/>
            </a:lvl1pPr>
            <a:lvl2pPr lvl="1" algn="ctr">
              <a:lnSpc>
                <a:spcPct val="100000"/>
              </a:lnSpc>
              <a:spcBef>
                <a:spcPts val="0"/>
              </a:spcBef>
              <a:spcAft>
                <a:spcPts val="0"/>
              </a:spcAft>
              <a:buClr>
                <a:schemeClr val="dk1"/>
              </a:buClr>
              <a:buSzPts val="1100"/>
              <a:buNone/>
              <a:defRPr sz="1100">
                <a:solidFill>
                  <a:schemeClr val="dk1"/>
                </a:solidFill>
              </a:defRPr>
            </a:lvl2pPr>
            <a:lvl3pPr lvl="2" algn="ctr">
              <a:lnSpc>
                <a:spcPct val="100000"/>
              </a:lnSpc>
              <a:spcBef>
                <a:spcPts val="0"/>
              </a:spcBef>
              <a:spcAft>
                <a:spcPts val="0"/>
              </a:spcAft>
              <a:buClr>
                <a:schemeClr val="dk1"/>
              </a:buClr>
              <a:buSzPts val="1100"/>
              <a:buNone/>
              <a:defRPr sz="1100">
                <a:solidFill>
                  <a:schemeClr val="dk1"/>
                </a:solidFill>
              </a:defRPr>
            </a:lvl3pPr>
            <a:lvl4pPr lvl="3" algn="ctr">
              <a:lnSpc>
                <a:spcPct val="100000"/>
              </a:lnSpc>
              <a:spcBef>
                <a:spcPts val="0"/>
              </a:spcBef>
              <a:spcAft>
                <a:spcPts val="0"/>
              </a:spcAft>
              <a:buClr>
                <a:schemeClr val="dk1"/>
              </a:buClr>
              <a:buSzPts val="1100"/>
              <a:buNone/>
              <a:defRPr sz="1100">
                <a:solidFill>
                  <a:schemeClr val="dk1"/>
                </a:solidFill>
              </a:defRPr>
            </a:lvl4pPr>
            <a:lvl5pPr lvl="4" algn="ctr">
              <a:lnSpc>
                <a:spcPct val="100000"/>
              </a:lnSpc>
              <a:spcBef>
                <a:spcPts val="0"/>
              </a:spcBef>
              <a:spcAft>
                <a:spcPts val="0"/>
              </a:spcAft>
              <a:buClr>
                <a:schemeClr val="dk1"/>
              </a:buClr>
              <a:buSzPts val="1100"/>
              <a:buNone/>
              <a:defRPr sz="1100">
                <a:solidFill>
                  <a:schemeClr val="dk1"/>
                </a:solidFill>
              </a:defRPr>
            </a:lvl5pPr>
            <a:lvl6pPr lvl="5" algn="ctr">
              <a:lnSpc>
                <a:spcPct val="100000"/>
              </a:lnSpc>
              <a:spcBef>
                <a:spcPts val="0"/>
              </a:spcBef>
              <a:spcAft>
                <a:spcPts val="0"/>
              </a:spcAft>
              <a:buClr>
                <a:schemeClr val="dk1"/>
              </a:buClr>
              <a:buSzPts val="1100"/>
              <a:buNone/>
              <a:defRPr sz="1100">
                <a:solidFill>
                  <a:schemeClr val="dk1"/>
                </a:solidFill>
              </a:defRPr>
            </a:lvl6pPr>
            <a:lvl7pPr lvl="6" algn="ctr">
              <a:lnSpc>
                <a:spcPct val="100000"/>
              </a:lnSpc>
              <a:spcBef>
                <a:spcPts val="0"/>
              </a:spcBef>
              <a:spcAft>
                <a:spcPts val="0"/>
              </a:spcAft>
              <a:buClr>
                <a:schemeClr val="dk1"/>
              </a:buClr>
              <a:buSzPts val="1100"/>
              <a:buNone/>
              <a:defRPr sz="1100">
                <a:solidFill>
                  <a:schemeClr val="dk1"/>
                </a:solidFill>
              </a:defRPr>
            </a:lvl7pPr>
            <a:lvl8pPr lvl="7" algn="ctr">
              <a:lnSpc>
                <a:spcPct val="100000"/>
              </a:lnSpc>
              <a:spcBef>
                <a:spcPts val="0"/>
              </a:spcBef>
              <a:spcAft>
                <a:spcPts val="0"/>
              </a:spcAft>
              <a:buClr>
                <a:schemeClr val="dk1"/>
              </a:buClr>
              <a:buSzPts val="1100"/>
              <a:buNone/>
              <a:defRPr sz="1100">
                <a:solidFill>
                  <a:schemeClr val="dk1"/>
                </a:solidFill>
              </a:defRPr>
            </a:lvl8pPr>
            <a:lvl9pPr lvl="8" algn="ctr">
              <a:lnSpc>
                <a:spcPct val="100000"/>
              </a:lnSpc>
              <a:spcBef>
                <a:spcPts val="0"/>
              </a:spcBef>
              <a:spcAft>
                <a:spcPts val="0"/>
              </a:spcAft>
              <a:buClr>
                <a:schemeClr val="dk1"/>
              </a:buClr>
              <a:buSzPts val="1100"/>
              <a:buNone/>
              <a:defRPr sz="1100">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996" name="Shape 996"/>
        <p:cNvGrpSpPr/>
        <p:nvPr/>
      </p:nvGrpSpPr>
      <p:grpSpPr>
        <a:xfrm>
          <a:off x="0" y="0"/>
          <a:ext cx="0" cy="0"/>
          <a:chOff x="0" y="0"/>
          <a:chExt cx="0" cy="0"/>
        </a:xfrm>
      </p:grpSpPr>
      <p:sp>
        <p:nvSpPr>
          <p:cNvPr id="997" name="Google Shape;997;p33"/>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2_1_1_2">
    <p:spTree>
      <p:nvGrpSpPr>
        <p:cNvPr id="998" name="Shape 998"/>
        <p:cNvGrpSpPr/>
        <p:nvPr/>
      </p:nvGrpSpPr>
      <p:grpSpPr>
        <a:xfrm>
          <a:off x="0" y="0"/>
          <a:ext cx="0" cy="0"/>
          <a:chOff x="0" y="0"/>
          <a:chExt cx="0" cy="0"/>
        </a:xfrm>
      </p:grpSpPr>
      <p:grpSp>
        <p:nvGrpSpPr>
          <p:cNvPr id="999" name="Google Shape;999;p34"/>
          <p:cNvGrpSpPr/>
          <p:nvPr/>
        </p:nvGrpSpPr>
        <p:grpSpPr>
          <a:xfrm>
            <a:off x="0" y="0"/>
            <a:ext cx="9144000" cy="5143500"/>
            <a:chOff x="0" y="0"/>
            <a:chExt cx="9144000" cy="5143500"/>
          </a:xfrm>
        </p:grpSpPr>
        <p:sp>
          <p:nvSpPr>
            <p:cNvPr id="1000" name="Google Shape;1000;p34"/>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34"/>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02" name="Google Shape;1002;p34"/>
          <p:cNvGrpSpPr/>
          <p:nvPr/>
        </p:nvGrpSpPr>
        <p:grpSpPr>
          <a:xfrm>
            <a:off x="-211800" y="-216925"/>
            <a:ext cx="9518250" cy="5601275"/>
            <a:chOff x="-211800" y="-216925"/>
            <a:chExt cx="9518250" cy="5601275"/>
          </a:xfrm>
        </p:grpSpPr>
        <p:cxnSp>
          <p:nvCxnSpPr>
            <p:cNvPr id="1003" name="Google Shape;1003;p34"/>
            <p:cNvCxnSpPr/>
            <p:nvPr/>
          </p:nvCxnSpPr>
          <p:spPr>
            <a:xfrm>
              <a:off x="7116875" y="-52250"/>
              <a:ext cx="2033400" cy="1636200"/>
            </a:xfrm>
            <a:prstGeom prst="straightConnector1">
              <a:avLst/>
            </a:prstGeom>
            <a:noFill/>
            <a:ln cap="rnd" cmpd="sng" w="9525">
              <a:solidFill>
                <a:schemeClr val="accent4"/>
              </a:solidFill>
              <a:prstDash val="solid"/>
              <a:round/>
              <a:headEnd len="sm" w="sm" type="none"/>
              <a:tailEnd len="sm" w="sm" type="none"/>
            </a:ln>
          </p:spPr>
        </p:cxnSp>
        <p:grpSp>
          <p:nvGrpSpPr>
            <p:cNvPr id="1004" name="Google Shape;1004;p34"/>
            <p:cNvGrpSpPr/>
            <p:nvPr/>
          </p:nvGrpSpPr>
          <p:grpSpPr>
            <a:xfrm>
              <a:off x="263431" y="690168"/>
              <a:ext cx="334182" cy="334182"/>
              <a:chOff x="-83525" y="4333650"/>
              <a:chExt cx="539700" cy="539700"/>
            </a:xfrm>
          </p:grpSpPr>
          <p:sp>
            <p:nvSpPr>
              <p:cNvPr id="1005" name="Google Shape;1005;p3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3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007" name="Google Shape;1007;p34"/>
            <p:cNvCxnSpPr/>
            <p:nvPr/>
          </p:nvCxnSpPr>
          <p:spPr>
            <a:xfrm>
              <a:off x="7852875" y="-77200"/>
              <a:ext cx="1291200" cy="3935700"/>
            </a:xfrm>
            <a:prstGeom prst="straightConnector1">
              <a:avLst/>
            </a:prstGeom>
            <a:noFill/>
            <a:ln cap="rnd" cmpd="sng" w="9525">
              <a:solidFill>
                <a:schemeClr val="accent4"/>
              </a:solidFill>
              <a:prstDash val="solid"/>
              <a:round/>
              <a:headEnd len="sm" w="sm" type="none"/>
              <a:tailEnd len="sm" w="sm" type="none"/>
            </a:ln>
          </p:spPr>
        </p:cxnSp>
        <p:cxnSp>
          <p:nvCxnSpPr>
            <p:cNvPr id="1008" name="Google Shape;1008;p34"/>
            <p:cNvCxnSpPr/>
            <p:nvPr/>
          </p:nvCxnSpPr>
          <p:spPr>
            <a:xfrm flipH="1" rot="10800000">
              <a:off x="7921650" y="2826975"/>
              <a:ext cx="1384800" cy="2445000"/>
            </a:xfrm>
            <a:prstGeom prst="straightConnector1">
              <a:avLst/>
            </a:prstGeom>
            <a:noFill/>
            <a:ln cap="rnd" cmpd="sng" w="9525">
              <a:solidFill>
                <a:schemeClr val="accent4"/>
              </a:solidFill>
              <a:prstDash val="solid"/>
              <a:round/>
              <a:headEnd len="sm" w="sm" type="none"/>
              <a:tailEnd len="sm" w="sm" type="none"/>
            </a:ln>
          </p:spPr>
        </p:cxnSp>
        <p:cxnSp>
          <p:nvCxnSpPr>
            <p:cNvPr id="1009" name="Google Shape;1009;p34"/>
            <p:cNvCxnSpPr/>
            <p:nvPr/>
          </p:nvCxnSpPr>
          <p:spPr>
            <a:xfrm flipH="1">
              <a:off x="-211800" y="-216925"/>
              <a:ext cx="1634100" cy="3667500"/>
            </a:xfrm>
            <a:prstGeom prst="straightConnector1">
              <a:avLst/>
            </a:prstGeom>
            <a:noFill/>
            <a:ln cap="rnd" cmpd="sng" w="9525">
              <a:solidFill>
                <a:schemeClr val="accent4"/>
              </a:solidFill>
              <a:prstDash val="solid"/>
              <a:round/>
              <a:headEnd len="sm" w="sm" type="none"/>
              <a:tailEnd len="sm" w="sm" type="none"/>
            </a:ln>
          </p:spPr>
        </p:cxnSp>
        <p:cxnSp>
          <p:nvCxnSpPr>
            <p:cNvPr id="1010" name="Google Shape;1010;p34"/>
            <p:cNvCxnSpPr/>
            <p:nvPr/>
          </p:nvCxnSpPr>
          <p:spPr>
            <a:xfrm>
              <a:off x="-149525" y="1280050"/>
              <a:ext cx="1160100" cy="4104300"/>
            </a:xfrm>
            <a:prstGeom prst="straightConnector1">
              <a:avLst/>
            </a:prstGeom>
            <a:noFill/>
            <a:ln cap="rnd" cmpd="sng" w="9525">
              <a:solidFill>
                <a:schemeClr val="accent4"/>
              </a:solidFill>
              <a:prstDash val="solid"/>
              <a:round/>
              <a:headEnd len="sm" w="sm" type="none"/>
              <a:tailEnd len="sm" w="sm" type="none"/>
            </a:ln>
          </p:spPr>
        </p:cxnSp>
        <p:grpSp>
          <p:nvGrpSpPr>
            <p:cNvPr id="1011" name="Google Shape;1011;p34"/>
            <p:cNvGrpSpPr/>
            <p:nvPr/>
          </p:nvGrpSpPr>
          <p:grpSpPr>
            <a:xfrm>
              <a:off x="7774404" y="406675"/>
              <a:ext cx="718341" cy="718341"/>
              <a:chOff x="30975" y="3360397"/>
              <a:chExt cx="539700" cy="539700"/>
            </a:xfrm>
          </p:grpSpPr>
          <p:sp>
            <p:nvSpPr>
              <p:cNvPr id="1012" name="Google Shape;1012;p34"/>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34"/>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4" name="Google Shape;1014;p34"/>
            <p:cNvGrpSpPr/>
            <p:nvPr/>
          </p:nvGrpSpPr>
          <p:grpSpPr>
            <a:xfrm>
              <a:off x="360829" y="3949925"/>
              <a:ext cx="718341" cy="718341"/>
              <a:chOff x="30975" y="3360397"/>
              <a:chExt cx="539700" cy="539700"/>
            </a:xfrm>
          </p:grpSpPr>
          <p:sp>
            <p:nvSpPr>
              <p:cNvPr id="1015" name="Google Shape;1015;p34"/>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34"/>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7" name="Google Shape;1017;p34"/>
            <p:cNvGrpSpPr/>
            <p:nvPr/>
          </p:nvGrpSpPr>
          <p:grpSpPr>
            <a:xfrm>
              <a:off x="837256" y="1663218"/>
              <a:ext cx="334182" cy="334182"/>
              <a:chOff x="-83525" y="4333650"/>
              <a:chExt cx="539700" cy="539700"/>
            </a:xfrm>
          </p:grpSpPr>
          <p:sp>
            <p:nvSpPr>
              <p:cNvPr id="1018" name="Google Shape;1018;p3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3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0" name="Google Shape;1020;p34"/>
            <p:cNvGrpSpPr/>
            <p:nvPr/>
          </p:nvGrpSpPr>
          <p:grpSpPr>
            <a:xfrm>
              <a:off x="8158556" y="3680318"/>
              <a:ext cx="334182" cy="334182"/>
              <a:chOff x="-83525" y="4333650"/>
              <a:chExt cx="539700" cy="539700"/>
            </a:xfrm>
          </p:grpSpPr>
          <p:sp>
            <p:nvSpPr>
              <p:cNvPr id="1021" name="Google Shape;1021;p3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3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3" name="Google Shape;1023;p34"/>
            <p:cNvGrpSpPr/>
            <p:nvPr/>
          </p:nvGrpSpPr>
          <p:grpSpPr>
            <a:xfrm>
              <a:off x="7721931" y="2571743"/>
              <a:ext cx="334182" cy="334182"/>
              <a:chOff x="-83525" y="4333650"/>
              <a:chExt cx="539700" cy="539700"/>
            </a:xfrm>
          </p:grpSpPr>
          <p:sp>
            <p:nvSpPr>
              <p:cNvPr id="1024" name="Google Shape;1024;p3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3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2_1_1_1_1">
    <p:spTree>
      <p:nvGrpSpPr>
        <p:cNvPr id="1026" name="Shape 1026"/>
        <p:cNvGrpSpPr/>
        <p:nvPr/>
      </p:nvGrpSpPr>
      <p:grpSpPr>
        <a:xfrm>
          <a:off x="0" y="0"/>
          <a:ext cx="0" cy="0"/>
          <a:chOff x="0" y="0"/>
          <a:chExt cx="0" cy="0"/>
        </a:xfrm>
      </p:grpSpPr>
      <p:grpSp>
        <p:nvGrpSpPr>
          <p:cNvPr id="1027" name="Google Shape;1027;p35"/>
          <p:cNvGrpSpPr/>
          <p:nvPr/>
        </p:nvGrpSpPr>
        <p:grpSpPr>
          <a:xfrm flipH="1" rot="10800000">
            <a:off x="0" y="0"/>
            <a:ext cx="9144000" cy="5143500"/>
            <a:chOff x="0" y="0"/>
            <a:chExt cx="9144000" cy="5143500"/>
          </a:xfrm>
        </p:grpSpPr>
        <p:sp>
          <p:nvSpPr>
            <p:cNvPr id="1028" name="Google Shape;1028;p35"/>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35"/>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30" name="Google Shape;1030;p35"/>
          <p:cNvGrpSpPr/>
          <p:nvPr/>
        </p:nvGrpSpPr>
        <p:grpSpPr>
          <a:xfrm>
            <a:off x="-162000" y="-104750"/>
            <a:ext cx="9456100" cy="5526550"/>
            <a:chOff x="-162000" y="-104750"/>
            <a:chExt cx="9456100" cy="5526550"/>
          </a:xfrm>
        </p:grpSpPr>
        <p:cxnSp>
          <p:nvCxnSpPr>
            <p:cNvPr id="1031" name="Google Shape;1031;p35"/>
            <p:cNvCxnSpPr/>
            <p:nvPr/>
          </p:nvCxnSpPr>
          <p:spPr>
            <a:xfrm flipH="1">
              <a:off x="8046450" y="-53850"/>
              <a:ext cx="684900" cy="5275800"/>
            </a:xfrm>
            <a:prstGeom prst="straightConnector1">
              <a:avLst/>
            </a:prstGeom>
            <a:noFill/>
            <a:ln cap="rnd" cmpd="sng" w="9525">
              <a:solidFill>
                <a:schemeClr val="accent4"/>
              </a:solidFill>
              <a:prstDash val="solid"/>
              <a:round/>
              <a:headEnd len="sm" w="sm" type="none"/>
              <a:tailEnd len="sm" w="sm" type="none"/>
            </a:ln>
          </p:spPr>
        </p:cxnSp>
        <p:grpSp>
          <p:nvGrpSpPr>
            <p:cNvPr id="1032" name="Google Shape;1032;p35"/>
            <p:cNvGrpSpPr/>
            <p:nvPr/>
          </p:nvGrpSpPr>
          <p:grpSpPr>
            <a:xfrm>
              <a:off x="786069" y="205830"/>
              <a:ext cx="334182" cy="334182"/>
              <a:chOff x="-83525" y="4333650"/>
              <a:chExt cx="539700" cy="539700"/>
            </a:xfrm>
          </p:grpSpPr>
          <p:sp>
            <p:nvSpPr>
              <p:cNvPr id="1033" name="Google Shape;1033;p3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3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035" name="Google Shape;1035;p35"/>
            <p:cNvCxnSpPr/>
            <p:nvPr/>
          </p:nvCxnSpPr>
          <p:spPr>
            <a:xfrm flipH="1" rot="10800000">
              <a:off x="4341400" y="4174325"/>
              <a:ext cx="4952700" cy="1122600"/>
            </a:xfrm>
            <a:prstGeom prst="straightConnector1">
              <a:avLst/>
            </a:prstGeom>
            <a:noFill/>
            <a:ln cap="rnd" cmpd="sng" w="9525">
              <a:solidFill>
                <a:schemeClr val="accent4"/>
              </a:solidFill>
              <a:prstDash val="solid"/>
              <a:round/>
              <a:headEnd len="sm" w="sm" type="none"/>
              <a:tailEnd len="sm" w="sm" type="none"/>
            </a:ln>
          </p:spPr>
        </p:cxnSp>
        <p:cxnSp>
          <p:nvCxnSpPr>
            <p:cNvPr id="1036" name="Google Shape;1036;p35"/>
            <p:cNvCxnSpPr/>
            <p:nvPr/>
          </p:nvCxnSpPr>
          <p:spPr>
            <a:xfrm>
              <a:off x="-162000" y="3226100"/>
              <a:ext cx="1122600" cy="2195700"/>
            </a:xfrm>
            <a:prstGeom prst="straightConnector1">
              <a:avLst/>
            </a:prstGeom>
            <a:noFill/>
            <a:ln cap="rnd" cmpd="sng" w="9525">
              <a:solidFill>
                <a:schemeClr val="accent4"/>
              </a:solidFill>
              <a:prstDash val="solid"/>
              <a:round/>
              <a:headEnd len="sm" w="sm" type="none"/>
              <a:tailEnd len="sm" w="sm" type="none"/>
            </a:ln>
          </p:spPr>
        </p:cxnSp>
        <p:cxnSp>
          <p:nvCxnSpPr>
            <p:cNvPr id="1037" name="Google Shape;1037;p35"/>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1038" name="Google Shape;1038;p35"/>
            <p:cNvCxnSpPr/>
            <p:nvPr/>
          </p:nvCxnSpPr>
          <p:spPr>
            <a:xfrm flipH="1" rot="10800000">
              <a:off x="-124575" y="-104750"/>
              <a:ext cx="3729900" cy="1235100"/>
            </a:xfrm>
            <a:prstGeom prst="straightConnector1">
              <a:avLst/>
            </a:prstGeom>
            <a:noFill/>
            <a:ln cap="rnd" cmpd="sng" w="9525">
              <a:solidFill>
                <a:schemeClr val="accent4"/>
              </a:solidFill>
              <a:prstDash val="solid"/>
              <a:round/>
              <a:headEnd len="sm" w="sm" type="none"/>
              <a:tailEnd len="sm" w="sm" type="none"/>
            </a:ln>
          </p:spPr>
        </p:cxnSp>
        <p:cxnSp>
          <p:nvCxnSpPr>
            <p:cNvPr id="1039" name="Google Shape;1039;p35"/>
            <p:cNvCxnSpPr/>
            <p:nvPr/>
          </p:nvCxnSpPr>
          <p:spPr>
            <a:xfrm>
              <a:off x="8171150" y="-29800"/>
              <a:ext cx="1072800" cy="3742500"/>
            </a:xfrm>
            <a:prstGeom prst="straightConnector1">
              <a:avLst/>
            </a:prstGeom>
            <a:noFill/>
            <a:ln cap="rnd" cmpd="sng" w="9525">
              <a:solidFill>
                <a:schemeClr val="accent4"/>
              </a:solidFill>
              <a:prstDash val="solid"/>
              <a:round/>
              <a:headEnd len="sm" w="sm" type="none"/>
              <a:tailEnd len="sm" w="sm" type="none"/>
            </a:ln>
          </p:spPr>
        </p:cxnSp>
        <p:grpSp>
          <p:nvGrpSpPr>
            <p:cNvPr id="1040" name="Google Shape;1040;p35"/>
            <p:cNvGrpSpPr/>
            <p:nvPr/>
          </p:nvGrpSpPr>
          <p:grpSpPr>
            <a:xfrm>
              <a:off x="7800479" y="4080050"/>
              <a:ext cx="718341" cy="718341"/>
              <a:chOff x="30975" y="3360397"/>
              <a:chExt cx="539700" cy="539700"/>
            </a:xfrm>
          </p:grpSpPr>
          <p:sp>
            <p:nvSpPr>
              <p:cNvPr id="1041" name="Google Shape;1041;p3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3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3" name="Google Shape;1043;p35"/>
            <p:cNvGrpSpPr/>
            <p:nvPr/>
          </p:nvGrpSpPr>
          <p:grpSpPr>
            <a:xfrm>
              <a:off x="242254" y="540000"/>
              <a:ext cx="718341" cy="718341"/>
              <a:chOff x="30975" y="3360397"/>
              <a:chExt cx="539700" cy="539700"/>
            </a:xfrm>
          </p:grpSpPr>
          <p:sp>
            <p:nvSpPr>
              <p:cNvPr id="1044" name="Google Shape;1044;p3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3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6" name="Google Shape;1046;p35"/>
            <p:cNvGrpSpPr/>
            <p:nvPr/>
          </p:nvGrpSpPr>
          <p:grpSpPr>
            <a:xfrm>
              <a:off x="434331" y="3745880"/>
              <a:ext cx="334182" cy="334182"/>
              <a:chOff x="-83525" y="4333650"/>
              <a:chExt cx="539700" cy="539700"/>
            </a:xfrm>
          </p:grpSpPr>
          <p:sp>
            <p:nvSpPr>
              <p:cNvPr id="1047" name="Google Shape;1047;p3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3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9" name="Google Shape;1049;p35"/>
            <p:cNvGrpSpPr/>
            <p:nvPr/>
          </p:nvGrpSpPr>
          <p:grpSpPr>
            <a:xfrm>
              <a:off x="100131" y="4568543"/>
              <a:ext cx="334182" cy="334182"/>
              <a:chOff x="-83525" y="4333650"/>
              <a:chExt cx="539700" cy="539700"/>
            </a:xfrm>
          </p:grpSpPr>
          <p:sp>
            <p:nvSpPr>
              <p:cNvPr id="1050" name="Google Shape;1050;p3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3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2" name="Google Shape;1052;p35"/>
            <p:cNvGrpSpPr/>
            <p:nvPr/>
          </p:nvGrpSpPr>
          <p:grpSpPr>
            <a:xfrm>
              <a:off x="7992556" y="924168"/>
              <a:ext cx="334182" cy="334182"/>
              <a:chOff x="-83525" y="4333650"/>
              <a:chExt cx="539700" cy="539700"/>
            </a:xfrm>
          </p:grpSpPr>
          <p:sp>
            <p:nvSpPr>
              <p:cNvPr id="1053" name="Google Shape;1053;p3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3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5" name="Google Shape;1055;p35"/>
            <p:cNvGrpSpPr/>
            <p:nvPr/>
          </p:nvGrpSpPr>
          <p:grpSpPr>
            <a:xfrm>
              <a:off x="8809806" y="1398218"/>
              <a:ext cx="334182" cy="334182"/>
              <a:chOff x="-83525" y="4333650"/>
              <a:chExt cx="539700" cy="539700"/>
            </a:xfrm>
          </p:grpSpPr>
          <p:sp>
            <p:nvSpPr>
              <p:cNvPr id="1056" name="Google Shape;1056;p3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3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LANK_1_1_1_1_2">
    <p:spTree>
      <p:nvGrpSpPr>
        <p:cNvPr id="1058" name="Shape 1058"/>
        <p:cNvGrpSpPr/>
        <p:nvPr/>
      </p:nvGrpSpPr>
      <p:grpSpPr>
        <a:xfrm>
          <a:off x="0" y="0"/>
          <a:ext cx="0" cy="0"/>
          <a:chOff x="0" y="0"/>
          <a:chExt cx="0" cy="0"/>
        </a:xfrm>
      </p:grpSpPr>
      <p:sp>
        <p:nvSpPr>
          <p:cNvPr id="1059" name="Google Shape;1059;p36"/>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60" name="Google Shape;1060;p36"/>
          <p:cNvGrpSpPr/>
          <p:nvPr/>
        </p:nvGrpSpPr>
        <p:grpSpPr>
          <a:xfrm>
            <a:off x="-12825" y="-83450"/>
            <a:ext cx="9219397" cy="5308025"/>
            <a:chOff x="-12825" y="-83450"/>
            <a:chExt cx="9219397" cy="5308025"/>
          </a:xfrm>
        </p:grpSpPr>
        <p:cxnSp>
          <p:nvCxnSpPr>
            <p:cNvPr id="1061" name="Google Shape;1061;p36"/>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1062" name="Google Shape;1062;p36"/>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1063" name="Google Shape;1063;p36"/>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1064" name="Google Shape;1064;p36"/>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1065" name="Google Shape;1065;p36"/>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1066" name="Google Shape;1066;p36"/>
            <p:cNvGrpSpPr/>
            <p:nvPr/>
          </p:nvGrpSpPr>
          <p:grpSpPr>
            <a:xfrm>
              <a:off x="64804" y="834125"/>
              <a:ext cx="718341" cy="718341"/>
              <a:chOff x="-83525" y="4333650"/>
              <a:chExt cx="539700" cy="539700"/>
            </a:xfrm>
          </p:grpSpPr>
          <p:sp>
            <p:nvSpPr>
              <p:cNvPr id="1067" name="Google Shape;1067;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69" name="Google Shape;1069;p36"/>
            <p:cNvGrpSpPr/>
            <p:nvPr/>
          </p:nvGrpSpPr>
          <p:grpSpPr>
            <a:xfrm>
              <a:off x="8064829" y="180825"/>
              <a:ext cx="718341" cy="718341"/>
              <a:chOff x="-83525" y="4333650"/>
              <a:chExt cx="539700" cy="539700"/>
            </a:xfrm>
          </p:grpSpPr>
          <p:sp>
            <p:nvSpPr>
              <p:cNvPr id="1070" name="Google Shape;1070;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2" name="Google Shape;1072;p36"/>
            <p:cNvGrpSpPr/>
            <p:nvPr/>
          </p:nvGrpSpPr>
          <p:grpSpPr>
            <a:xfrm>
              <a:off x="108716" y="3627493"/>
              <a:ext cx="334182" cy="334182"/>
              <a:chOff x="-83525" y="4333650"/>
              <a:chExt cx="539700" cy="539700"/>
            </a:xfrm>
          </p:grpSpPr>
          <p:sp>
            <p:nvSpPr>
              <p:cNvPr id="1073" name="Google Shape;1073;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5" name="Google Shape;1075;p36"/>
            <p:cNvGrpSpPr/>
            <p:nvPr/>
          </p:nvGrpSpPr>
          <p:grpSpPr>
            <a:xfrm>
              <a:off x="8872390" y="3652442"/>
              <a:ext cx="334182" cy="334182"/>
              <a:chOff x="-83525" y="4333650"/>
              <a:chExt cx="539700" cy="539700"/>
            </a:xfrm>
          </p:grpSpPr>
          <p:sp>
            <p:nvSpPr>
              <p:cNvPr id="1076" name="Google Shape;1076;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8" name="Google Shape;1078;p36"/>
            <p:cNvGrpSpPr/>
            <p:nvPr/>
          </p:nvGrpSpPr>
          <p:grpSpPr>
            <a:xfrm>
              <a:off x="8538215" y="3184617"/>
              <a:ext cx="334182" cy="334182"/>
              <a:chOff x="-83525" y="4333650"/>
              <a:chExt cx="539700" cy="539700"/>
            </a:xfrm>
          </p:grpSpPr>
          <p:sp>
            <p:nvSpPr>
              <p:cNvPr id="1079" name="Google Shape;1079;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1" name="Google Shape;1081;p36"/>
            <p:cNvGrpSpPr/>
            <p:nvPr/>
          </p:nvGrpSpPr>
          <p:grpSpPr>
            <a:xfrm>
              <a:off x="8725315" y="1218292"/>
              <a:ext cx="334182" cy="334182"/>
              <a:chOff x="-83525" y="4333650"/>
              <a:chExt cx="539700" cy="539700"/>
            </a:xfrm>
          </p:grpSpPr>
          <p:sp>
            <p:nvSpPr>
              <p:cNvPr id="1082" name="Google Shape;1082;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4" name="Google Shape;1084;p36"/>
            <p:cNvGrpSpPr/>
            <p:nvPr/>
          </p:nvGrpSpPr>
          <p:grpSpPr>
            <a:xfrm>
              <a:off x="828790" y="126742"/>
              <a:ext cx="334182" cy="334182"/>
              <a:chOff x="-83525" y="4333650"/>
              <a:chExt cx="539700" cy="539700"/>
            </a:xfrm>
          </p:grpSpPr>
          <p:sp>
            <p:nvSpPr>
              <p:cNvPr id="1085" name="Google Shape;1085;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TITLE_AND_TWO_COLUMNS_1_1">
    <p:spTree>
      <p:nvGrpSpPr>
        <p:cNvPr id="1087" name="Shape 1087"/>
        <p:cNvGrpSpPr/>
        <p:nvPr/>
      </p:nvGrpSpPr>
      <p:grpSpPr>
        <a:xfrm>
          <a:off x="0" y="0"/>
          <a:ext cx="0" cy="0"/>
          <a:chOff x="0" y="0"/>
          <a:chExt cx="0" cy="0"/>
        </a:xfrm>
      </p:grpSpPr>
      <p:grpSp>
        <p:nvGrpSpPr>
          <p:cNvPr id="1088" name="Google Shape;1088;p37"/>
          <p:cNvGrpSpPr/>
          <p:nvPr/>
        </p:nvGrpSpPr>
        <p:grpSpPr>
          <a:xfrm>
            <a:off x="0" y="0"/>
            <a:ext cx="9144000" cy="5143500"/>
            <a:chOff x="0" y="0"/>
            <a:chExt cx="9144000" cy="5143500"/>
          </a:xfrm>
        </p:grpSpPr>
        <p:sp>
          <p:nvSpPr>
            <p:cNvPr id="1089" name="Google Shape;1089;p37"/>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37"/>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91" name="Google Shape;1091;p37"/>
          <p:cNvGrpSpPr/>
          <p:nvPr/>
        </p:nvGrpSpPr>
        <p:grpSpPr>
          <a:xfrm>
            <a:off x="-57340" y="-86000"/>
            <a:ext cx="9209740" cy="5293875"/>
            <a:chOff x="-57340" y="-86000"/>
            <a:chExt cx="9209740" cy="5293875"/>
          </a:xfrm>
        </p:grpSpPr>
        <p:cxnSp>
          <p:nvCxnSpPr>
            <p:cNvPr id="1092" name="Google Shape;1092;p37"/>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1093" name="Google Shape;1093;p37"/>
            <p:cNvCxnSpPr/>
            <p:nvPr/>
          </p:nvCxnSpPr>
          <p:spPr>
            <a:xfrm>
              <a:off x="2100" y="224950"/>
              <a:ext cx="9150300" cy="168300"/>
            </a:xfrm>
            <a:prstGeom prst="straightConnector1">
              <a:avLst/>
            </a:prstGeom>
            <a:noFill/>
            <a:ln cap="rnd" cmpd="sng" w="9525">
              <a:solidFill>
                <a:schemeClr val="accent4"/>
              </a:solidFill>
              <a:prstDash val="solid"/>
              <a:round/>
              <a:headEnd len="sm" w="sm" type="none"/>
              <a:tailEnd len="sm" w="sm" type="none"/>
            </a:ln>
          </p:spPr>
        </p:cxnSp>
        <p:cxnSp>
          <p:nvCxnSpPr>
            <p:cNvPr id="1094" name="Google Shape;1094;p37"/>
            <p:cNvCxnSpPr/>
            <p:nvPr/>
          </p:nvCxnSpPr>
          <p:spPr>
            <a:xfrm>
              <a:off x="7997725" y="-37700"/>
              <a:ext cx="1153800" cy="3187200"/>
            </a:xfrm>
            <a:prstGeom prst="straightConnector1">
              <a:avLst/>
            </a:prstGeom>
            <a:noFill/>
            <a:ln cap="rnd" cmpd="sng" w="9525">
              <a:solidFill>
                <a:schemeClr val="accent4"/>
              </a:solidFill>
              <a:prstDash val="solid"/>
              <a:round/>
              <a:headEnd len="sm" w="sm" type="none"/>
              <a:tailEnd len="sm" w="sm" type="none"/>
            </a:ln>
          </p:spPr>
        </p:cxnSp>
        <p:cxnSp>
          <p:nvCxnSpPr>
            <p:cNvPr id="1095" name="Google Shape;1095;p37"/>
            <p:cNvCxnSpPr/>
            <p:nvPr/>
          </p:nvCxnSpPr>
          <p:spPr>
            <a:xfrm>
              <a:off x="-11075" y="1777375"/>
              <a:ext cx="1284900" cy="3430500"/>
            </a:xfrm>
            <a:prstGeom prst="straightConnector1">
              <a:avLst/>
            </a:prstGeom>
            <a:noFill/>
            <a:ln cap="rnd" cmpd="sng" w="9525">
              <a:solidFill>
                <a:schemeClr val="accent4"/>
              </a:solidFill>
              <a:prstDash val="solid"/>
              <a:round/>
              <a:headEnd len="sm" w="sm" type="none"/>
              <a:tailEnd len="sm" w="sm" type="none"/>
            </a:ln>
          </p:spPr>
        </p:cxnSp>
        <p:cxnSp>
          <p:nvCxnSpPr>
            <p:cNvPr id="1096" name="Google Shape;1096;p37"/>
            <p:cNvCxnSpPr/>
            <p:nvPr/>
          </p:nvCxnSpPr>
          <p:spPr>
            <a:xfrm>
              <a:off x="-30475" y="4227975"/>
              <a:ext cx="3823500" cy="929400"/>
            </a:xfrm>
            <a:prstGeom prst="straightConnector1">
              <a:avLst/>
            </a:prstGeom>
            <a:noFill/>
            <a:ln cap="rnd" cmpd="sng" w="9525">
              <a:solidFill>
                <a:schemeClr val="accent4"/>
              </a:solidFill>
              <a:prstDash val="solid"/>
              <a:round/>
              <a:headEnd len="sm" w="sm" type="none"/>
              <a:tailEnd len="sm" w="sm" type="none"/>
            </a:ln>
          </p:spPr>
        </p:cxnSp>
        <p:grpSp>
          <p:nvGrpSpPr>
            <p:cNvPr id="1097" name="Google Shape;1097;p37"/>
            <p:cNvGrpSpPr/>
            <p:nvPr/>
          </p:nvGrpSpPr>
          <p:grpSpPr>
            <a:xfrm>
              <a:off x="525404" y="45408"/>
              <a:ext cx="389178" cy="389178"/>
              <a:chOff x="-83525" y="4333650"/>
              <a:chExt cx="539700" cy="539700"/>
            </a:xfrm>
          </p:grpSpPr>
          <p:sp>
            <p:nvSpPr>
              <p:cNvPr id="1098" name="Google Shape;1098;p3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3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0" name="Google Shape;1100;p37"/>
            <p:cNvGrpSpPr/>
            <p:nvPr/>
          </p:nvGrpSpPr>
          <p:grpSpPr>
            <a:xfrm>
              <a:off x="7894902" y="126998"/>
              <a:ext cx="482600" cy="482600"/>
              <a:chOff x="-83525" y="4333650"/>
              <a:chExt cx="539700" cy="539700"/>
            </a:xfrm>
          </p:grpSpPr>
          <p:sp>
            <p:nvSpPr>
              <p:cNvPr id="1101" name="Google Shape;1101;p3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3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3" name="Google Shape;1103;p37"/>
            <p:cNvGrpSpPr/>
            <p:nvPr/>
          </p:nvGrpSpPr>
          <p:grpSpPr>
            <a:xfrm>
              <a:off x="8668547" y="2101235"/>
              <a:ext cx="344976" cy="344976"/>
              <a:chOff x="-83525" y="4333650"/>
              <a:chExt cx="539700" cy="539700"/>
            </a:xfrm>
          </p:grpSpPr>
          <p:sp>
            <p:nvSpPr>
              <p:cNvPr id="1104" name="Google Shape;1104;p3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3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6" name="Google Shape;1106;p37"/>
            <p:cNvGrpSpPr/>
            <p:nvPr/>
          </p:nvGrpSpPr>
          <p:grpSpPr>
            <a:xfrm>
              <a:off x="758689" y="4234211"/>
              <a:ext cx="482600" cy="482600"/>
              <a:chOff x="-83525" y="4333650"/>
              <a:chExt cx="539700" cy="539700"/>
            </a:xfrm>
          </p:grpSpPr>
          <p:sp>
            <p:nvSpPr>
              <p:cNvPr id="1107" name="Google Shape;1107;p3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3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9" name="Google Shape;1109;p37"/>
            <p:cNvGrpSpPr/>
            <p:nvPr/>
          </p:nvGrpSpPr>
          <p:grpSpPr>
            <a:xfrm>
              <a:off x="-57340" y="1926598"/>
              <a:ext cx="344976" cy="344976"/>
              <a:chOff x="-83525" y="4333650"/>
              <a:chExt cx="539700" cy="539700"/>
            </a:xfrm>
          </p:grpSpPr>
          <p:sp>
            <p:nvSpPr>
              <p:cNvPr id="1110" name="Google Shape;1110;p3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3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TITLE_1">
    <p:spTree>
      <p:nvGrpSpPr>
        <p:cNvPr id="1112" name="Shape 1112"/>
        <p:cNvGrpSpPr/>
        <p:nvPr/>
      </p:nvGrpSpPr>
      <p:grpSpPr>
        <a:xfrm>
          <a:off x="0" y="0"/>
          <a:ext cx="0" cy="0"/>
          <a:chOff x="0" y="0"/>
          <a:chExt cx="0" cy="0"/>
        </a:xfrm>
      </p:grpSpPr>
      <p:sp>
        <p:nvSpPr>
          <p:cNvPr id="1113" name="Google Shape;1113;p38"/>
          <p:cNvSpPr/>
          <p:nvPr/>
        </p:nvSpPr>
        <p:spPr>
          <a:xfrm>
            <a:off x="1752600" y="1491853"/>
            <a:ext cx="6923100" cy="2862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1680"/>
              <a:buFont typeface="Noto Sans Symbols"/>
              <a:buNone/>
            </a:pPr>
            <a:r>
              <a:t/>
            </a:r>
            <a:endParaRPr b="0" i="0" sz="2400" u="none" cap="none" strike="noStrike">
              <a:solidFill>
                <a:schemeClr val="dk1"/>
              </a:solidFill>
              <a:latin typeface="Arial"/>
              <a:ea typeface="Arial"/>
              <a:cs typeface="Arial"/>
              <a:sym typeface="Arial"/>
            </a:endParaRPr>
          </a:p>
        </p:txBody>
      </p:sp>
      <p:sp>
        <p:nvSpPr>
          <p:cNvPr id="1114" name="Google Shape;1114;p38"/>
          <p:cNvSpPr/>
          <p:nvPr/>
        </p:nvSpPr>
        <p:spPr>
          <a:xfrm>
            <a:off x="2484438" y="303610"/>
            <a:ext cx="6624600" cy="1133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it-IT" sz="4000" u="none" cap="none" strike="noStrike">
                <a:solidFill>
                  <a:schemeClr val="dk2"/>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115" name="Google Shape;1115;p38"/>
          <p:cNvSpPr txBox="1"/>
          <p:nvPr/>
        </p:nvSpPr>
        <p:spPr>
          <a:xfrm>
            <a:off x="2339975" y="1600200"/>
            <a:ext cx="5976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6" name="Google Shape;1116;p38"/>
          <p:cNvSpPr txBox="1"/>
          <p:nvPr>
            <p:ph idx="10" type="dt"/>
          </p:nvPr>
        </p:nvSpPr>
        <p:spPr>
          <a:xfrm>
            <a:off x="457200" y="4683919"/>
            <a:ext cx="2133600" cy="3573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1117" name="Google Shape;1117;p38"/>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18" name="Google Shape;1118;p38"/>
          <p:cNvSpPr txBox="1"/>
          <p:nvPr>
            <p:ph idx="12" type="sldNum"/>
          </p:nvPr>
        </p:nvSpPr>
        <p:spPr>
          <a:xfrm>
            <a:off x="6553200" y="4683919"/>
            <a:ext cx="2133600" cy="3573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119" name="Shape 1119"/>
        <p:cNvGrpSpPr/>
        <p:nvPr/>
      </p:nvGrpSpPr>
      <p:grpSpPr>
        <a:xfrm>
          <a:off x="0" y="0"/>
          <a:ext cx="0" cy="0"/>
          <a:chOff x="0" y="0"/>
          <a:chExt cx="0" cy="0"/>
        </a:xfrm>
      </p:grpSpPr>
      <p:sp>
        <p:nvSpPr>
          <p:cNvPr id="1120" name="Google Shape;1120;p3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1121" name="Google Shape;1121;p39"/>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22" name="Google Shape;1122;p39"/>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23" name="Google Shape;1123;p39"/>
          <p:cNvSpPr txBox="1"/>
          <p:nvPr>
            <p:ph idx="12" type="sldNum"/>
          </p:nvPr>
        </p:nvSpPr>
        <p:spPr>
          <a:xfrm>
            <a:off x="0" y="4786313"/>
            <a:ext cx="2133600" cy="3573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it-IT"/>
              <a:t>página </a:t>
            </a:r>
            <a:fld id="{00000000-1234-1234-1234-123412341234}" type="slidenum">
              <a:rPr lang="it-IT"/>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124" name="Shape 1124"/>
        <p:cNvGrpSpPr/>
        <p:nvPr/>
      </p:nvGrpSpPr>
      <p:grpSpPr>
        <a:xfrm>
          <a:off x="0" y="0"/>
          <a:ext cx="0" cy="0"/>
          <a:chOff x="0" y="0"/>
          <a:chExt cx="0" cy="0"/>
        </a:xfrm>
      </p:grpSpPr>
      <p:sp>
        <p:nvSpPr>
          <p:cNvPr id="1125" name="Google Shape;1125;p40"/>
          <p:cNvSpPr txBox="1"/>
          <p:nvPr>
            <p:ph type="title"/>
          </p:nvPr>
        </p:nvSpPr>
        <p:spPr>
          <a:xfrm>
            <a:off x="406400" y="171450"/>
            <a:ext cx="77724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1126" name="Google Shape;1126;p40"/>
          <p:cNvSpPr txBox="1"/>
          <p:nvPr>
            <p:ph idx="1" type="body"/>
          </p:nvPr>
        </p:nvSpPr>
        <p:spPr>
          <a:xfrm>
            <a:off x="468313" y="1383506"/>
            <a:ext cx="4013100" cy="3129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27" name="Google Shape;1127;p40"/>
          <p:cNvSpPr txBox="1"/>
          <p:nvPr>
            <p:ph idx="2" type="body"/>
          </p:nvPr>
        </p:nvSpPr>
        <p:spPr>
          <a:xfrm>
            <a:off x="4633913" y="1383506"/>
            <a:ext cx="4013100" cy="3129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28" name="Google Shape;1128;p40"/>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29" name="Google Shape;1129;p40"/>
          <p:cNvSpPr txBox="1"/>
          <p:nvPr>
            <p:ph idx="12" type="sldNum"/>
          </p:nvPr>
        </p:nvSpPr>
        <p:spPr>
          <a:xfrm>
            <a:off x="6731000" y="4672013"/>
            <a:ext cx="1905000" cy="342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1">
  <p:cSld name="TITLE_2">
    <p:spTree>
      <p:nvGrpSpPr>
        <p:cNvPr id="1130" name="Shape 1130"/>
        <p:cNvGrpSpPr/>
        <p:nvPr/>
      </p:nvGrpSpPr>
      <p:grpSpPr>
        <a:xfrm>
          <a:off x="0" y="0"/>
          <a:ext cx="0" cy="0"/>
          <a:chOff x="0" y="0"/>
          <a:chExt cx="0" cy="0"/>
        </a:xfrm>
      </p:grpSpPr>
      <p:sp>
        <p:nvSpPr>
          <p:cNvPr id="1131" name="Google Shape;1131;p41"/>
          <p:cNvSpPr/>
          <p:nvPr/>
        </p:nvSpPr>
        <p:spPr>
          <a:xfrm>
            <a:off x="1752600" y="1491853"/>
            <a:ext cx="6923100" cy="2862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1680"/>
              <a:buFont typeface="Noto Sans Symbols"/>
              <a:buNone/>
            </a:pPr>
            <a:r>
              <a:t/>
            </a:r>
            <a:endParaRPr b="0" i="0" sz="2400" u="none" cap="none" strike="noStrike">
              <a:solidFill>
                <a:schemeClr val="dk1"/>
              </a:solidFill>
              <a:latin typeface="Arial"/>
              <a:ea typeface="Arial"/>
              <a:cs typeface="Arial"/>
              <a:sym typeface="Arial"/>
            </a:endParaRPr>
          </a:p>
        </p:txBody>
      </p:sp>
      <p:sp>
        <p:nvSpPr>
          <p:cNvPr id="1132" name="Google Shape;1132;p41"/>
          <p:cNvSpPr/>
          <p:nvPr/>
        </p:nvSpPr>
        <p:spPr>
          <a:xfrm>
            <a:off x="2484438" y="303610"/>
            <a:ext cx="6624600" cy="1133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it-IT" sz="4000" u="none" cap="none" strike="noStrike">
                <a:solidFill>
                  <a:schemeClr val="dk2"/>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133" name="Google Shape;1133;p41"/>
          <p:cNvSpPr txBox="1"/>
          <p:nvPr/>
        </p:nvSpPr>
        <p:spPr>
          <a:xfrm>
            <a:off x="2339975" y="1600200"/>
            <a:ext cx="5976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34" name="Google Shape;1134;p41"/>
          <p:cNvSpPr txBox="1"/>
          <p:nvPr>
            <p:ph idx="10" type="dt"/>
          </p:nvPr>
        </p:nvSpPr>
        <p:spPr>
          <a:xfrm>
            <a:off x="457200" y="4683919"/>
            <a:ext cx="2133600" cy="3573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1135" name="Google Shape;1135;p41"/>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36" name="Google Shape;1136;p41"/>
          <p:cNvSpPr txBox="1"/>
          <p:nvPr>
            <p:ph idx="12" type="sldNum"/>
          </p:nvPr>
        </p:nvSpPr>
        <p:spPr>
          <a:xfrm>
            <a:off x="6553200" y="4683919"/>
            <a:ext cx="2133600" cy="3573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40" name="Shape 1140"/>
        <p:cNvGrpSpPr/>
        <p:nvPr/>
      </p:nvGrpSpPr>
      <p:grpSpPr>
        <a:xfrm>
          <a:off x="0" y="0"/>
          <a:ext cx="0" cy="0"/>
          <a:chOff x="0" y="0"/>
          <a:chExt cx="0" cy="0"/>
        </a:xfrm>
      </p:grpSpPr>
      <p:grpSp>
        <p:nvGrpSpPr>
          <p:cNvPr id="1141" name="Google Shape;1141;p43"/>
          <p:cNvGrpSpPr/>
          <p:nvPr/>
        </p:nvGrpSpPr>
        <p:grpSpPr>
          <a:xfrm>
            <a:off x="0" y="0"/>
            <a:ext cx="9144000" cy="5143500"/>
            <a:chOff x="0" y="0"/>
            <a:chExt cx="9144000" cy="5143500"/>
          </a:xfrm>
        </p:grpSpPr>
        <p:sp>
          <p:nvSpPr>
            <p:cNvPr id="1142" name="Google Shape;1142;p43"/>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43"/>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4" name="Google Shape;1144;p43"/>
          <p:cNvGrpSpPr/>
          <p:nvPr/>
        </p:nvGrpSpPr>
        <p:grpSpPr>
          <a:xfrm>
            <a:off x="-83525" y="-233775"/>
            <a:ext cx="9339050" cy="5417100"/>
            <a:chOff x="-83525" y="-233775"/>
            <a:chExt cx="9339050" cy="5417100"/>
          </a:xfrm>
        </p:grpSpPr>
        <p:cxnSp>
          <p:nvCxnSpPr>
            <p:cNvPr id="1145" name="Google Shape;1145;p43"/>
            <p:cNvCxnSpPr/>
            <p:nvPr/>
          </p:nvCxnSpPr>
          <p:spPr>
            <a:xfrm flipH="1" rot="10800000">
              <a:off x="-83525" y="4026525"/>
              <a:ext cx="4902900" cy="610500"/>
            </a:xfrm>
            <a:prstGeom prst="straightConnector1">
              <a:avLst/>
            </a:prstGeom>
            <a:noFill/>
            <a:ln cap="rnd" cmpd="sng" w="9525">
              <a:solidFill>
                <a:schemeClr val="accent4"/>
              </a:solidFill>
              <a:prstDash val="solid"/>
              <a:round/>
              <a:headEnd len="sm" w="sm" type="none"/>
              <a:tailEnd len="sm" w="sm" type="none"/>
            </a:ln>
          </p:spPr>
        </p:cxnSp>
        <p:cxnSp>
          <p:nvCxnSpPr>
            <p:cNvPr id="1146" name="Google Shape;1146;p43"/>
            <p:cNvCxnSpPr/>
            <p:nvPr/>
          </p:nvCxnSpPr>
          <p:spPr>
            <a:xfrm>
              <a:off x="3297225" y="4026550"/>
              <a:ext cx="1927800" cy="1105200"/>
            </a:xfrm>
            <a:prstGeom prst="straightConnector1">
              <a:avLst/>
            </a:prstGeom>
            <a:noFill/>
            <a:ln cap="rnd" cmpd="sng" w="9525">
              <a:solidFill>
                <a:schemeClr val="accent4"/>
              </a:solidFill>
              <a:prstDash val="solid"/>
              <a:round/>
              <a:headEnd len="sm" w="sm" type="none"/>
              <a:tailEnd len="sm" w="sm" type="none"/>
            </a:ln>
          </p:spPr>
        </p:cxnSp>
        <p:cxnSp>
          <p:nvCxnSpPr>
            <p:cNvPr id="1147" name="Google Shape;1147;p43"/>
            <p:cNvCxnSpPr/>
            <p:nvPr/>
          </p:nvCxnSpPr>
          <p:spPr>
            <a:xfrm>
              <a:off x="6053925" y="3975"/>
              <a:ext cx="2345400" cy="1240200"/>
            </a:xfrm>
            <a:prstGeom prst="straightConnector1">
              <a:avLst/>
            </a:prstGeom>
            <a:noFill/>
            <a:ln cap="rnd" cmpd="sng" w="9525">
              <a:solidFill>
                <a:schemeClr val="accent4"/>
              </a:solidFill>
              <a:prstDash val="solid"/>
              <a:round/>
              <a:headEnd len="sm" w="sm" type="none"/>
              <a:tailEnd len="sm" w="sm" type="none"/>
            </a:ln>
          </p:spPr>
        </p:cxnSp>
        <p:cxnSp>
          <p:nvCxnSpPr>
            <p:cNvPr id="1148" name="Google Shape;1148;p43"/>
            <p:cNvCxnSpPr/>
            <p:nvPr/>
          </p:nvCxnSpPr>
          <p:spPr>
            <a:xfrm>
              <a:off x="4338225" y="-28150"/>
              <a:ext cx="4917300" cy="931800"/>
            </a:xfrm>
            <a:prstGeom prst="straightConnector1">
              <a:avLst/>
            </a:prstGeom>
            <a:noFill/>
            <a:ln cap="rnd" cmpd="sng" w="9525">
              <a:solidFill>
                <a:schemeClr val="accent4"/>
              </a:solidFill>
              <a:prstDash val="solid"/>
              <a:round/>
              <a:headEnd len="sm" w="sm" type="none"/>
              <a:tailEnd len="sm" w="sm" type="none"/>
            </a:ln>
          </p:spPr>
        </p:cxnSp>
        <p:cxnSp>
          <p:nvCxnSpPr>
            <p:cNvPr id="1149" name="Google Shape;1149;p43"/>
            <p:cNvCxnSpPr/>
            <p:nvPr/>
          </p:nvCxnSpPr>
          <p:spPr>
            <a:xfrm flipH="1">
              <a:off x="173650" y="-233775"/>
              <a:ext cx="173400" cy="5417100"/>
            </a:xfrm>
            <a:prstGeom prst="straightConnector1">
              <a:avLst/>
            </a:prstGeom>
            <a:noFill/>
            <a:ln cap="rnd" cmpd="sng" w="9525">
              <a:solidFill>
                <a:schemeClr val="accent4"/>
              </a:solidFill>
              <a:prstDash val="solid"/>
              <a:round/>
              <a:headEnd len="sm" w="sm" type="none"/>
              <a:tailEnd len="sm" w="sm" type="none"/>
            </a:ln>
          </p:spPr>
        </p:cxnSp>
        <p:grpSp>
          <p:nvGrpSpPr>
            <p:cNvPr id="1150" name="Google Shape;1150;p43"/>
            <p:cNvGrpSpPr/>
            <p:nvPr/>
          </p:nvGrpSpPr>
          <p:grpSpPr>
            <a:xfrm>
              <a:off x="-83525" y="4333650"/>
              <a:ext cx="539700" cy="539700"/>
              <a:chOff x="-83525" y="4333650"/>
              <a:chExt cx="539700" cy="539700"/>
            </a:xfrm>
          </p:grpSpPr>
          <p:sp>
            <p:nvSpPr>
              <p:cNvPr id="1151" name="Google Shape;1151;p4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4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3" name="Google Shape;1153;p43"/>
            <p:cNvGrpSpPr/>
            <p:nvPr/>
          </p:nvGrpSpPr>
          <p:grpSpPr>
            <a:xfrm>
              <a:off x="3297225" y="3935250"/>
              <a:ext cx="539700" cy="539700"/>
              <a:chOff x="-83525" y="4333650"/>
              <a:chExt cx="539700" cy="539700"/>
            </a:xfrm>
          </p:grpSpPr>
          <p:sp>
            <p:nvSpPr>
              <p:cNvPr id="1154" name="Google Shape;1154;p4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4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6" name="Google Shape;1156;p43"/>
            <p:cNvGrpSpPr/>
            <p:nvPr/>
          </p:nvGrpSpPr>
          <p:grpSpPr>
            <a:xfrm>
              <a:off x="6542926" y="112423"/>
              <a:ext cx="718341" cy="718341"/>
              <a:chOff x="-83525" y="4333650"/>
              <a:chExt cx="539700" cy="539700"/>
            </a:xfrm>
          </p:grpSpPr>
          <p:sp>
            <p:nvSpPr>
              <p:cNvPr id="1157" name="Google Shape;1157;p4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4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9" name="Google Shape;1159;p43"/>
            <p:cNvGrpSpPr/>
            <p:nvPr/>
          </p:nvGrpSpPr>
          <p:grpSpPr>
            <a:xfrm>
              <a:off x="7165201" y="112425"/>
              <a:ext cx="265640" cy="265640"/>
              <a:chOff x="-83525" y="4333650"/>
              <a:chExt cx="539700" cy="539700"/>
            </a:xfrm>
          </p:grpSpPr>
          <p:sp>
            <p:nvSpPr>
              <p:cNvPr id="1160" name="Google Shape;1160;p4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4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62" name="Google Shape;1162;p43"/>
            <p:cNvGrpSpPr/>
            <p:nvPr/>
          </p:nvGrpSpPr>
          <p:grpSpPr>
            <a:xfrm>
              <a:off x="7814201" y="1436150"/>
              <a:ext cx="265640" cy="265640"/>
              <a:chOff x="-83525" y="4333650"/>
              <a:chExt cx="539700" cy="539700"/>
            </a:xfrm>
          </p:grpSpPr>
          <p:sp>
            <p:nvSpPr>
              <p:cNvPr id="1163" name="Google Shape;1163;p4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4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65" name="Google Shape;1165;p43"/>
            <p:cNvGrpSpPr/>
            <p:nvPr/>
          </p:nvGrpSpPr>
          <p:grpSpPr>
            <a:xfrm>
              <a:off x="2718476" y="4603500"/>
              <a:ext cx="265640" cy="265640"/>
              <a:chOff x="-83525" y="4333650"/>
              <a:chExt cx="539700" cy="539700"/>
            </a:xfrm>
          </p:grpSpPr>
          <p:sp>
            <p:nvSpPr>
              <p:cNvPr id="1166" name="Google Shape;1166;p4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4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68" name="Google Shape;1168;p43"/>
            <p:cNvGrpSpPr/>
            <p:nvPr/>
          </p:nvGrpSpPr>
          <p:grpSpPr>
            <a:xfrm>
              <a:off x="546526" y="112425"/>
              <a:ext cx="265640" cy="265640"/>
              <a:chOff x="-83525" y="4333650"/>
              <a:chExt cx="539700" cy="539700"/>
            </a:xfrm>
          </p:grpSpPr>
          <p:sp>
            <p:nvSpPr>
              <p:cNvPr id="1169" name="Google Shape;1169;p4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4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71" name="Google Shape;1171;p43"/>
            <p:cNvGrpSpPr/>
            <p:nvPr/>
          </p:nvGrpSpPr>
          <p:grpSpPr>
            <a:xfrm>
              <a:off x="308751" y="767850"/>
              <a:ext cx="265640" cy="265640"/>
              <a:chOff x="-83525" y="4333650"/>
              <a:chExt cx="539700" cy="539700"/>
            </a:xfrm>
          </p:grpSpPr>
          <p:sp>
            <p:nvSpPr>
              <p:cNvPr id="1172" name="Google Shape;1172;p4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4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174" name="Google Shape;1174;p43"/>
          <p:cNvSpPr txBox="1"/>
          <p:nvPr>
            <p:ph idx="1" type="subTitle"/>
          </p:nvPr>
        </p:nvSpPr>
        <p:spPr>
          <a:xfrm rot="-615">
            <a:off x="719961" y="2993858"/>
            <a:ext cx="3354000" cy="426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75" name="Google Shape;1175;p43"/>
          <p:cNvSpPr txBox="1"/>
          <p:nvPr>
            <p:ph type="ctrTitle"/>
          </p:nvPr>
        </p:nvSpPr>
        <p:spPr>
          <a:xfrm>
            <a:off x="720000" y="540000"/>
            <a:ext cx="6378600" cy="255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6000"/>
              <a:buNone/>
              <a:defRPr sz="52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76" name="Shape 1176"/>
        <p:cNvGrpSpPr/>
        <p:nvPr/>
      </p:nvGrpSpPr>
      <p:grpSpPr>
        <a:xfrm>
          <a:off x="0" y="0"/>
          <a:ext cx="0" cy="0"/>
          <a:chOff x="0" y="0"/>
          <a:chExt cx="0" cy="0"/>
        </a:xfrm>
      </p:grpSpPr>
      <p:grpSp>
        <p:nvGrpSpPr>
          <p:cNvPr id="1177" name="Google Shape;1177;p44"/>
          <p:cNvGrpSpPr/>
          <p:nvPr/>
        </p:nvGrpSpPr>
        <p:grpSpPr>
          <a:xfrm>
            <a:off x="0" y="0"/>
            <a:ext cx="9144000" cy="5143500"/>
            <a:chOff x="0" y="0"/>
            <a:chExt cx="9144000" cy="5143500"/>
          </a:xfrm>
        </p:grpSpPr>
        <p:sp>
          <p:nvSpPr>
            <p:cNvPr id="1178" name="Google Shape;1178;p44"/>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44"/>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0" name="Google Shape;1180;p44"/>
          <p:cNvGrpSpPr/>
          <p:nvPr/>
        </p:nvGrpSpPr>
        <p:grpSpPr>
          <a:xfrm>
            <a:off x="-38625" y="-124550"/>
            <a:ext cx="9277700" cy="5339850"/>
            <a:chOff x="-38625" y="-124550"/>
            <a:chExt cx="9277700" cy="5339850"/>
          </a:xfrm>
        </p:grpSpPr>
        <p:cxnSp>
          <p:nvCxnSpPr>
            <p:cNvPr id="1181" name="Google Shape;1181;p44"/>
            <p:cNvCxnSpPr/>
            <p:nvPr/>
          </p:nvCxnSpPr>
          <p:spPr>
            <a:xfrm>
              <a:off x="7441175" y="-66725"/>
              <a:ext cx="1733700" cy="2596200"/>
            </a:xfrm>
            <a:prstGeom prst="straightConnector1">
              <a:avLst/>
            </a:prstGeom>
            <a:noFill/>
            <a:ln cap="rnd" cmpd="sng" w="9525">
              <a:solidFill>
                <a:schemeClr val="accent4"/>
              </a:solidFill>
              <a:prstDash val="solid"/>
              <a:round/>
              <a:headEnd len="sm" w="sm" type="none"/>
              <a:tailEnd len="sm" w="sm" type="none"/>
            </a:ln>
          </p:spPr>
        </p:cxnSp>
        <p:cxnSp>
          <p:nvCxnSpPr>
            <p:cNvPr id="1182" name="Google Shape;1182;p44"/>
            <p:cNvCxnSpPr/>
            <p:nvPr/>
          </p:nvCxnSpPr>
          <p:spPr>
            <a:xfrm flipH="1">
              <a:off x="2350325" y="4547050"/>
              <a:ext cx="6824400" cy="610500"/>
            </a:xfrm>
            <a:prstGeom prst="straightConnector1">
              <a:avLst/>
            </a:prstGeom>
            <a:noFill/>
            <a:ln cap="rnd" cmpd="sng" w="9525">
              <a:solidFill>
                <a:schemeClr val="accent4"/>
              </a:solidFill>
              <a:prstDash val="solid"/>
              <a:round/>
              <a:headEnd len="sm" w="sm" type="none"/>
              <a:tailEnd len="sm" w="sm" type="none"/>
            </a:ln>
          </p:spPr>
        </p:cxnSp>
        <p:cxnSp>
          <p:nvCxnSpPr>
            <p:cNvPr id="1183" name="Google Shape;1183;p44"/>
            <p:cNvCxnSpPr/>
            <p:nvPr/>
          </p:nvCxnSpPr>
          <p:spPr>
            <a:xfrm>
              <a:off x="6533700" y="4694850"/>
              <a:ext cx="2255400" cy="462600"/>
            </a:xfrm>
            <a:prstGeom prst="straightConnector1">
              <a:avLst/>
            </a:prstGeom>
            <a:noFill/>
            <a:ln cap="rnd" cmpd="sng" w="9525">
              <a:solidFill>
                <a:schemeClr val="accent4"/>
              </a:solidFill>
              <a:prstDash val="solid"/>
              <a:round/>
              <a:headEnd len="sm" w="sm" type="none"/>
              <a:tailEnd len="sm" w="sm" type="none"/>
            </a:ln>
          </p:spPr>
        </p:cxnSp>
        <p:cxnSp>
          <p:nvCxnSpPr>
            <p:cNvPr id="1184" name="Google Shape;1184;p44"/>
            <p:cNvCxnSpPr/>
            <p:nvPr/>
          </p:nvCxnSpPr>
          <p:spPr>
            <a:xfrm flipH="1">
              <a:off x="8911300" y="-73150"/>
              <a:ext cx="32100" cy="1516500"/>
            </a:xfrm>
            <a:prstGeom prst="straightConnector1">
              <a:avLst/>
            </a:prstGeom>
            <a:noFill/>
            <a:ln cap="rnd" cmpd="sng" w="9525">
              <a:solidFill>
                <a:schemeClr val="accent4"/>
              </a:solidFill>
              <a:prstDash val="solid"/>
              <a:round/>
              <a:headEnd len="sm" w="sm" type="none"/>
              <a:tailEnd len="sm" w="sm" type="none"/>
            </a:ln>
          </p:spPr>
        </p:cxnSp>
        <p:cxnSp>
          <p:nvCxnSpPr>
            <p:cNvPr id="1185" name="Google Shape;1185;p44"/>
            <p:cNvCxnSpPr/>
            <p:nvPr/>
          </p:nvCxnSpPr>
          <p:spPr>
            <a:xfrm>
              <a:off x="7420475" y="241725"/>
              <a:ext cx="1818600" cy="533400"/>
            </a:xfrm>
            <a:prstGeom prst="straightConnector1">
              <a:avLst/>
            </a:prstGeom>
            <a:noFill/>
            <a:ln cap="rnd" cmpd="sng" w="9525">
              <a:solidFill>
                <a:schemeClr val="accent4"/>
              </a:solidFill>
              <a:prstDash val="solid"/>
              <a:round/>
              <a:headEnd len="sm" w="sm" type="none"/>
              <a:tailEnd len="sm" w="sm" type="none"/>
            </a:ln>
          </p:spPr>
        </p:cxnSp>
        <p:cxnSp>
          <p:nvCxnSpPr>
            <p:cNvPr id="1186" name="Google Shape;1186;p44"/>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1187" name="Google Shape;1187;p44"/>
            <p:cNvCxnSpPr/>
            <p:nvPr/>
          </p:nvCxnSpPr>
          <p:spPr>
            <a:xfrm>
              <a:off x="337800" y="-124550"/>
              <a:ext cx="289200" cy="5288400"/>
            </a:xfrm>
            <a:prstGeom prst="straightConnector1">
              <a:avLst/>
            </a:prstGeom>
            <a:noFill/>
            <a:ln cap="rnd" cmpd="sng" w="9525">
              <a:solidFill>
                <a:schemeClr val="accent4"/>
              </a:solidFill>
              <a:prstDash val="solid"/>
              <a:round/>
              <a:headEnd len="sm" w="sm" type="none"/>
              <a:tailEnd len="sm" w="sm" type="none"/>
            </a:ln>
          </p:spPr>
        </p:cxnSp>
        <p:cxnSp>
          <p:nvCxnSpPr>
            <p:cNvPr id="1188" name="Google Shape;1188;p44"/>
            <p:cNvCxnSpPr/>
            <p:nvPr/>
          </p:nvCxnSpPr>
          <p:spPr>
            <a:xfrm>
              <a:off x="-28475" y="4707700"/>
              <a:ext cx="1767000" cy="507600"/>
            </a:xfrm>
            <a:prstGeom prst="straightConnector1">
              <a:avLst/>
            </a:prstGeom>
            <a:noFill/>
            <a:ln cap="rnd" cmpd="sng" w="9525">
              <a:solidFill>
                <a:schemeClr val="accent4"/>
              </a:solidFill>
              <a:prstDash val="solid"/>
              <a:round/>
              <a:headEnd len="sm" w="sm" type="none"/>
              <a:tailEnd len="sm" w="sm" type="none"/>
            </a:ln>
          </p:spPr>
        </p:cxnSp>
        <p:grpSp>
          <p:nvGrpSpPr>
            <p:cNvPr id="1189" name="Google Shape;1189;p44"/>
            <p:cNvGrpSpPr/>
            <p:nvPr/>
          </p:nvGrpSpPr>
          <p:grpSpPr>
            <a:xfrm>
              <a:off x="8673562" y="431299"/>
              <a:ext cx="507588" cy="507588"/>
              <a:chOff x="-83525" y="4333650"/>
              <a:chExt cx="539700" cy="539700"/>
            </a:xfrm>
          </p:grpSpPr>
          <p:sp>
            <p:nvSpPr>
              <p:cNvPr id="1190" name="Google Shape;1190;p4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4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92" name="Google Shape;1192;p44"/>
            <p:cNvGrpSpPr/>
            <p:nvPr/>
          </p:nvGrpSpPr>
          <p:grpSpPr>
            <a:xfrm>
              <a:off x="7364046" y="-29919"/>
              <a:ext cx="723360" cy="723360"/>
              <a:chOff x="-83525" y="4333650"/>
              <a:chExt cx="539700" cy="539700"/>
            </a:xfrm>
          </p:grpSpPr>
          <p:sp>
            <p:nvSpPr>
              <p:cNvPr id="1193" name="Google Shape;1193;p4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4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95" name="Google Shape;1195;p44"/>
            <p:cNvGrpSpPr/>
            <p:nvPr/>
          </p:nvGrpSpPr>
          <p:grpSpPr>
            <a:xfrm>
              <a:off x="244196" y="4490619"/>
              <a:ext cx="723360" cy="723360"/>
              <a:chOff x="-83525" y="4333650"/>
              <a:chExt cx="539700" cy="539700"/>
            </a:xfrm>
          </p:grpSpPr>
          <p:sp>
            <p:nvSpPr>
              <p:cNvPr id="1196" name="Google Shape;1196;p44"/>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4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98" name="Google Shape;1198;p44"/>
            <p:cNvGrpSpPr/>
            <p:nvPr/>
          </p:nvGrpSpPr>
          <p:grpSpPr>
            <a:xfrm>
              <a:off x="206291" y="1036780"/>
              <a:ext cx="389178" cy="389178"/>
              <a:chOff x="-83525" y="4333650"/>
              <a:chExt cx="539700" cy="539700"/>
            </a:xfrm>
          </p:grpSpPr>
          <p:sp>
            <p:nvSpPr>
              <p:cNvPr id="1199" name="Google Shape;1199;p44"/>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4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01" name="Google Shape;1201;p44"/>
            <p:cNvGrpSpPr/>
            <p:nvPr/>
          </p:nvGrpSpPr>
          <p:grpSpPr>
            <a:xfrm>
              <a:off x="1009541" y="107780"/>
              <a:ext cx="389178" cy="389178"/>
              <a:chOff x="-83525" y="4333650"/>
              <a:chExt cx="539700" cy="539700"/>
            </a:xfrm>
          </p:grpSpPr>
          <p:sp>
            <p:nvSpPr>
              <p:cNvPr id="1202" name="Google Shape;1202;p44"/>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4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04" name="Google Shape;1204;p44"/>
            <p:cNvGrpSpPr/>
            <p:nvPr/>
          </p:nvGrpSpPr>
          <p:grpSpPr>
            <a:xfrm>
              <a:off x="6501546" y="4420131"/>
              <a:ext cx="723360" cy="723360"/>
              <a:chOff x="-83525" y="4333650"/>
              <a:chExt cx="539700" cy="539700"/>
            </a:xfrm>
          </p:grpSpPr>
          <p:sp>
            <p:nvSpPr>
              <p:cNvPr id="1205" name="Google Shape;1205;p4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4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07" name="Google Shape;1207;p44"/>
          <p:cNvSpPr txBox="1"/>
          <p:nvPr>
            <p:ph type="title"/>
          </p:nvPr>
        </p:nvSpPr>
        <p:spPr>
          <a:xfrm>
            <a:off x="720000" y="3257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1208" name="Google Shape;1208;p44"/>
          <p:cNvSpPr txBox="1"/>
          <p:nvPr>
            <p:ph idx="1" type="body"/>
          </p:nvPr>
        </p:nvSpPr>
        <p:spPr>
          <a:xfrm>
            <a:off x="720000" y="1217550"/>
            <a:ext cx="7704000" cy="36996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chemeClr val="accent2"/>
              </a:buClr>
              <a:buSzPts val="1400"/>
              <a:buChar char="●"/>
              <a:defRPr sz="105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09" name="Shape 1209"/>
        <p:cNvGrpSpPr/>
        <p:nvPr/>
      </p:nvGrpSpPr>
      <p:grpSpPr>
        <a:xfrm>
          <a:off x="0" y="0"/>
          <a:ext cx="0" cy="0"/>
          <a:chOff x="0" y="0"/>
          <a:chExt cx="0" cy="0"/>
        </a:xfrm>
      </p:grpSpPr>
      <p:grpSp>
        <p:nvGrpSpPr>
          <p:cNvPr id="1210" name="Google Shape;1210;p45"/>
          <p:cNvGrpSpPr/>
          <p:nvPr/>
        </p:nvGrpSpPr>
        <p:grpSpPr>
          <a:xfrm flipH="1" rot="10800000">
            <a:off x="0" y="0"/>
            <a:ext cx="9144000" cy="5143500"/>
            <a:chOff x="0" y="0"/>
            <a:chExt cx="9144000" cy="5143500"/>
          </a:xfrm>
        </p:grpSpPr>
        <p:sp>
          <p:nvSpPr>
            <p:cNvPr id="1211" name="Google Shape;1211;p45"/>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45"/>
            <p:cNvSpPr/>
            <p:nvPr/>
          </p:nvSpPr>
          <p:spPr>
            <a:xfrm>
              <a:off x="0" y="0"/>
              <a:ext cx="9144000" cy="5143500"/>
            </a:xfrm>
            <a:prstGeom prst="rect">
              <a:avLst/>
            </a:prstGeom>
            <a:gradFill>
              <a:gsLst>
                <a:gs pos="0">
                  <a:srgbClr val="20F8FD">
                    <a:alpha val="28235"/>
                  </a:srgbClr>
                </a:gs>
                <a:gs pos="50000">
                  <a:srgbClr val="0182AA">
                    <a:alpha val="35294"/>
                  </a:srgbClr>
                </a:gs>
                <a:gs pos="63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3" name="Google Shape;1213;p45"/>
          <p:cNvGrpSpPr/>
          <p:nvPr/>
        </p:nvGrpSpPr>
        <p:grpSpPr>
          <a:xfrm>
            <a:off x="-24925" y="-58550"/>
            <a:ext cx="9280375" cy="5214400"/>
            <a:chOff x="-24925" y="-58550"/>
            <a:chExt cx="9280375" cy="5214400"/>
          </a:xfrm>
        </p:grpSpPr>
        <p:cxnSp>
          <p:nvCxnSpPr>
            <p:cNvPr id="1214" name="Google Shape;1214;p45"/>
            <p:cNvCxnSpPr/>
            <p:nvPr/>
          </p:nvCxnSpPr>
          <p:spPr>
            <a:xfrm>
              <a:off x="6519450" y="-46075"/>
              <a:ext cx="2736000" cy="949800"/>
            </a:xfrm>
            <a:prstGeom prst="straightConnector1">
              <a:avLst/>
            </a:prstGeom>
            <a:noFill/>
            <a:ln cap="rnd" cmpd="sng" w="9525">
              <a:solidFill>
                <a:schemeClr val="accent4"/>
              </a:solidFill>
              <a:prstDash val="solid"/>
              <a:round/>
              <a:headEnd len="sm" w="sm" type="none"/>
              <a:tailEnd len="sm" w="sm" type="none"/>
            </a:ln>
          </p:spPr>
        </p:cxnSp>
        <p:grpSp>
          <p:nvGrpSpPr>
            <p:cNvPr id="1215" name="Google Shape;1215;p45"/>
            <p:cNvGrpSpPr/>
            <p:nvPr/>
          </p:nvGrpSpPr>
          <p:grpSpPr>
            <a:xfrm>
              <a:off x="8355390" y="368161"/>
              <a:ext cx="718341" cy="718341"/>
              <a:chOff x="-83525" y="4333650"/>
              <a:chExt cx="539700" cy="539700"/>
            </a:xfrm>
          </p:grpSpPr>
          <p:sp>
            <p:nvSpPr>
              <p:cNvPr id="1216" name="Google Shape;1216;p4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4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8" name="Google Shape;1218;p45"/>
            <p:cNvGrpSpPr/>
            <p:nvPr/>
          </p:nvGrpSpPr>
          <p:grpSpPr>
            <a:xfrm>
              <a:off x="8100801" y="168550"/>
              <a:ext cx="265640" cy="265640"/>
              <a:chOff x="-83525" y="4333650"/>
              <a:chExt cx="539700" cy="539700"/>
            </a:xfrm>
          </p:grpSpPr>
          <p:sp>
            <p:nvSpPr>
              <p:cNvPr id="1219" name="Google Shape;1219;p4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4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221" name="Google Shape;1221;p45"/>
            <p:cNvCxnSpPr/>
            <p:nvPr/>
          </p:nvCxnSpPr>
          <p:spPr>
            <a:xfrm>
              <a:off x="8552850" y="-58550"/>
              <a:ext cx="613500" cy="3070800"/>
            </a:xfrm>
            <a:prstGeom prst="straightConnector1">
              <a:avLst/>
            </a:prstGeom>
            <a:noFill/>
            <a:ln cap="rnd" cmpd="sng" w="9525">
              <a:solidFill>
                <a:schemeClr val="accent4"/>
              </a:solidFill>
              <a:prstDash val="solid"/>
              <a:round/>
              <a:headEnd len="sm" w="sm" type="none"/>
              <a:tailEnd len="sm" w="sm" type="none"/>
            </a:ln>
          </p:spPr>
        </p:cxnSp>
        <p:cxnSp>
          <p:nvCxnSpPr>
            <p:cNvPr id="1222" name="Google Shape;1222;p45"/>
            <p:cNvCxnSpPr/>
            <p:nvPr/>
          </p:nvCxnSpPr>
          <p:spPr>
            <a:xfrm>
              <a:off x="406150" y="-46075"/>
              <a:ext cx="261900" cy="5195700"/>
            </a:xfrm>
            <a:prstGeom prst="straightConnector1">
              <a:avLst/>
            </a:prstGeom>
            <a:noFill/>
            <a:ln cap="rnd" cmpd="sng" w="9525">
              <a:solidFill>
                <a:schemeClr val="accent4"/>
              </a:solidFill>
              <a:prstDash val="solid"/>
              <a:round/>
              <a:headEnd len="sm" w="sm" type="none"/>
              <a:tailEnd len="sm" w="sm" type="none"/>
            </a:ln>
          </p:spPr>
        </p:cxnSp>
        <p:cxnSp>
          <p:nvCxnSpPr>
            <p:cNvPr id="1223" name="Google Shape;1223;p45"/>
            <p:cNvCxnSpPr/>
            <p:nvPr/>
          </p:nvCxnSpPr>
          <p:spPr>
            <a:xfrm>
              <a:off x="-24925" y="4326350"/>
              <a:ext cx="6293400" cy="829500"/>
            </a:xfrm>
            <a:prstGeom prst="straightConnector1">
              <a:avLst/>
            </a:prstGeom>
            <a:noFill/>
            <a:ln cap="rnd" cmpd="sng" w="9525">
              <a:solidFill>
                <a:schemeClr val="accent4"/>
              </a:solidFill>
              <a:prstDash val="solid"/>
              <a:round/>
              <a:headEnd len="sm" w="sm" type="none"/>
              <a:tailEnd len="sm" w="sm" type="none"/>
            </a:ln>
          </p:spPr>
        </p:cxnSp>
        <p:grpSp>
          <p:nvGrpSpPr>
            <p:cNvPr id="1224" name="Google Shape;1224;p45"/>
            <p:cNvGrpSpPr/>
            <p:nvPr/>
          </p:nvGrpSpPr>
          <p:grpSpPr>
            <a:xfrm>
              <a:off x="952751" y="4809150"/>
              <a:ext cx="265640" cy="265640"/>
              <a:chOff x="-83525" y="4333650"/>
              <a:chExt cx="539700" cy="539700"/>
            </a:xfrm>
          </p:grpSpPr>
          <p:sp>
            <p:nvSpPr>
              <p:cNvPr id="1225" name="Google Shape;1225;p4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4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27" name="Google Shape;1227;p45"/>
            <p:cNvGrpSpPr/>
            <p:nvPr/>
          </p:nvGrpSpPr>
          <p:grpSpPr>
            <a:xfrm>
              <a:off x="216751" y="4572125"/>
              <a:ext cx="265640" cy="265640"/>
              <a:chOff x="-83525" y="4333650"/>
              <a:chExt cx="539700" cy="539700"/>
            </a:xfrm>
          </p:grpSpPr>
          <p:sp>
            <p:nvSpPr>
              <p:cNvPr id="1228" name="Google Shape;1228;p4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4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30" name="Google Shape;1230;p45"/>
            <p:cNvGrpSpPr/>
            <p:nvPr/>
          </p:nvGrpSpPr>
          <p:grpSpPr>
            <a:xfrm>
              <a:off x="3553751" y="4470675"/>
              <a:ext cx="265640" cy="265640"/>
              <a:chOff x="-83525" y="4333650"/>
              <a:chExt cx="539700" cy="539700"/>
            </a:xfrm>
          </p:grpSpPr>
          <p:sp>
            <p:nvSpPr>
              <p:cNvPr id="1231" name="Google Shape;1231;p4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4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33" name="Google Shape;1233;p45"/>
            <p:cNvGrpSpPr/>
            <p:nvPr/>
          </p:nvGrpSpPr>
          <p:grpSpPr>
            <a:xfrm>
              <a:off x="852951" y="168550"/>
              <a:ext cx="265640" cy="265640"/>
              <a:chOff x="-83525" y="4333650"/>
              <a:chExt cx="539700" cy="539700"/>
            </a:xfrm>
          </p:grpSpPr>
          <p:sp>
            <p:nvSpPr>
              <p:cNvPr id="1234" name="Google Shape;1234;p4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4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36" name="Google Shape;1236;p45"/>
            <p:cNvGrpSpPr/>
            <p:nvPr/>
          </p:nvGrpSpPr>
          <p:grpSpPr>
            <a:xfrm>
              <a:off x="185551" y="1478400"/>
              <a:ext cx="265640" cy="265640"/>
              <a:chOff x="-83525" y="4333650"/>
              <a:chExt cx="539700" cy="539700"/>
            </a:xfrm>
          </p:grpSpPr>
          <p:sp>
            <p:nvSpPr>
              <p:cNvPr id="1237" name="Google Shape;1237;p4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4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39" name="Google Shape;1239;p45"/>
            <p:cNvGrpSpPr/>
            <p:nvPr/>
          </p:nvGrpSpPr>
          <p:grpSpPr>
            <a:xfrm>
              <a:off x="89588" y="456148"/>
              <a:ext cx="718341" cy="718341"/>
              <a:chOff x="-83525" y="4333650"/>
              <a:chExt cx="539700" cy="539700"/>
            </a:xfrm>
          </p:grpSpPr>
          <p:sp>
            <p:nvSpPr>
              <p:cNvPr id="1240" name="Google Shape;1240;p4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4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42" name="Google Shape;1242;p45"/>
            <p:cNvGrpSpPr/>
            <p:nvPr/>
          </p:nvGrpSpPr>
          <p:grpSpPr>
            <a:xfrm>
              <a:off x="403375" y="4187468"/>
              <a:ext cx="477473" cy="477473"/>
              <a:chOff x="-83525" y="4333650"/>
              <a:chExt cx="539700" cy="539700"/>
            </a:xfrm>
          </p:grpSpPr>
          <p:sp>
            <p:nvSpPr>
              <p:cNvPr id="1243" name="Google Shape;1243;p4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4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45" name="Google Shape;1245;p45"/>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1246" name="Google Shape;1246;p45"/>
          <p:cNvSpPr txBox="1"/>
          <p:nvPr>
            <p:ph idx="1" type="subTitle"/>
          </p:nvPr>
        </p:nvSpPr>
        <p:spPr>
          <a:xfrm rot="-232">
            <a:off x="719929" y="1994206"/>
            <a:ext cx="4451700" cy="2103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4"/>
              </a:buClr>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1600"/>
              </a:spcBef>
              <a:spcAft>
                <a:spcPts val="0"/>
              </a:spcAft>
              <a:buSzPts val="1400"/>
              <a:buChar char="■"/>
              <a:defRPr/>
            </a:lvl3pPr>
            <a:lvl4pPr lvl="3" algn="ctr">
              <a:lnSpc>
                <a:spcPct val="100000"/>
              </a:lnSpc>
              <a:spcBef>
                <a:spcPts val="1600"/>
              </a:spcBef>
              <a:spcAft>
                <a:spcPts val="0"/>
              </a:spcAft>
              <a:buSzPts val="1400"/>
              <a:buChar char="●"/>
              <a:defRPr/>
            </a:lvl4pPr>
            <a:lvl5pPr lvl="4" algn="ctr">
              <a:lnSpc>
                <a:spcPct val="100000"/>
              </a:lnSpc>
              <a:spcBef>
                <a:spcPts val="1600"/>
              </a:spcBef>
              <a:spcAft>
                <a:spcPts val="0"/>
              </a:spcAft>
              <a:buSzPts val="1400"/>
              <a:buChar char="○"/>
              <a:defRPr/>
            </a:lvl5pPr>
            <a:lvl6pPr lvl="5" algn="ctr">
              <a:lnSpc>
                <a:spcPct val="100000"/>
              </a:lnSpc>
              <a:spcBef>
                <a:spcPts val="1600"/>
              </a:spcBef>
              <a:spcAft>
                <a:spcPts val="0"/>
              </a:spcAft>
              <a:buSzPts val="1400"/>
              <a:buChar char="■"/>
              <a:defRPr/>
            </a:lvl6pPr>
            <a:lvl7pPr lvl="6" algn="ctr">
              <a:lnSpc>
                <a:spcPct val="100000"/>
              </a:lnSpc>
              <a:spcBef>
                <a:spcPts val="1600"/>
              </a:spcBef>
              <a:spcAft>
                <a:spcPts val="0"/>
              </a:spcAft>
              <a:buSzPts val="1400"/>
              <a:buChar char="●"/>
              <a:defRPr/>
            </a:lvl7pPr>
            <a:lvl8pPr lvl="7" algn="ctr">
              <a:lnSpc>
                <a:spcPct val="100000"/>
              </a:lnSpc>
              <a:spcBef>
                <a:spcPts val="1600"/>
              </a:spcBef>
              <a:spcAft>
                <a:spcPts val="0"/>
              </a:spcAft>
              <a:buSzPts val="1400"/>
              <a:buChar char="○"/>
              <a:defRPr/>
            </a:lvl8pPr>
            <a:lvl9pPr lvl="8" algn="ctr">
              <a:lnSpc>
                <a:spcPct val="100000"/>
              </a:lnSpc>
              <a:spcBef>
                <a:spcPts val="1600"/>
              </a:spcBef>
              <a:spcAft>
                <a:spcPts val="1600"/>
              </a:spcAft>
              <a:buSzPts val="14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7" name="Shape 1247"/>
        <p:cNvGrpSpPr/>
        <p:nvPr/>
      </p:nvGrpSpPr>
      <p:grpSpPr>
        <a:xfrm>
          <a:off x="0" y="0"/>
          <a:ext cx="0" cy="0"/>
          <a:chOff x="0" y="0"/>
          <a:chExt cx="0" cy="0"/>
        </a:xfrm>
      </p:grpSpPr>
      <p:grpSp>
        <p:nvGrpSpPr>
          <p:cNvPr id="1248" name="Google Shape;1248;p46"/>
          <p:cNvGrpSpPr/>
          <p:nvPr/>
        </p:nvGrpSpPr>
        <p:grpSpPr>
          <a:xfrm>
            <a:off x="0" y="0"/>
            <a:ext cx="9144000" cy="5143500"/>
            <a:chOff x="0" y="0"/>
            <a:chExt cx="9144000" cy="5143500"/>
          </a:xfrm>
        </p:grpSpPr>
        <p:sp>
          <p:nvSpPr>
            <p:cNvPr id="1249" name="Google Shape;1249;p46"/>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46"/>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51" name="Google Shape;1251;p46"/>
          <p:cNvGrpSpPr/>
          <p:nvPr/>
        </p:nvGrpSpPr>
        <p:grpSpPr>
          <a:xfrm>
            <a:off x="-12750" y="-92425"/>
            <a:ext cx="9188775" cy="5282075"/>
            <a:chOff x="-12750" y="-92425"/>
            <a:chExt cx="9188775" cy="5282075"/>
          </a:xfrm>
        </p:grpSpPr>
        <p:cxnSp>
          <p:nvCxnSpPr>
            <p:cNvPr id="1252" name="Google Shape;1252;p46"/>
            <p:cNvCxnSpPr/>
            <p:nvPr/>
          </p:nvCxnSpPr>
          <p:spPr>
            <a:xfrm>
              <a:off x="7254825" y="-73150"/>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1253" name="Google Shape;1253;p46"/>
            <p:cNvCxnSpPr/>
            <p:nvPr/>
          </p:nvCxnSpPr>
          <p:spPr>
            <a:xfrm flipH="1">
              <a:off x="-6475" y="-53850"/>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1254" name="Google Shape;1254;p46"/>
            <p:cNvCxnSpPr/>
            <p:nvPr/>
          </p:nvCxnSpPr>
          <p:spPr>
            <a:xfrm flipH="1">
              <a:off x="-12750" y="-92425"/>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1255" name="Google Shape;1255;p46"/>
            <p:cNvCxnSpPr/>
            <p:nvPr/>
          </p:nvCxnSpPr>
          <p:spPr>
            <a:xfrm flipH="1" rot="10800000">
              <a:off x="8604325" y="2561350"/>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1256" name="Google Shape;1256;p46"/>
            <p:cNvGrpSpPr/>
            <p:nvPr/>
          </p:nvGrpSpPr>
          <p:grpSpPr>
            <a:xfrm>
              <a:off x="120119" y="996240"/>
              <a:ext cx="419725" cy="419725"/>
              <a:chOff x="-83525" y="4333650"/>
              <a:chExt cx="539700" cy="539700"/>
            </a:xfrm>
          </p:grpSpPr>
          <p:sp>
            <p:nvSpPr>
              <p:cNvPr id="1257" name="Google Shape;1257;p4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4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59" name="Google Shape;1259;p46"/>
            <p:cNvGrpSpPr/>
            <p:nvPr/>
          </p:nvGrpSpPr>
          <p:grpSpPr>
            <a:xfrm>
              <a:off x="8126742" y="240024"/>
              <a:ext cx="599661" cy="599607"/>
              <a:chOff x="-83525" y="4333650"/>
              <a:chExt cx="539700" cy="539700"/>
            </a:xfrm>
          </p:grpSpPr>
          <p:sp>
            <p:nvSpPr>
              <p:cNvPr id="1260" name="Google Shape;1260;p4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4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62" name="Google Shape;1262;p46"/>
            <p:cNvGrpSpPr/>
            <p:nvPr/>
          </p:nvGrpSpPr>
          <p:grpSpPr>
            <a:xfrm>
              <a:off x="8756294" y="3264590"/>
              <a:ext cx="419725" cy="419725"/>
              <a:chOff x="-83525" y="4333650"/>
              <a:chExt cx="539700" cy="539700"/>
            </a:xfrm>
          </p:grpSpPr>
          <p:sp>
            <p:nvSpPr>
              <p:cNvPr id="1263" name="Google Shape;1263;p4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4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65" name="Google Shape;1265;p46"/>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266" name="Shape 1266"/>
        <p:cNvGrpSpPr/>
        <p:nvPr/>
      </p:nvGrpSpPr>
      <p:grpSpPr>
        <a:xfrm>
          <a:off x="0" y="0"/>
          <a:ext cx="0" cy="0"/>
          <a:chOff x="0" y="0"/>
          <a:chExt cx="0" cy="0"/>
        </a:xfrm>
      </p:grpSpPr>
      <p:sp>
        <p:nvSpPr>
          <p:cNvPr id="1267" name="Google Shape;1267;p47"/>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68" name="Google Shape;1268;p47"/>
          <p:cNvGrpSpPr/>
          <p:nvPr/>
        </p:nvGrpSpPr>
        <p:grpSpPr>
          <a:xfrm>
            <a:off x="-12825" y="-83450"/>
            <a:ext cx="9219397" cy="5308025"/>
            <a:chOff x="-12825" y="-83450"/>
            <a:chExt cx="9219397" cy="5308025"/>
          </a:xfrm>
        </p:grpSpPr>
        <p:cxnSp>
          <p:nvCxnSpPr>
            <p:cNvPr id="1269" name="Google Shape;1269;p47"/>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1270" name="Google Shape;1270;p47"/>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1271" name="Google Shape;1271;p47"/>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1272" name="Google Shape;1272;p47"/>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1273" name="Google Shape;1273;p47"/>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1274" name="Google Shape;1274;p47"/>
            <p:cNvGrpSpPr/>
            <p:nvPr/>
          </p:nvGrpSpPr>
          <p:grpSpPr>
            <a:xfrm>
              <a:off x="64804" y="834123"/>
              <a:ext cx="718341" cy="718341"/>
              <a:chOff x="-83525" y="4333650"/>
              <a:chExt cx="539700" cy="539700"/>
            </a:xfrm>
          </p:grpSpPr>
          <p:sp>
            <p:nvSpPr>
              <p:cNvPr id="1275" name="Google Shape;1275;p4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4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77" name="Google Shape;1277;p47"/>
            <p:cNvGrpSpPr/>
            <p:nvPr/>
          </p:nvGrpSpPr>
          <p:grpSpPr>
            <a:xfrm>
              <a:off x="8064829" y="180823"/>
              <a:ext cx="718341" cy="718341"/>
              <a:chOff x="-83525" y="4333650"/>
              <a:chExt cx="539700" cy="539700"/>
            </a:xfrm>
          </p:grpSpPr>
          <p:sp>
            <p:nvSpPr>
              <p:cNvPr id="1278" name="Google Shape;1278;p4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4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80" name="Google Shape;1280;p47"/>
            <p:cNvGrpSpPr/>
            <p:nvPr/>
          </p:nvGrpSpPr>
          <p:grpSpPr>
            <a:xfrm>
              <a:off x="108716" y="3627495"/>
              <a:ext cx="334182" cy="334182"/>
              <a:chOff x="-83525" y="4333650"/>
              <a:chExt cx="539700" cy="539700"/>
            </a:xfrm>
          </p:grpSpPr>
          <p:sp>
            <p:nvSpPr>
              <p:cNvPr id="1281" name="Google Shape;1281;p4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4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83" name="Google Shape;1283;p47"/>
            <p:cNvGrpSpPr/>
            <p:nvPr/>
          </p:nvGrpSpPr>
          <p:grpSpPr>
            <a:xfrm>
              <a:off x="8872390" y="3652444"/>
              <a:ext cx="334182" cy="334182"/>
              <a:chOff x="-83525" y="4333650"/>
              <a:chExt cx="539700" cy="539700"/>
            </a:xfrm>
          </p:grpSpPr>
          <p:sp>
            <p:nvSpPr>
              <p:cNvPr id="1284" name="Google Shape;1284;p4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4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86" name="Google Shape;1286;p47"/>
            <p:cNvGrpSpPr/>
            <p:nvPr/>
          </p:nvGrpSpPr>
          <p:grpSpPr>
            <a:xfrm>
              <a:off x="8538215" y="3184619"/>
              <a:ext cx="334182" cy="334182"/>
              <a:chOff x="-83525" y="4333650"/>
              <a:chExt cx="539700" cy="539700"/>
            </a:xfrm>
          </p:grpSpPr>
          <p:sp>
            <p:nvSpPr>
              <p:cNvPr id="1287" name="Google Shape;1287;p4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4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89" name="Google Shape;1289;p47"/>
            <p:cNvGrpSpPr/>
            <p:nvPr/>
          </p:nvGrpSpPr>
          <p:grpSpPr>
            <a:xfrm>
              <a:off x="8725315" y="1218294"/>
              <a:ext cx="334182" cy="334182"/>
              <a:chOff x="-83525" y="4333650"/>
              <a:chExt cx="539700" cy="539700"/>
            </a:xfrm>
          </p:grpSpPr>
          <p:sp>
            <p:nvSpPr>
              <p:cNvPr id="1290" name="Google Shape;1290;p4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4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92" name="Google Shape;1292;p47"/>
            <p:cNvGrpSpPr/>
            <p:nvPr/>
          </p:nvGrpSpPr>
          <p:grpSpPr>
            <a:xfrm>
              <a:off x="828790" y="126744"/>
              <a:ext cx="334182" cy="334182"/>
              <a:chOff x="-83525" y="4333650"/>
              <a:chExt cx="539700" cy="539700"/>
            </a:xfrm>
          </p:grpSpPr>
          <p:sp>
            <p:nvSpPr>
              <p:cNvPr id="1293" name="Google Shape;1293;p4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4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95" name="Google Shape;1295;p47"/>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1296" name="Google Shape;1296;p47"/>
          <p:cNvSpPr txBox="1"/>
          <p:nvPr>
            <p:ph idx="2" type="title"/>
          </p:nvPr>
        </p:nvSpPr>
        <p:spPr>
          <a:xfrm>
            <a:off x="1845637" y="18524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297" name="Google Shape;1297;p47"/>
          <p:cNvSpPr txBox="1"/>
          <p:nvPr>
            <p:ph idx="1" type="subTitle"/>
          </p:nvPr>
        </p:nvSpPr>
        <p:spPr>
          <a:xfrm>
            <a:off x="1845649" y="22104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98" name="Google Shape;1298;p47"/>
          <p:cNvSpPr txBox="1"/>
          <p:nvPr>
            <p:ph idx="3" type="title"/>
          </p:nvPr>
        </p:nvSpPr>
        <p:spPr>
          <a:xfrm>
            <a:off x="5713462" y="18524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299" name="Google Shape;1299;p47"/>
          <p:cNvSpPr txBox="1"/>
          <p:nvPr>
            <p:ph idx="4" type="subTitle"/>
          </p:nvPr>
        </p:nvSpPr>
        <p:spPr>
          <a:xfrm>
            <a:off x="5713471" y="22104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00" name="Google Shape;1300;p47"/>
          <p:cNvSpPr txBox="1"/>
          <p:nvPr>
            <p:ph idx="5" type="title"/>
          </p:nvPr>
        </p:nvSpPr>
        <p:spPr>
          <a:xfrm>
            <a:off x="1845625" y="34526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01" name="Google Shape;1301;p47"/>
          <p:cNvSpPr txBox="1"/>
          <p:nvPr>
            <p:ph idx="6" type="subTitle"/>
          </p:nvPr>
        </p:nvSpPr>
        <p:spPr>
          <a:xfrm>
            <a:off x="1845637" y="38106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02" name="Google Shape;1302;p47"/>
          <p:cNvSpPr txBox="1"/>
          <p:nvPr>
            <p:ph idx="7" type="title"/>
          </p:nvPr>
        </p:nvSpPr>
        <p:spPr>
          <a:xfrm>
            <a:off x="5713450" y="34526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03" name="Google Shape;1303;p47"/>
          <p:cNvSpPr txBox="1"/>
          <p:nvPr>
            <p:ph idx="8" type="subTitle"/>
          </p:nvPr>
        </p:nvSpPr>
        <p:spPr>
          <a:xfrm>
            <a:off x="5713459" y="38106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04" name="Shape 1304"/>
        <p:cNvGrpSpPr/>
        <p:nvPr/>
      </p:nvGrpSpPr>
      <p:grpSpPr>
        <a:xfrm>
          <a:off x="0" y="0"/>
          <a:ext cx="0" cy="0"/>
          <a:chOff x="0" y="0"/>
          <a:chExt cx="0" cy="0"/>
        </a:xfrm>
      </p:grpSpPr>
      <p:grpSp>
        <p:nvGrpSpPr>
          <p:cNvPr id="1305" name="Google Shape;1305;p48"/>
          <p:cNvGrpSpPr/>
          <p:nvPr/>
        </p:nvGrpSpPr>
        <p:grpSpPr>
          <a:xfrm>
            <a:off x="0" y="0"/>
            <a:ext cx="9144000" cy="5143500"/>
            <a:chOff x="0" y="0"/>
            <a:chExt cx="9144000" cy="5143500"/>
          </a:xfrm>
        </p:grpSpPr>
        <p:sp>
          <p:nvSpPr>
            <p:cNvPr id="1306" name="Google Shape;1306;p48"/>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48"/>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08" name="Google Shape;1308;p48"/>
          <p:cNvGrpSpPr/>
          <p:nvPr/>
        </p:nvGrpSpPr>
        <p:grpSpPr>
          <a:xfrm>
            <a:off x="-57340" y="-86000"/>
            <a:ext cx="9209740" cy="5293875"/>
            <a:chOff x="-57340" y="-86000"/>
            <a:chExt cx="9209740" cy="5293875"/>
          </a:xfrm>
        </p:grpSpPr>
        <p:cxnSp>
          <p:nvCxnSpPr>
            <p:cNvPr id="1309" name="Google Shape;1309;p48"/>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1310" name="Google Shape;1310;p48"/>
            <p:cNvCxnSpPr/>
            <p:nvPr/>
          </p:nvCxnSpPr>
          <p:spPr>
            <a:xfrm>
              <a:off x="2100" y="224950"/>
              <a:ext cx="9150300" cy="168300"/>
            </a:xfrm>
            <a:prstGeom prst="straightConnector1">
              <a:avLst/>
            </a:prstGeom>
            <a:noFill/>
            <a:ln cap="rnd" cmpd="sng" w="9525">
              <a:solidFill>
                <a:schemeClr val="accent4"/>
              </a:solidFill>
              <a:prstDash val="solid"/>
              <a:round/>
              <a:headEnd len="sm" w="sm" type="none"/>
              <a:tailEnd len="sm" w="sm" type="none"/>
            </a:ln>
          </p:spPr>
        </p:cxnSp>
        <p:cxnSp>
          <p:nvCxnSpPr>
            <p:cNvPr id="1311" name="Google Shape;1311;p48"/>
            <p:cNvCxnSpPr/>
            <p:nvPr/>
          </p:nvCxnSpPr>
          <p:spPr>
            <a:xfrm>
              <a:off x="7997725" y="-37700"/>
              <a:ext cx="1153800" cy="3187200"/>
            </a:xfrm>
            <a:prstGeom prst="straightConnector1">
              <a:avLst/>
            </a:prstGeom>
            <a:noFill/>
            <a:ln cap="rnd" cmpd="sng" w="9525">
              <a:solidFill>
                <a:schemeClr val="accent4"/>
              </a:solidFill>
              <a:prstDash val="solid"/>
              <a:round/>
              <a:headEnd len="sm" w="sm" type="none"/>
              <a:tailEnd len="sm" w="sm" type="none"/>
            </a:ln>
          </p:spPr>
        </p:cxnSp>
        <p:cxnSp>
          <p:nvCxnSpPr>
            <p:cNvPr id="1312" name="Google Shape;1312;p48"/>
            <p:cNvCxnSpPr/>
            <p:nvPr/>
          </p:nvCxnSpPr>
          <p:spPr>
            <a:xfrm>
              <a:off x="-11075" y="1777375"/>
              <a:ext cx="1284900" cy="3430500"/>
            </a:xfrm>
            <a:prstGeom prst="straightConnector1">
              <a:avLst/>
            </a:prstGeom>
            <a:noFill/>
            <a:ln cap="rnd" cmpd="sng" w="9525">
              <a:solidFill>
                <a:schemeClr val="accent4"/>
              </a:solidFill>
              <a:prstDash val="solid"/>
              <a:round/>
              <a:headEnd len="sm" w="sm" type="none"/>
              <a:tailEnd len="sm" w="sm" type="none"/>
            </a:ln>
          </p:spPr>
        </p:cxnSp>
        <p:cxnSp>
          <p:nvCxnSpPr>
            <p:cNvPr id="1313" name="Google Shape;1313;p48"/>
            <p:cNvCxnSpPr/>
            <p:nvPr/>
          </p:nvCxnSpPr>
          <p:spPr>
            <a:xfrm>
              <a:off x="-30475" y="4227975"/>
              <a:ext cx="3823500" cy="929400"/>
            </a:xfrm>
            <a:prstGeom prst="straightConnector1">
              <a:avLst/>
            </a:prstGeom>
            <a:noFill/>
            <a:ln cap="rnd" cmpd="sng" w="9525">
              <a:solidFill>
                <a:schemeClr val="accent4"/>
              </a:solidFill>
              <a:prstDash val="solid"/>
              <a:round/>
              <a:headEnd len="sm" w="sm" type="none"/>
              <a:tailEnd len="sm" w="sm" type="none"/>
            </a:ln>
          </p:spPr>
        </p:cxnSp>
        <p:grpSp>
          <p:nvGrpSpPr>
            <p:cNvPr id="1314" name="Google Shape;1314;p48"/>
            <p:cNvGrpSpPr/>
            <p:nvPr/>
          </p:nvGrpSpPr>
          <p:grpSpPr>
            <a:xfrm>
              <a:off x="525404" y="45405"/>
              <a:ext cx="389178" cy="389178"/>
              <a:chOff x="-83525" y="4333650"/>
              <a:chExt cx="539700" cy="539700"/>
            </a:xfrm>
          </p:grpSpPr>
          <p:sp>
            <p:nvSpPr>
              <p:cNvPr id="1315" name="Google Shape;1315;p4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4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7" name="Google Shape;1317;p48"/>
            <p:cNvGrpSpPr/>
            <p:nvPr/>
          </p:nvGrpSpPr>
          <p:grpSpPr>
            <a:xfrm>
              <a:off x="7894902" y="126996"/>
              <a:ext cx="482600" cy="482600"/>
              <a:chOff x="-83525" y="4333650"/>
              <a:chExt cx="539700" cy="539700"/>
            </a:xfrm>
          </p:grpSpPr>
          <p:sp>
            <p:nvSpPr>
              <p:cNvPr id="1318" name="Google Shape;1318;p4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4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20" name="Google Shape;1320;p48"/>
            <p:cNvGrpSpPr/>
            <p:nvPr/>
          </p:nvGrpSpPr>
          <p:grpSpPr>
            <a:xfrm>
              <a:off x="8668547" y="2101237"/>
              <a:ext cx="344976" cy="344976"/>
              <a:chOff x="-83525" y="4333650"/>
              <a:chExt cx="539700" cy="539700"/>
            </a:xfrm>
          </p:grpSpPr>
          <p:sp>
            <p:nvSpPr>
              <p:cNvPr id="1321" name="Google Shape;1321;p4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4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23" name="Google Shape;1323;p48"/>
            <p:cNvGrpSpPr/>
            <p:nvPr/>
          </p:nvGrpSpPr>
          <p:grpSpPr>
            <a:xfrm>
              <a:off x="758689" y="4234209"/>
              <a:ext cx="482600" cy="482600"/>
              <a:chOff x="-83525" y="4333650"/>
              <a:chExt cx="539700" cy="539700"/>
            </a:xfrm>
          </p:grpSpPr>
          <p:sp>
            <p:nvSpPr>
              <p:cNvPr id="1324" name="Google Shape;1324;p4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4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26" name="Google Shape;1326;p48"/>
            <p:cNvGrpSpPr/>
            <p:nvPr/>
          </p:nvGrpSpPr>
          <p:grpSpPr>
            <a:xfrm>
              <a:off x="-57340" y="1926600"/>
              <a:ext cx="344976" cy="344976"/>
              <a:chOff x="-83525" y="4333650"/>
              <a:chExt cx="539700" cy="539700"/>
            </a:xfrm>
          </p:grpSpPr>
          <p:sp>
            <p:nvSpPr>
              <p:cNvPr id="1327" name="Google Shape;1327;p4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4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329" name="Google Shape;1329;p48"/>
          <p:cNvSpPr txBox="1"/>
          <p:nvPr>
            <p:ph type="title"/>
          </p:nvPr>
        </p:nvSpPr>
        <p:spPr>
          <a:xfrm>
            <a:off x="4063800" y="2677350"/>
            <a:ext cx="4360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330" name="Google Shape;1330;p48"/>
          <p:cNvSpPr txBox="1"/>
          <p:nvPr>
            <p:ph idx="2" type="title"/>
          </p:nvPr>
        </p:nvSpPr>
        <p:spPr>
          <a:xfrm>
            <a:off x="5468750" y="7317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331" name="Google Shape;1331;p48"/>
          <p:cNvSpPr txBox="1"/>
          <p:nvPr>
            <p:ph idx="1" type="subTitle"/>
          </p:nvPr>
        </p:nvSpPr>
        <p:spPr>
          <a:xfrm rot="462">
            <a:off x="5127418" y="3972750"/>
            <a:ext cx="2233200" cy="63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32" name="Shape 1332"/>
        <p:cNvGrpSpPr/>
        <p:nvPr/>
      </p:nvGrpSpPr>
      <p:grpSpPr>
        <a:xfrm>
          <a:off x="0" y="0"/>
          <a:ext cx="0" cy="0"/>
          <a:chOff x="0" y="0"/>
          <a:chExt cx="0" cy="0"/>
        </a:xfrm>
      </p:grpSpPr>
      <p:sp>
        <p:nvSpPr>
          <p:cNvPr id="1333" name="Google Shape;1333;p49"/>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34" name="Google Shape;1334;p49"/>
          <p:cNvGrpSpPr/>
          <p:nvPr/>
        </p:nvGrpSpPr>
        <p:grpSpPr>
          <a:xfrm>
            <a:off x="-12825" y="-92425"/>
            <a:ext cx="9277475" cy="5339875"/>
            <a:chOff x="-12825" y="-92425"/>
            <a:chExt cx="9277475" cy="5339875"/>
          </a:xfrm>
        </p:grpSpPr>
        <p:cxnSp>
          <p:nvCxnSpPr>
            <p:cNvPr id="1335" name="Google Shape;1335;p49"/>
            <p:cNvCxnSpPr/>
            <p:nvPr/>
          </p:nvCxnSpPr>
          <p:spPr>
            <a:xfrm>
              <a:off x="7595400" y="-15300"/>
              <a:ext cx="1566600" cy="3649800"/>
            </a:xfrm>
            <a:prstGeom prst="straightConnector1">
              <a:avLst/>
            </a:prstGeom>
            <a:noFill/>
            <a:ln cap="rnd" cmpd="sng" w="9525">
              <a:solidFill>
                <a:schemeClr val="accent4"/>
              </a:solidFill>
              <a:prstDash val="solid"/>
              <a:round/>
              <a:headEnd len="sm" w="sm" type="none"/>
              <a:tailEnd len="sm" w="sm" type="none"/>
            </a:ln>
          </p:spPr>
        </p:cxnSp>
        <p:cxnSp>
          <p:nvCxnSpPr>
            <p:cNvPr id="1336" name="Google Shape;1336;p49"/>
            <p:cNvCxnSpPr/>
            <p:nvPr/>
          </p:nvCxnSpPr>
          <p:spPr>
            <a:xfrm flipH="1">
              <a:off x="8397150" y="-53850"/>
              <a:ext cx="334200" cy="5301300"/>
            </a:xfrm>
            <a:prstGeom prst="straightConnector1">
              <a:avLst/>
            </a:prstGeom>
            <a:noFill/>
            <a:ln cap="rnd" cmpd="sng" w="9525">
              <a:solidFill>
                <a:schemeClr val="accent4"/>
              </a:solidFill>
              <a:prstDash val="solid"/>
              <a:round/>
              <a:headEnd len="sm" w="sm" type="none"/>
              <a:tailEnd len="sm" w="sm" type="none"/>
            </a:ln>
          </p:spPr>
        </p:cxnSp>
        <p:cxnSp>
          <p:nvCxnSpPr>
            <p:cNvPr id="1337" name="Google Shape;1337;p49"/>
            <p:cNvCxnSpPr/>
            <p:nvPr/>
          </p:nvCxnSpPr>
          <p:spPr>
            <a:xfrm flipH="1" rot="10800000">
              <a:off x="3442850" y="4604900"/>
              <a:ext cx="5821800" cy="552600"/>
            </a:xfrm>
            <a:prstGeom prst="straightConnector1">
              <a:avLst/>
            </a:prstGeom>
            <a:noFill/>
            <a:ln cap="rnd" cmpd="sng" w="9525">
              <a:solidFill>
                <a:schemeClr val="accent4"/>
              </a:solidFill>
              <a:prstDash val="solid"/>
              <a:round/>
              <a:headEnd len="sm" w="sm" type="none"/>
              <a:tailEnd len="sm" w="sm" type="none"/>
            </a:ln>
          </p:spPr>
        </p:cxnSp>
        <p:cxnSp>
          <p:nvCxnSpPr>
            <p:cNvPr id="1338" name="Google Shape;1338;p49"/>
            <p:cNvCxnSpPr/>
            <p:nvPr/>
          </p:nvCxnSpPr>
          <p:spPr>
            <a:xfrm>
              <a:off x="-12825" y="3075525"/>
              <a:ext cx="2949600" cy="2127000"/>
            </a:xfrm>
            <a:prstGeom prst="straightConnector1">
              <a:avLst/>
            </a:prstGeom>
            <a:noFill/>
            <a:ln cap="rnd" cmpd="sng" w="9525">
              <a:solidFill>
                <a:schemeClr val="accent4"/>
              </a:solidFill>
              <a:prstDash val="solid"/>
              <a:round/>
              <a:headEnd len="sm" w="sm" type="none"/>
              <a:tailEnd len="sm" w="sm" type="none"/>
            </a:ln>
          </p:spPr>
        </p:cxnSp>
        <p:cxnSp>
          <p:nvCxnSpPr>
            <p:cNvPr id="1339" name="Google Shape;1339;p49"/>
            <p:cNvCxnSpPr/>
            <p:nvPr/>
          </p:nvCxnSpPr>
          <p:spPr>
            <a:xfrm flipH="1" rot="10800000">
              <a:off x="147875" y="3962200"/>
              <a:ext cx="2750400" cy="1266000"/>
            </a:xfrm>
            <a:prstGeom prst="straightConnector1">
              <a:avLst/>
            </a:prstGeom>
            <a:noFill/>
            <a:ln cap="rnd" cmpd="sng" w="9525">
              <a:solidFill>
                <a:schemeClr val="accent4"/>
              </a:solidFill>
              <a:prstDash val="solid"/>
              <a:round/>
              <a:headEnd len="sm" w="sm" type="none"/>
              <a:tailEnd len="sm" w="sm" type="none"/>
            </a:ln>
          </p:spPr>
        </p:cxnSp>
        <p:cxnSp>
          <p:nvCxnSpPr>
            <p:cNvPr id="1340" name="Google Shape;1340;p49"/>
            <p:cNvCxnSpPr/>
            <p:nvPr/>
          </p:nvCxnSpPr>
          <p:spPr>
            <a:xfrm flipH="1">
              <a:off x="-12650" y="-92425"/>
              <a:ext cx="1047300" cy="3887700"/>
            </a:xfrm>
            <a:prstGeom prst="straightConnector1">
              <a:avLst/>
            </a:prstGeom>
            <a:noFill/>
            <a:ln cap="rnd" cmpd="sng" w="9525">
              <a:solidFill>
                <a:schemeClr val="accent4"/>
              </a:solidFill>
              <a:prstDash val="solid"/>
              <a:round/>
              <a:headEnd len="sm" w="sm" type="none"/>
              <a:tailEnd len="sm" w="sm" type="none"/>
            </a:ln>
          </p:spPr>
        </p:cxnSp>
        <p:grpSp>
          <p:nvGrpSpPr>
            <p:cNvPr id="1341" name="Google Shape;1341;p49"/>
            <p:cNvGrpSpPr/>
            <p:nvPr/>
          </p:nvGrpSpPr>
          <p:grpSpPr>
            <a:xfrm>
              <a:off x="8224354" y="1932423"/>
              <a:ext cx="718341" cy="718341"/>
              <a:chOff x="-83525" y="4333650"/>
              <a:chExt cx="539700" cy="539700"/>
            </a:xfrm>
          </p:grpSpPr>
          <p:sp>
            <p:nvSpPr>
              <p:cNvPr id="1342" name="Google Shape;1342;p4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4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44" name="Google Shape;1344;p49"/>
            <p:cNvGrpSpPr/>
            <p:nvPr/>
          </p:nvGrpSpPr>
          <p:grpSpPr>
            <a:xfrm>
              <a:off x="8197378" y="4416358"/>
              <a:ext cx="533979" cy="533979"/>
              <a:chOff x="-83525" y="4333650"/>
              <a:chExt cx="539700" cy="539700"/>
            </a:xfrm>
          </p:grpSpPr>
          <p:sp>
            <p:nvSpPr>
              <p:cNvPr id="1345" name="Google Shape;1345;p4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4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47" name="Google Shape;1347;p49"/>
            <p:cNvGrpSpPr/>
            <p:nvPr/>
          </p:nvGrpSpPr>
          <p:grpSpPr>
            <a:xfrm>
              <a:off x="1483629" y="4040123"/>
              <a:ext cx="718341" cy="718341"/>
              <a:chOff x="-83525" y="4333650"/>
              <a:chExt cx="539700" cy="539700"/>
            </a:xfrm>
          </p:grpSpPr>
          <p:sp>
            <p:nvSpPr>
              <p:cNvPr id="1348" name="Google Shape;1348;p4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4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50" name="Google Shape;1350;p49"/>
            <p:cNvGrpSpPr/>
            <p:nvPr/>
          </p:nvGrpSpPr>
          <p:grpSpPr>
            <a:xfrm>
              <a:off x="-12648" y="3015157"/>
              <a:ext cx="334182" cy="334182"/>
              <a:chOff x="-83525" y="4333650"/>
              <a:chExt cx="539700" cy="539700"/>
            </a:xfrm>
          </p:grpSpPr>
          <p:sp>
            <p:nvSpPr>
              <p:cNvPr id="1351" name="Google Shape;1351;p4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4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53" name="Google Shape;1353;p49"/>
            <p:cNvGrpSpPr/>
            <p:nvPr/>
          </p:nvGrpSpPr>
          <p:grpSpPr>
            <a:xfrm>
              <a:off x="705394" y="372757"/>
              <a:ext cx="334182" cy="334182"/>
              <a:chOff x="-83525" y="4333650"/>
              <a:chExt cx="539700" cy="539700"/>
            </a:xfrm>
          </p:grpSpPr>
          <p:sp>
            <p:nvSpPr>
              <p:cNvPr id="1354" name="Google Shape;1354;p4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4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356" name="Google Shape;1356;p49"/>
          <p:cNvSpPr txBox="1"/>
          <p:nvPr>
            <p:ph idx="1" type="subTitle"/>
          </p:nvPr>
        </p:nvSpPr>
        <p:spPr>
          <a:xfrm>
            <a:off x="720000" y="1692750"/>
            <a:ext cx="2907600" cy="4773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000"/>
              <a:buFont typeface="Jua"/>
              <a:buNone/>
              <a:defRPr b="1" sz="2000">
                <a:latin typeface="Oxanium"/>
                <a:ea typeface="Oxanium"/>
                <a:cs typeface="Oxanium"/>
                <a:sym typeface="Oxanium"/>
              </a:defRPr>
            </a:lvl1pPr>
            <a:lvl2pPr lvl="1" algn="ctr">
              <a:lnSpc>
                <a:spcPct val="100000"/>
              </a:lnSpc>
              <a:spcBef>
                <a:spcPts val="0"/>
              </a:spcBef>
              <a:spcAft>
                <a:spcPts val="0"/>
              </a:spcAft>
              <a:buSzPts val="2000"/>
              <a:buFont typeface="Jua"/>
              <a:buNone/>
              <a:defRPr b="1" sz="2000">
                <a:latin typeface="Jua"/>
                <a:ea typeface="Jua"/>
                <a:cs typeface="Jua"/>
                <a:sym typeface="Jua"/>
              </a:defRPr>
            </a:lvl2pPr>
            <a:lvl3pPr lvl="2" algn="ctr">
              <a:lnSpc>
                <a:spcPct val="100000"/>
              </a:lnSpc>
              <a:spcBef>
                <a:spcPts val="1600"/>
              </a:spcBef>
              <a:spcAft>
                <a:spcPts val="0"/>
              </a:spcAft>
              <a:buSzPts val="2000"/>
              <a:buFont typeface="Jua"/>
              <a:buNone/>
              <a:defRPr b="1" sz="2000">
                <a:latin typeface="Jua"/>
                <a:ea typeface="Jua"/>
                <a:cs typeface="Jua"/>
                <a:sym typeface="Jua"/>
              </a:defRPr>
            </a:lvl3pPr>
            <a:lvl4pPr lvl="3" algn="ctr">
              <a:lnSpc>
                <a:spcPct val="100000"/>
              </a:lnSpc>
              <a:spcBef>
                <a:spcPts val="1600"/>
              </a:spcBef>
              <a:spcAft>
                <a:spcPts val="0"/>
              </a:spcAft>
              <a:buSzPts val="2000"/>
              <a:buFont typeface="Jua"/>
              <a:buNone/>
              <a:defRPr b="1" sz="2000">
                <a:latin typeface="Jua"/>
                <a:ea typeface="Jua"/>
                <a:cs typeface="Jua"/>
                <a:sym typeface="Jua"/>
              </a:defRPr>
            </a:lvl4pPr>
            <a:lvl5pPr lvl="4" algn="ctr">
              <a:lnSpc>
                <a:spcPct val="100000"/>
              </a:lnSpc>
              <a:spcBef>
                <a:spcPts val="1600"/>
              </a:spcBef>
              <a:spcAft>
                <a:spcPts val="0"/>
              </a:spcAft>
              <a:buSzPts val="2000"/>
              <a:buFont typeface="Jua"/>
              <a:buNone/>
              <a:defRPr b="1" sz="2000">
                <a:latin typeface="Jua"/>
                <a:ea typeface="Jua"/>
                <a:cs typeface="Jua"/>
                <a:sym typeface="Jua"/>
              </a:defRPr>
            </a:lvl5pPr>
            <a:lvl6pPr lvl="5" algn="ctr">
              <a:lnSpc>
                <a:spcPct val="100000"/>
              </a:lnSpc>
              <a:spcBef>
                <a:spcPts val="1600"/>
              </a:spcBef>
              <a:spcAft>
                <a:spcPts val="0"/>
              </a:spcAft>
              <a:buSzPts val="2000"/>
              <a:buFont typeface="Jua"/>
              <a:buNone/>
              <a:defRPr b="1" sz="2000">
                <a:latin typeface="Jua"/>
                <a:ea typeface="Jua"/>
                <a:cs typeface="Jua"/>
                <a:sym typeface="Jua"/>
              </a:defRPr>
            </a:lvl6pPr>
            <a:lvl7pPr lvl="6" algn="ctr">
              <a:lnSpc>
                <a:spcPct val="100000"/>
              </a:lnSpc>
              <a:spcBef>
                <a:spcPts val="1600"/>
              </a:spcBef>
              <a:spcAft>
                <a:spcPts val="0"/>
              </a:spcAft>
              <a:buSzPts val="2000"/>
              <a:buFont typeface="Jua"/>
              <a:buNone/>
              <a:defRPr b="1" sz="2000">
                <a:latin typeface="Jua"/>
                <a:ea typeface="Jua"/>
                <a:cs typeface="Jua"/>
                <a:sym typeface="Jua"/>
              </a:defRPr>
            </a:lvl7pPr>
            <a:lvl8pPr lvl="7" algn="ctr">
              <a:lnSpc>
                <a:spcPct val="100000"/>
              </a:lnSpc>
              <a:spcBef>
                <a:spcPts val="1600"/>
              </a:spcBef>
              <a:spcAft>
                <a:spcPts val="0"/>
              </a:spcAft>
              <a:buSzPts val="2000"/>
              <a:buFont typeface="Jua"/>
              <a:buNone/>
              <a:defRPr b="1" sz="2000">
                <a:latin typeface="Jua"/>
                <a:ea typeface="Jua"/>
                <a:cs typeface="Jua"/>
                <a:sym typeface="Jua"/>
              </a:defRPr>
            </a:lvl8pPr>
            <a:lvl9pPr lvl="8" algn="ctr">
              <a:lnSpc>
                <a:spcPct val="100000"/>
              </a:lnSpc>
              <a:spcBef>
                <a:spcPts val="1600"/>
              </a:spcBef>
              <a:spcAft>
                <a:spcPts val="1600"/>
              </a:spcAft>
              <a:buSzPts val="2000"/>
              <a:buFont typeface="Jua"/>
              <a:buNone/>
              <a:defRPr b="1" sz="2000">
                <a:latin typeface="Jua"/>
                <a:ea typeface="Jua"/>
                <a:cs typeface="Jua"/>
                <a:sym typeface="Jua"/>
              </a:defRPr>
            </a:lvl9pPr>
          </a:lstStyle>
          <a:p/>
        </p:txBody>
      </p:sp>
      <p:sp>
        <p:nvSpPr>
          <p:cNvPr id="1357" name="Google Shape;1357;p49"/>
          <p:cNvSpPr txBox="1"/>
          <p:nvPr>
            <p:ph idx="2" type="subTitle"/>
          </p:nvPr>
        </p:nvSpPr>
        <p:spPr>
          <a:xfrm>
            <a:off x="5516400" y="3158775"/>
            <a:ext cx="2907600" cy="477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Font typeface="Jua"/>
              <a:buNone/>
              <a:defRPr b="1" sz="2000">
                <a:latin typeface="Oxanium"/>
                <a:ea typeface="Oxanium"/>
                <a:cs typeface="Oxanium"/>
                <a:sym typeface="Oxanium"/>
              </a:defRPr>
            </a:lvl1pPr>
            <a:lvl2pPr lvl="1" algn="ctr">
              <a:lnSpc>
                <a:spcPct val="100000"/>
              </a:lnSpc>
              <a:spcBef>
                <a:spcPts val="0"/>
              </a:spcBef>
              <a:spcAft>
                <a:spcPts val="0"/>
              </a:spcAft>
              <a:buSzPts val="2000"/>
              <a:buFont typeface="Jua"/>
              <a:buNone/>
              <a:defRPr b="1" sz="2000">
                <a:latin typeface="Jua"/>
                <a:ea typeface="Jua"/>
                <a:cs typeface="Jua"/>
                <a:sym typeface="Jua"/>
              </a:defRPr>
            </a:lvl2pPr>
            <a:lvl3pPr lvl="2" algn="ctr">
              <a:lnSpc>
                <a:spcPct val="100000"/>
              </a:lnSpc>
              <a:spcBef>
                <a:spcPts val="1600"/>
              </a:spcBef>
              <a:spcAft>
                <a:spcPts val="0"/>
              </a:spcAft>
              <a:buSzPts val="2000"/>
              <a:buFont typeface="Jua"/>
              <a:buNone/>
              <a:defRPr b="1" sz="2000">
                <a:latin typeface="Jua"/>
                <a:ea typeface="Jua"/>
                <a:cs typeface="Jua"/>
                <a:sym typeface="Jua"/>
              </a:defRPr>
            </a:lvl3pPr>
            <a:lvl4pPr lvl="3" algn="ctr">
              <a:lnSpc>
                <a:spcPct val="100000"/>
              </a:lnSpc>
              <a:spcBef>
                <a:spcPts val="1600"/>
              </a:spcBef>
              <a:spcAft>
                <a:spcPts val="0"/>
              </a:spcAft>
              <a:buSzPts val="2000"/>
              <a:buFont typeface="Jua"/>
              <a:buNone/>
              <a:defRPr b="1" sz="2000">
                <a:latin typeface="Jua"/>
                <a:ea typeface="Jua"/>
                <a:cs typeface="Jua"/>
                <a:sym typeface="Jua"/>
              </a:defRPr>
            </a:lvl4pPr>
            <a:lvl5pPr lvl="4" algn="ctr">
              <a:lnSpc>
                <a:spcPct val="100000"/>
              </a:lnSpc>
              <a:spcBef>
                <a:spcPts val="1600"/>
              </a:spcBef>
              <a:spcAft>
                <a:spcPts val="0"/>
              </a:spcAft>
              <a:buSzPts val="2000"/>
              <a:buFont typeface="Jua"/>
              <a:buNone/>
              <a:defRPr b="1" sz="2000">
                <a:latin typeface="Jua"/>
                <a:ea typeface="Jua"/>
                <a:cs typeface="Jua"/>
                <a:sym typeface="Jua"/>
              </a:defRPr>
            </a:lvl5pPr>
            <a:lvl6pPr lvl="5" algn="ctr">
              <a:lnSpc>
                <a:spcPct val="100000"/>
              </a:lnSpc>
              <a:spcBef>
                <a:spcPts val="1600"/>
              </a:spcBef>
              <a:spcAft>
                <a:spcPts val="0"/>
              </a:spcAft>
              <a:buSzPts val="2000"/>
              <a:buFont typeface="Jua"/>
              <a:buNone/>
              <a:defRPr b="1" sz="2000">
                <a:latin typeface="Jua"/>
                <a:ea typeface="Jua"/>
                <a:cs typeface="Jua"/>
                <a:sym typeface="Jua"/>
              </a:defRPr>
            </a:lvl6pPr>
            <a:lvl7pPr lvl="6" algn="ctr">
              <a:lnSpc>
                <a:spcPct val="100000"/>
              </a:lnSpc>
              <a:spcBef>
                <a:spcPts val="1600"/>
              </a:spcBef>
              <a:spcAft>
                <a:spcPts val="0"/>
              </a:spcAft>
              <a:buSzPts val="2000"/>
              <a:buFont typeface="Jua"/>
              <a:buNone/>
              <a:defRPr b="1" sz="2000">
                <a:latin typeface="Jua"/>
                <a:ea typeface="Jua"/>
                <a:cs typeface="Jua"/>
                <a:sym typeface="Jua"/>
              </a:defRPr>
            </a:lvl7pPr>
            <a:lvl8pPr lvl="7" algn="ctr">
              <a:lnSpc>
                <a:spcPct val="100000"/>
              </a:lnSpc>
              <a:spcBef>
                <a:spcPts val="1600"/>
              </a:spcBef>
              <a:spcAft>
                <a:spcPts val="0"/>
              </a:spcAft>
              <a:buSzPts val="2000"/>
              <a:buFont typeface="Jua"/>
              <a:buNone/>
              <a:defRPr b="1" sz="2000">
                <a:latin typeface="Jua"/>
                <a:ea typeface="Jua"/>
                <a:cs typeface="Jua"/>
                <a:sym typeface="Jua"/>
              </a:defRPr>
            </a:lvl8pPr>
            <a:lvl9pPr lvl="8" algn="ctr">
              <a:lnSpc>
                <a:spcPct val="100000"/>
              </a:lnSpc>
              <a:spcBef>
                <a:spcPts val="1600"/>
              </a:spcBef>
              <a:spcAft>
                <a:spcPts val="1600"/>
              </a:spcAft>
              <a:buSzPts val="2000"/>
              <a:buFont typeface="Jua"/>
              <a:buNone/>
              <a:defRPr b="1" sz="2000">
                <a:latin typeface="Jua"/>
                <a:ea typeface="Jua"/>
                <a:cs typeface="Jua"/>
                <a:sym typeface="Jua"/>
              </a:defRPr>
            </a:lvl9pPr>
          </a:lstStyle>
          <a:p/>
        </p:txBody>
      </p:sp>
      <p:sp>
        <p:nvSpPr>
          <p:cNvPr id="1358" name="Google Shape;1358;p49"/>
          <p:cNvSpPr txBox="1"/>
          <p:nvPr>
            <p:ph idx="3" type="subTitle"/>
          </p:nvPr>
        </p:nvSpPr>
        <p:spPr>
          <a:xfrm>
            <a:off x="720000" y="2073850"/>
            <a:ext cx="2907600" cy="816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9" name="Google Shape;1359;p49"/>
          <p:cNvSpPr txBox="1"/>
          <p:nvPr>
            <p:ph idx="4" type="subTitle"/>
          </p:nvPr>
        </p:nvSpPr>
        <p:spPr>
          <a:xfrm>
            <a:off x="5516400" y="3539875"/>
            <a:ext cx="2907600" cy="81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60" name="Google Shape;1360;p49"/>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61" name="Shape 1361"/>
        <p:cNvGrpSpPr/>
        <p:nvPr/>
      </p:nvGrpSpPr>
      <p:grpSpPr>
        <a:xfrm>
          <a:off x="0" y="0"/>
          <a:ext cx="0" cy="0"/>
          <a:chOff x="0" y="0"/>
          <a:chExt cx="0" cy="0"/>
        </a:xfrm>
      </p:grpSpPr>
      <p:grpSp>
        <p:nvGrpSpPr>
          <p:cNvPr id="1362" name="Google Shape;1362;p50"/>
          <p:cNvGrpSpPr/>
          <p:nvPr/>
        </p:nvGrpSpPr>
        <p:grpSpPr>
          <a:xfrm flipH="1" rot="10800000">
            <a:off x="0" y="0"/>
            <a:ext cx="9144000" cy="5143500"/>
            <a:chOff x="0" y="0"/>
            <a:chExt cx="9144000" cy="5143500"/>
          </a:xfrm>
        </p:grpSpPr>
        <p:sp>
          <p:nvSpPr>
            <p:cNvPr id="1363" name="Google Shape;1363;p50"/>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50"/>
            <p:cNvSpPr/>
            <p:nvPr/>
          </p:nvSpPr>
          <p:spPr>
            <a:xfrm>
              <a:off x="0" y="0"/>
              <a:ext cx="9144000" cy="5143500"/>
            </a:xfrm>
            <a:prstGeom prst="rect">
              <a:avLst/>
            </a:prstGeom>
            <a:gradFill>
              <a:gsLst>
                <a:gs pos="0">
                  <a:srgbClr val="20F8FD">
                    <a:alpha val="28235"/>
                  </a:srgbClr>
                </a:gs>
                <a:gs pos="50000">
                  <a:srgbClr val="0182AA">
                    <a:alpha val="35294"/>
                  </a:srgbClr>
                </a:gs>
                <a:gs pos="63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65" name="Google Shape;1365;p50"/>
          <p:cNvGrpSpPr/>
          <p:nvPr/>
        </p:nvGrpSpPr>
        <p:grpSpPr>
          <a:xfrm rot="10800000">
            <a:off x="-24925" y="-37705"/>
            <a:ext cx="9280375" cy="5214400"/>
            <a:chOff x="-24925" y="-58550"/>
            <a:chExt cx="9280375" cy="5214400"/>
          </a:xfrm>
        </p:grpSpPr>
        <p:cxnSp>
          <p:nvCxnSpPr>
            <p:cNvPr id="1366" name="Google Shape;1366;p50"/>
            <p:cNvCxnSpPr/>
            <p:nvPr/>
          </p:nvCxnSpPr>
          <p:spPr>
            <a:xfrm>
              <a:off x="6519450" y="-46075"/>
              <a:ext cx="2736000" cy="949800"/>
            </a:xfrm>
            <a:prstGeom prst="straightConnector1">
              <a:avLst/>
            </a:prstGeom>
            <a:noFill/>
            <a:ln cap="rnd" cmpd="sng" w="9525">
              <a:solidFill>
                <a:schemeClr val="accent4"/>
              </a:solidFill>
              <a:prstDash val="solid"/>
              <a:round/>
              <a:headEnd len="sm" w="sm" type="none"/>
              <a:tailEnd len="sm" w="sm" type="none"/>
            </a:ln>
          </p:spPr>
        </p:cxnSp>
        <p:grpSp>
          <p:nvGrpSpPr>
            <p:cNvPr id="1367" name="Google Shape;1367;p50"/>
            <p:cNvGrpSpPr/>
            <p:nvPr/>
          </p:nvGrpSpPr>
          <p:grpSpPr>
            <a:xfrm>
              <a:off x="8355390" y="368161"/>
              <a:ext cx="718341" cy="718341"/>
              <a:chOff x="-83525" y="4333650"/>
              <a:chExt cx="539700" cy="539700"/>
            </a:xfrm>
          </p:grpSpPr>
          <p:sp>
            <p:nvSpPr>
              <p:cNvPr id="1368" name="Google Shape;1368;p5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5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70" name="Google Shape;1370;p50"/>
            <p:cNvGrpSpPr/>
            <p:nvPr/>
          </p:nvGrpSpPr>
          <p:grpSpPr>
            <a:xfrm>
              <a:off x="8100801" y="168550"/>
              <a:ext cx="265640" cy="265640"/>
              <a:chOff x="-83525" y="4333650"/>
              <a:chExt cx="539700" cy="539700"/>
            </a:xfrm>
          </p:grpSpPr>
          <p:sp>
            <p:nvSpPr>
              <p:cNvPr id="1371" name="Google Shape;1371;p5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5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373" name="Google Shape;1373;p50"/>
            <p:cNvCxnSpPr/>
            <p:nvPr/>
          </p:nvCxnSpPr>
          <p:spPr>
            <a:xfrm>
              <a:off x="8552850" y="-58550"/>
              <a:ext cx="690000" cy="3040200"/>
            </a:xfrm>
            <a:prstGeom prst="straightConnector1">
              <a:avLst/>
            </a:prstGeom>
            <a:noFill/>
            <a:ln cap="rnd" cmpd="sng" w="9525">
              <a:solidFill>
                <a:schemeClr val="accent4"/>
              </a:solidFill>
              <a:prstDash val="solid"/>
              <a:round/>
              <a:headEnd len="sm" w="sm" type="none"/>
              <a:tailEnd len="sm" w="sm" type="none"/>
            </a:ln>
          </p:spPr>
        </p:cxnSp>
        <p:cxnSp>
          <p:nvCxnSpPr>
            <p:cNvPr id="1374" name="Google Shape;1374;p50"/>
            <p:cNvCxnSpPr/>
            <p:nvPr/>
          </p:nvCxnSpPr>
          <p:spPr>
            <a:xfrm>
              <a:off x="406150" y="-46075"/>
              <a:ext cx="261900" cy="5195700"/>
            </a:xfrm>
            <a:prstGeom prst="straightConnector1">
              <a:avLst/>
            </a:prstGeom>
            <a:noFill/>
            <a:ln cap="rnd" cmpd="sng" w="9525">
              <a:solidFill>
                <a:schemeClr val="accent4"/>
              </a:solidFill>
              <a:prstDash val="solid"/>
              <a:round/>
              <a:headEnd len="sm" w="sm" type="none"/>
              <a:tailEnd len="sm" w="sm" type="none"/>
            </a:ln>
          </p:spPr>
        </p:cxnSp>
        <p:cxnSp>
          <p:nvCxnSpPr>
            <p:cNvPr id="1375" name="Google Shape;1375;p50"/>
            <p:cNvCxnSpPr/>
            <p:nvPr/>
          </p:nvCxnSpPr>
          <p:spPr>
            <a:xfrm>
              <a:off x="-24925" y="4326350"/>
              <a:ext cx="6293400" cy="829500"/>
            </a:xfrm>
            <a:prstGeom prst="straightConnector1">
              <a:avLst/>
            </a:prstGeom>
            <a:noFill/>
            <a:ln cap="rnd" cmpd="sng" w="9525">
              <a:solidFill>
                <a:schemeClr val="accent4"/>
              </a:solidFill>
              <a:prstDash val="solid"/>
              <a:round/>
              <a:headEnd len="sm" w="sm" type="none"/>
              <a:tailEnd len="sm" w="sm" type="none"/>
            </a:ln>
          </p:spPr>
        </p:cxnSp>
        <p:grpSp>
          <p:nvGrpSpPr>
            <p:cNvPr id="1376" name="Google Shape;1376;p50"/>
            <p:cNvGrpSpPr/>
            <p:nvPr/>
          </p:nvGrpSpPr>
          <p:grpSpPr>
            <a:xfrm>
              <a:off x="952751" y="4809150"/>
              <a:ext cx="265640" cy="265640"/>
              <a:chOff x="-83525" y="4333650"/>
              <a:chExt cx="539700" cy="539700"/>
            </a:xfrm>
          </p:grpSpPr>
          <p:sp>
            <p:nvSpPr>
              <p:cNvPr id="1377" name="Google Shape;1377;p5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p5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79" name="Google Shape;1379;p50"/>
            <p:cNvGrpSpPr/>
            <p:nvPr/>
          </p:nvGrpSpPr>
          <p:grpSpPr>
            <a:xfrm>
              <a:off x="216751" y="4572125"/>
              <a:ext cx="265640" cy="265640"/>
              <a:chOff x="-83525" y="4333650"/>
              <a:chExt cx="539700" cy="539700"/>
            </a:xfrm>
          </p:grpSpPr>
          <p:sp>
            <p:nvSpPr>
              <p:cNvPr id="1380" name="Google Shape;1380;p5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5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82" name="Google Shape;1382;p50"/>
            <p:cNvGrpSpPr/>
            <p:nvPr/>
          </p:nvGrpSpPr>
          <p:grpSpPr>
            <a:xfrm>
              <a:off x="3553751" y="4470675"/>
              <a:ext cx="265640" cy="265640"/>
              <a:chOff x="-83525" y="4333650"/>
              <a:chExt cx="539700" cy="539700"/>
            </a:xfrm>
          </p:grpSpPr>
          <p:sp>
            <p:nvSpPr>
              <p:cNvPr id="1383" name="Google Shape;1383;p5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5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85" name="Google Shape;1385;p50"/>
            <p:cNvGrpSpPr/>
            <p:nvPr/>
          </p:nvGrpSpPr>
          <p:grpSpPr>
            <a:xfrm>
              <a:off x="852951" y="168550"/>
              <a:ext cx="265640" cy="265640"/>
              <a:chOff x="-83525" y="4333650"/>
              <a:chExt cx="539700" cy="539700"/>
            </a:xfrm>
          </p:grpSpPr>
          <p:sp>
            <p:nvSpPr>
              <p:cNvPr id="1386" name="Google Shape;1386;p5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5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88" name="Google Shape;1388;p50"/>
            <p:cNvGrpSpPr/>
            <p:nvPr/>
          </p:nvGrpSpPr>
          <p:grpSpPr>
            <a:xfrm>
              <a:off x="185551" y="1478400"/>
              <a:ext cx="265640" cy="265640"/>
              <a:chOff x="-83525" y="4333650"/>
              <a:chExt cx="539700" cy="539700"/>
            </a:xfrm>
          </p:grpSpPr>
          <p:sp>
            <p:nvSpPr>
              <p:cNvPr id="1389" name="Google Shape;1389;p5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5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91" name="Google Shape;1391;p50"/>
            <p:cNvGrpSpPr/>
            <p:nvPr/>
          </p:nvGrpSpPr>
          <p:grpSpPr>
            <a:xfrm>
              <a:off x="89588" y="456148"/>
              <a:ext cx="718341" cy="718341"/>
              <a:chOff x="-83525" y="4333650"/>
              <a:chExt cx="539700" cy="539700"/>
            </a:xfrm>
          </p:grpSpPr>
          <p:sp>
            <p:nvSpPr>
              <p:cNvPr id="1392" name="Google Shape;1392;p5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p5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94" name="Google Shape;1394;p50"/>
            <p:cNvGrpSpPr/>
            <p:nvPr/>
          </p:nvGrpSpPr>
          <p:grpSpPr>
            <a:xfrm>
              <a:off x="403375" y="4187468"/>
              <a:ext cx="477473" cy="477473"/>
              <a:chOff x="-83525" y="4333650"/>
              <a:chExt cx="539700" cy="539700"/>
            </a:xfrm>
          </p:grpSpPr>
          <p:sp>
            <p:nvSpPr>
              <p:cNvPr id="1395" name="Google Shape;1395;p5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5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397" name="Google Shape;1397;p50"/>
          <p:cNvSpPr txBox="1"/>
          <p:nvPr>
            <p:ph type="title"/>
          </p:nvPr>
        </p:nvSpPr>
        <p:spPr>
          <a:xfrm>
            <a:off x="1178850" y="970500"/>
            <a:ext cx="6786300" cy="320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9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98" name="Shape 1398"/>
        <p:cNvGrpSpPr/>
        <p:nvPr/>
      </p:nvGrpSpPr>
      <p:grpSpPr>
        <a:xfrm>
          <a:off x="0" y="0"/>
          <a:ext cx="0" cy="0"/>
          <a:chOff x="0" y="0"/>
          <a:chExt cx="0" cy="0"/>
        </a:xfrm>
      </p:grpSpPr>
      <p:grpSp>
        <p:nvGrpSpPr>
          <p:cNvPr id="1399" name="Google Shape;1399;p51"/>
          <p:cNvGrpSpPr/>
          <p:nvPr/>
        </p:nvGrpSpPr>
        <p:grpSpPr>
          <a:xfrm flipH="1" rot="10800000">
            <a:off x="0" y="0"/>
            <a:ext cx="9144000" cy="5143500"/>
            <a:chOff x="0" y="0"/>
            <a:chExt cx="9144000" cy="5143500"/>
          </a:xfrm>
        </p:grpSpPr>
        <p:sp>
          <p:nvSpPr>
            <p:cNvPr id="1400" name="Google Shape;1400;p51"/>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51"/>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02" name="Google Shape;1402;p51"/>
          <p:cNvGrpSpPr/>
          <p:nvPr/>
        </p:nvGrpSpPr>
        <p:grpSpPr>
          <a:xfrm rot="10800000">
            <a:off x="-12750" y="-92425"/>
            <a:ext cx="9188775" cy="5282075"/>
            <a:chOff x="-12750" y="-92425"/>
            <a:chExt cx="9188775" cy="5282075"/>
          </a:xfrm>
        </p:grpSpPr>
        <p:cxnSp>
          <p:nvCxnSpPr>
            <p:cNvPr id="1403" name="Google Shape;1403;p51"/>
            <p:cNvCxnSpPr/>
            <p:nvPr/>
          </p:nvCxnSpPr>
          <p:spPr>
            <a:xfrm>
              <a:off x="7254825" y="-73150"/>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1404" name="Google Shape;1404;p51"/>
            <p:cNvCxnSpPr/>
            <p:nvPr/>
          </p:nvCxnSpPr>
          <p:spPr>
            <a:xfrm flipH="1">
              <a:off x="-6475" y="-53850"/>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1405" name="Google Shape;1405;p51"/>
            <p:cNvCxnSpPr/>
            <p:nvPr/>
          </p:nvCxnSpPr>
          <p:spPr>
            <a:xfrm flipH="1">
              <a:off x="-12750" y="-92425"/>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1406" name="Google Shape;1406;p51"/>
            <p:cNvCxnSpPr/>
            <p:nvPr/>
          </p:nvCxnSpPr>
          <p:spPr>
            <a:xfrm flipH="1" rot="10800000">
              <a:off x="8604325" y="2561350"/>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1407" name="Google Shape;1407;p51"/>
            <p:cNvGrpSpPr/>
            <p:nvPr/>
          </p:nvGrpSpPr>
          <p:grpSpPr>
            <a:xfrm>
              <a:off x="120119" y="996240"/>
              <a:ext cx="419725" cy="419725"/>
              <a:chOff x="-83525" y="4333650"/>
              <a:chExt cx="539700" cy="539700"/>
            </a:xfrm>
          </p:grpSpPr>
          <p:sp>
            <p:nvSpPr>
              <p:cNvPr id="1408" name="Google Shape;1408;p5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5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10" name="Google Shape;1410;p51"/>
            <p:cNvGrpSpPr/>
            <p:nvPr/>
          </p:nvGrpSpPr>
          <p:grpSpPr>
            <a:xfrm>
              <a:off x="8126742" y="240024"/>
              <a:ext cx="599661" cy="599607"/>
              <a:chOff x="-83525" y="4333650"/>
              <a:chExt cx="539700" cy="539700"/>
            </a:xfrm>
          </p:grpSpPr>
          <p:sp>
            <p:nvSpPr>
              <p:cNvPr id="1411" name="Google Shape;1411;p5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5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13" name="Google Shape;1413;p51"/>
            <p:cNvGrpSpPr/>
            <p:nvPr/>
          </p:nvGrpSpPr>
          <p:grpSpPr>
            <a:xfrm>
              <a:off x="8756294" y="3264590"/>
              <a:ext cx="419725" cy="419725"/>
              <a:chOff x="-83525" y="4333650"/>
              <a:chExt cx="539700" cy="539700"/>
            </a:xfrm>
          </p:grpSpPr>
          <p:sp>
            <p:nvSpPr>
              <p:cNvPr id="1414" name="Google Shape;1414;p5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p5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416" name="Google Shape;1416;p51"/>
          <p:cNvSpPr txBox="1"/>
          <p:nvPr>
            <p:ph type="title"/>
          </p:nvPr>
        </p:nvSpPr>
        <p:spPr>
          <a:xfrm>
            <a:off x="2251675" y="951375"/>
            <a:ext cx="4640700" cy="2063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6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417" name="Google Shape;1417;p51"/>
          <p:cNvSpPr txBox="1"/>
          <p:nvPr>
            <p:ph idx="1" type="subTitle"/>
          </p:nvPr>
        </p:nvSpPr>
        <p:spPr>
          <a:xfrm>
            <a:off x="2070600" y="2988825"/>
            <a:ext cx="5002800" cy="1203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18" name="Shape 1418"/>
        <p:cNvGrpSpPr/>
        <p:nvPr/>
      </p:nvGrpSpPr>
      <p:grpSpPr>
        <a:xfrm>
          <a:off x="0" y="0"/>
          <a:ext cx="0" cy="0"/>
          <a:chOff x="0" y="0"/>
          <a:chExt cx="0" cy="0"/>
        </a:xfrm>
      </p:grpSpPr>
      <p:grpSp>
        <p:nvGrpSpPr>
          <p:cNvPr id="1419" name="Google Shape;1419;p52"/>
          <p:cNvGrpSpPr/>
          <p:nvPr/>
        </p:nvGrpSpPr>
        <p:grpSpPr>
          <a:xfrm>
            <a:off x="0" y="0"/>
            <a:ext cx="9144000" cy="5143500"/>
            <a:chOff x="0" y="0"/>
            <a:chExt cx="9144000" cy="5143500"/>
          </a:xfrm>
        </p:grpSpPr>
        <p:sp>
          <p:nvSpPr>
            <p:cNvPr id="1420" name="Google Shape;1420;p52"/>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52"/>
            <p:cNvSpPr/>
            <p:nvPr/>
          </p:nvSpPr>
          <p:spPr>
            <a:xfrm>
              <a:off x="0" y="0"/>
              <a:ext cx="9144000" cy="5143500"/>
            </a:xfrm>
            <a:prstGeom prst="rect">
              <a:avLst/>
            </a:prstGeom>
            <a:gradFill>
              <a:gsLst>
                <a:gs pos="0">
                  <a:srgbClr val="748BFF">
                    <a:alpha val="0"/>
                  </a:srgbClr>
                </a:gs>
                <a:gs pos="50000">
                  <a:srgbClr val="F3F3F3">
                    <a:alpha val="0"/>
                  </a:srgbClr>
                </a:gs>
                <a:gs pos="75000">
                  <a:srgbClr val="F3F3F3">
                    <a:alpha val="0"/>
                  </a:srgbClr>
                </a:gs>
                <a:gs pos="88000">
                  <a:srgbClr val="F3F3F3">
                    <a:alpha val="0"/>
                  </a:srgbClr>
                </a:gs>
                <a:gs pos="100000">
                  <a:srgbClr val="7659FF">
                    <a:alpha val="76862"/>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2" name="Google Shape;1422;p52"/>
          <p:cNvGrpSpPr/>
          <p:nvPr/>
        </p:nvGrpSpPr>
        <p:grpSpPr>
          <a:xfrm>
            <a:off x="-38475" y="-73150"/>
            <a:ext cx="9236700" cy="5340125"/>
            <a:chOff x="-38475" y="-73150"/>
            <a:chExt cx="9236700" cy="5340125"/>
          </a:xfrm>
        </p:grpSpPr>
        <p:cxnSp>
          <p:nvCxnSpPr>
            <p:cNvPr id="1423" name="Google Shape;1423;p52"/>
            <p:cNvCxnSpPr/>
            <p:nvPr/>
          </p:nvCxnSpPr>
          <p:spPr>
            <a:xfrm flipH="1" rot="10800000">
              <a:off x="8103025" y="935750"/>
              <a:ext cx="1073100" cy="4228200"/>
            </a:xfrm>
            <a:prstGeom prst="straightConnector1">
              <a:avLst/>
            </a:prstGeom>
            <a:noFill/>
            <a:ln cap="rnd" cmpd="sng" w="9525">
              <a:solidFill>
                <a:schemeClr val="accent4"/>
              </a:solidFill>
              <a:prstDash val="solid"/>
              <a:round/>
              <a:headEnd len="sm" w="sm" type="none"/>
              <a:tailEnd len="sm" w="sm" type="none"/>
            </a:ln>
          </p:spPr>
        </p:cxnSp>
        <p:cxnSp>
          <p:nvCxnSpPr>
            <p:cNvPr id="1424" name="Google Shape;1424;p52"/>
            <p:cNvCxnSpPr/>
            <p:nvPr/>
          </p:nvCxnSpPr>
          <p:spPr>
            <a:xfrm flipH="1">
              <a:off x="4433800" y="3088375"/>
              <a:ext cx="4750200" cy="2178600"/>
            </a:xfrm>
            <a:prstGeom prst="straightConnector1">
              <a:avLst/>
            </a:prstGeom>
            <a:noFill/>
            <a:ln cap="rnd" cmpd="sng" w="9525">
              <a:solidFill>
                <a:schemeClr val="accent4"/>
              </a:solidFill>
              <a:prstDash val="solid"/>
              <a:round/>
              <a:headEnd len="sm" w="sm" type="none"/>
              <a:tailEnd len="sm" w="sm" type="none"/>
            </a:ln>
          </p:spPr>
        </p:cxnSp>
        <p:cxnSp>
          <p:nvCxnSpPr>
            <p:cNvPr id="1425" name="Google Shape;1425;p52"/>
            <p:cNvCxnSpPr/>
            <p:nvPr/>
          </p:nvCxnSpPr>
          <p:spPr>
            <a:xfrm>
              <a:off x="5898975" y="4174350"/>
              <a:ext cx="2917200" cy="616800"/>
            </a:xfrm>
            <a:prstGeom prst="straightConnector1">
              <a:avLst/>
            </a:prstGeom>
            <a:noFill/>
            <a:ln cap="rnd" cmpd="sng" w="9525">
              <a:solidFill>
                <a:schemeClr val="accent4"/>
              </a:solidFill>
              <a:prstDash val="solid"/>
              <a:round/>
              <a:headEnd len="sm" w="sm" type="none"/>
              <a:tailEnd len="sm" w="sm" type="none"/>
            </a:ln>
          </p:spPr>
        </p:cxnSp>
        <p:cxnSp>
          <p:nvCxnSpPr>
            <p:cNvPr id="1426" name="Google Shape;1426;p52"/>
            <p:cNvCxnSpPr/>
            <p:nvPr/>
          </p:nvCxnSpPr>
          <p:spPr>
            <a:xfrm flipH="1" rot="10800000">
              <a:off x="-12825" y="-47525"/>
              <a:ext cx="3470100" cy="1420200"/>
            </a:xfrm>
            <a:prstGeom prst="straightConnector1">
              <a:avLst/>
            </a:prstGeom>
            <a:noFill/>
            <a:ln cap="rnd" cmpd="sng" w="9525">
              <a:solidFill>
                <a:schemeClr val="accent4"/>
              </a:solidFill>
              <a:prstDash val="solid"/>
              <a:round/>
              <a:headEnd len="sm" w="sm" type="none"/>
              <a:tailEnd len="sm" w="sm" type="none"/>
            </a:ln>
          </p:spPr>
        </p:cxnSp>
        <p:cxnSp>
          <p:nvCxnSpPr>
            <p:cNvPr id="1427" name="Google Shape;1427;p52"/>
            <p:cNvCxnSpPr/>
            <p:nvPr/>
          </p:nvCxnSpPr>
          <p:spPr>
            <a:xfrm>
              <a:off x="-38475" y="158200"/>
              <a:ext cx="9236700" cy="308400"/>
            </a:xfrm>
            <a:prstGeom prst="straightConnector1">
              <a:avLst/>
            </a:prstGeom>
            <a:noFill/>
            <a:ln cap="rnd" cmpd="sng" w="9525">
              <a:solidFill>
                <a:schemeClr val="accent4"/>
              </a:solidFill>
              <a:prstDash val="solid"/>
              <a:round/>
              <a:headEnd len="sm" w="sm" type="none"/>
              <a:tailEnd len="sm" w="sm" type="none"/>
            </a:ln>
          </p:spPr>
        </p:cxnSp>
        <p:cxnSp>
          <p:nvCxnSpPr>
            <p:cNvPr id="1428" name="Google Shape;1428;p52"/>
            <p:cNvCxnSpPr/>
            <p:nvPr/>
          </p:nvCxnSpPr>
          <p:spPr>
            <a:xfrm>
              <a:off x="8015225" y="-73150"/>
              <a:ext cx="1176000" cy="3547200"/>
            </a:xfrm>
            <a:prstGeom prst="straightConnector1">
              <a:avLst/>
            </a:prstGeom>
            <a:noFill/>
            <a:ln cap="rnd" cmpd="sng" w="9525">
              <a:solidFill>
                <a:schemeClr val="accent4"/>
              </a:solidFill>
              <a:prstDash val="solid"/>
              <a:round/>
              <a:headEnd len="sm" w="sm" type="none"/>
              <a:tailEnd len="sm" w="sm" type="none"/>
            </a:ln>
          </p:spPr>
        </p:cxnSp>
        <p:grpSp>
          <p:nvGrpSpPr>
            <p:cNvPr id="1429" name="Google Shape;1429;p52"/>
            <p:cNvGrpSpPr/>
            <p:nvPr/>
          </p:nvGrpSpPr>
          <p:grpSpPr>
            <a:xfrm>
              <a:off x="7828101" y="93148"/>
              <a:ext cx="718341" cy="718341"/>
              <a:chOff x="-83525" y="4333650"/>
              <a:chExt cx="539700" cy="539700"/>
            </a:xfrm>
          </p:grpSpPr>
          <p:sp>
            <p:nvSpPr>
              <p:cNvPr id="1430" name="Google Shape;1430;p5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5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32" name="Google Shape;1432;p52"/>
            <p:cNvGrpSpPr/>
            <p:nvPr/>
          </p:nvGrpSpPr>
          <p:grpSpPr>
            <a:xfrm>
              <a:off x="8105174" y="2908537"/>
              <a:ext cx="909610" cy="909610"/>
              <a:chOff x="-83525" y="4333650"/>
              <a:chExt cx="539700" cy="539700"/>
            </a:xfrm>
          </p:grpSpPr>
          <p:sp>
            <p:nvSpPr>
              <p:cNvPr id="1433" name="Google Shape;1433;p5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5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35" name="Google Shape;1435;p52"/>
            <p:cNvGrpSpPr/>
            <p:nvPr/>
          </p:nvGrpSpPr>
          <p:grpSpPr>
            <a:xfrm>
              <a:off x="6278820" y="4063832"/>
              <a:ext cx="501219" cy="501219"/>
              <a:chOff x="-83525" y="4333650"/>
              <a:chExt cx="539700" cy="539700"/>
            </a:xfrm>
          </p:grpSpPr>
          <p:sp>
            <p:nvSpPr>
              <p:cNvPr id="1436" name="Google Shape;1436;p5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5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38" name="Google Shape;1438;p52"/>
            <p:cNvGrpSpPr/>
            <p:nvPr/>
          </p:nvGrpSpPr>
          <p:grpSpPr>
            <a:xfrm>
              <a:off x="270654" y="580728"/>
              <a:ext cx="1002385" cy="1002385"/>
              <a:chOff x="-83525" y="4333650"/>
              <a:chExt cx="539700" cy="539700"/>
            </a:xfrm>
          </p:grpSpPr>
          <p:sp>
            <p:nvSpPr>
              <p:cNvPr id="1439" name="Google Shape;1439;p5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5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1" name="Google Shape;1441;p52"/>
            <p:cNvGrpSpPr/>
            <p:nvPr/>
          </p:nvGrpSpPr>
          <p:grpSpPr>
            <a:xfrm>
              <a:off x="2518898" y="28101"/>
              <a:ext cx="438506" cy="438506"/>
              <a:chOff x="-83525" y="4333650"/>
              <a:chExt cx="539700" cy="539700"/>
            </a:xfrm>
          </p:grpSpPr>
          <p:sp>
            <p:nvSpPr>
              <p:cNvPr id="1442" name="Google Shape;1442;p5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5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444" name="Google Shape;1444;p52"/>
          <p:cNvSpPr txBox="1"/>
          <p:nvPr>
            <p:ph type="title"/>
          </p:nvPr>
        </p:nvSpPr>
        <p:spPr>
          <a:xfrm>
            <a:off x="690075" y="2240175"/>
            <a:ext cx="2946900" cy="2428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100"/>
              <a:buNone/>
              <a:defRPr sz="3700"/>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45" name="Shape 1445"/>
        <p:cNvGrpSpPr/>
        <p:nvPr/>
      </p:nvGrpSpPr>
      <p:grpSpPr>
        <a:xfrm>
          <a:off x="0" y="0"/>
          <a:ext cx="0" cy="0"/>
          <a:chOff x="0" y="0"/>
          <a:chExt cx="0" cy="0"/>
        </a:xfrm>
      </p:grpSpPr>
      <p:grpSp>
        <p:nvGrpSpPr>
          <p:cNvPr id="1446" name="Google Shape;1446;p53"/>
          <p:cNvGrpSpPr/>
          <p:nvPr/>
        </p:nvGrpSpPr>
        <p:grpSpPr>
          <a:xfrm>
            <a:off x="0" y="0"/>
            <a:ext cx="9144000" cy="5143500"/>
            <a:chOff x="0" y="0"/>
            <a:chExt cx="9144000" cy="5143500"/>
          </a:xfrm>
        </p:grpSpPr>
        <p:sp>
          <p:nvSpPr>
            <p:cNvPr id="1447" name="Google Shape;1447;p53"/>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53"/>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9" name="Google Shape;1449;p53"/>
          <p:cNvGrpSpPr/>
          <p:nvPr/>
        </p:nvGrpSpPr>
        <p:grpSpPr>
          <a:xfrm>
            <a:off x="-34650" y="-92425"/>
            <a:ext cx="9236500" cy="5321150"/>
            <a:chOff x="-34650" y="-92425"/>
            <a:chExt cx="9236500" cy="5321150"/>
          </a:xfrm>
        </p:grpSpPr>
        <p:cxnSp>
          <p:nvCxnSpPr>
            <p:cNvPr id="1450" name="Google Shape;1450;p53"/>
            <p:cNvCxnSpPr/>
            <p:nvPr/>
          </p:nvCxnSpPr>
          <p:spPr>
            <a:xfrm flipH="1">
              <a:off x="-12750" y="-73150"/>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1451" name="Google Shape;1451;p53"/>
            <p:cNvCxnSpPr/>
            <p:nvPr/>
          </p:nvCxnSpPr>
          <p:spPr>
            <a:xfrm>
              <a:off x="8070850" y="-53850"/>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1452" name="Google Shape;1452;p53"/>
            <p:cNvCxnSpPr/>
            <p:nvPr/>
          </p:nvCxnSpPr>
          <p:spPr>
            <a:xfrm>
              <a:off x="8623425" y="-92425"/>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1453" name="Google Shape;1453;p53"/>
            <p:cNvCxnSpPr/>
            <p:nvPr/>
          </p:nvCxnSpPr>
          <p:spPr>
            <a:xfrm rot="10800000">
              <a:off x="6350" y="2561350"/>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1454" name="Google Shape;1454;p53"/>
            <p:cNvGrpSpPr/>
            <p:nvPr/>
          </p:nvGrpSpPr>
          <p:grpSpPr>
            <a:xfrm flipH="1">
              <a:off x="8623432" y="996240"/>
              <a:ext cx="419725" cy="419725"/>
              <a:chOff x="-83525" y="4333650"/>
              <a:chExt cx="539700" cy="539700"/>
            </a:xfrm>
          </p:grpSpPr>
          <p:sp>
            <p:nvSpPr>
              <p:cNvPr id="1455" name="Google Shape;1455;p5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5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57" name="Google Shape;1457;p53"/>
            <p:cNvGrpSpPr/>
            <p:nvPr/>
          </p:nvGrpSpPr>
          <p:grpSpPr>
            <a:xfrm flipH="1">
              <a:off x="436872" y="240024"/>
              <a:ext cx="599661" cy="599607"/>
              <a:chOff x="-83525" y="4333650"/>
              <a:chExt cx="539700" cy="539700"/>
            </a:xfrm>
          </p:grpSpPr>
          <p:sp>
            <p:nvSpPr>
              <p:cNvPr id="1458" name="Google Shape;1458;p5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5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60" name="Google Shape;1460;p53"/>
            <p:cNvGrpSpPr/>
            <p:nvPr/>
          </p:nvGrpSpPr>
          <p:grpSpPr>
            <a:xfrm flipH="1">
              <a:off x="-12743" y="3264590"/>
              <a:ext cx="419725" cy="419725"/>
              <a:chOff x="-83525" y="4333650"/>
              <a:chExt cx="539700" cy="539700"/>
            </a:xfrm>
          </p:grpSpPr>
          <p:sp>
            <p:nvSpPr>
              <p:cNvPr id="1461" name="Google Shape;1461;p5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5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463" name="Google Shape;1463;p53"/>
            <p:cNvCxnSpPr/>
            <p:nvPr/>
          </p:nvCxnSpPr>
          <p:spPr>
            <a:xfrm>
              <a:off x="-34650" y="4123825"/>
              <a:ext cx="6746700" cy="1104900"/>
            </a:xfrm>
            <a:prstGeom prst="straightConnector1">
              <a:avLst/>
            </a:prstGeom>
            <a:noFill/>
            <a:ln cap="rnd" cmpd="sng" w="9525">
              <a:solidFill>
                <a:schemeClr val="accent4"/>
              </a:solidFill>
              <a:prstDash val="solid"/>
              <a:round/>
              <a:headEnd len="sm" w="sm" type="none"/>
              <a:tailEnd len="sm" w="sm" type="none"/>
            </a:ln>
          </p:spPr>
        </p:cxnSp>
        <p:cxnSp>
          <p:nvCxnSpPr>
            <p:cNvPr id="1464" name="Google Shape;1464;p53"/>
            <p:cNvCxnSpPr/>
            <p:nvPr/>
          </p:nvCxnSpPr>
          <p:spPr>
            <a:xfrm>
              <a:off x="1030750" y="-52125"/>
              <a:ext cx="8171100" cy="1306200"/>
            </a:xfrm>
            <a:prstGeom prst="straightConnector1">
              <a:avLst/>
            </a:prstGeom>
            <a:noFill/>
            <a:ln cap="rnd" cmpd="sng" w="9525">
              <a:solidFill>
                <a:schemeClr val="accent4"/>
              </a:solidFill>
              <a:prstDash val="solid"/>
              <a:round/>
              <a:headEnd len="sm" w="sm" type="none"/>
              <a:tailEnd len="sm" w="sm" type="none"/>
            </a:ln>
          </p:spPr>
        </p:cxnSp>
      </p:grpSp>
      <p:sp>
        <p:nvSpPr>
          <p:cNvPr id="1465" name="Google Shape;1465;p53"/>
          <p:cNvSpPr txBox="1"/>
          <p:nvPr>
            <p:ph hasCustomPrompt="1" type="title"/>
          </p:nvPr>
        </p:nvSpPr>
        <p:spPr>
          <a:xfrm rot="181">
            <a:off x="1727753" y="1402388"/>
            <a:ext cx="5688600" cy="2004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12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466" name="Google Shape;1466;p53"/>
          <p:cNvSpPr txBox="1"/>
          <p:nvPr>
            <p:ph idx="1" type="subTitle"/>
          </p:nvPr>
        </p:nvSpPr>
        <p:spPr>
          <a:xfrm>
            <a:off x="2458200" y="3300850"/>
            <a:ext cx="4227300" cy="440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467" name="Shape 1467"/>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468" name="Shape 1468"/>
        <p:cNvGrpSpPr/>
        <p:nvPr/>
      </p:nvGrpSpPr>
      <p:grpSpPr>
        <a:xfrm>
          <a:off x="0" y="0"/>
          <a:ext cx="0" cy="0"/>
          <a:chOff x="0" y="0"/>
          <a:chExt cx="0" cy="0"/>
        </a:xfrm>
      </p:grpSpPr>
      <p:sp>
        <p:nvSpPr>
          <p:cNvPr id="1469" name="Google Shape;1469;p55"/>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55"/>
          <p:cNvSpPr txBox="1"/>
          <p:nvPr>
            <p:ph type="title"/>
          </p:nvPr>
        </p:nvSpPr>
        <p:spPr>
          <a:xfrm rot="1973">
            <a:off x="4049410" y="752338"/>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471" name="Google Shape;1471;p55"/>
          <p:cNvSpPr txBox="1"/>
          <p:nvPr>
            <p:ph idx="2" type="title"/>
          </p:nvPr>
        </p:nvSpPr>
        <p:spPr>
          <a:xfrm>
            <a:off x="720000" y="541425"/>
            <a:ext cx="2488800" cy="527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472" name="Google Shape;1472;p55"/>
          <p:cNvSpPr txBox="1"/>
          <p:nvPr>
            <p:ph idx="1" type="subTitle"/>
          </p:nvPr>
        </p:nvSpPr>
        <p:spPr>
          <a:xfrm>
            <a:off x="872400" y="916741"/>
            <a:ext cx="2336400" cy="60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73" name="Google Shape;1473;p55"/>
          <p:cNvSpPr txBox="1"/>
          <p:nvPr>
            <p:ph idx="3" type="title"/>
          </p:nvPr>
        </p:nvSpPr>
        <p:spPr>
          <a:xfrm rot="1973">
            <a:off x="4049410" y="3837576"/>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474" name="Google Shape;1474;p55"/>
          <p:cNvSpPr txBox="1"/>
          <p:nvPr>
            <p:ph idx="4" type="title"/>
          </p:nvPr>
        </p:nvSpPr>
        <p:spPr>
          <a:xfrm>
            <a:off x="720000" y="3626673"/>
            <a:ext cx="2488800" cy="527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475" name="Google Shape;1475;p55"/>
          <p:cNvSpPr txBox="1"/>
          <p:nvPr>
            <p:ph idx="5" type="subTitle"/>
          </p:nvPr>
        </p:nvSpPr>
        <p:spPr>
          <a:xfrm>
            <a:off x="872400" y="4001978"/>
            <a:ext cx="2336400" cy="60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1476" name="Google Shape;1476;p55"/>
          <p:cNvGrpSpPr/>
          <p:nvPr/>
        </p:nvGrpSpPr>
        <p:grpSpPr>
          <a:xfrm>
            <a:off x="-12825" y="-92425"/>
            <a:ext cx="9277475" cy="5348950"/>
            <a:chOff x="-12825" y="-92425"/>
            <a:chExt cx="9277475" cy="5348950"/>
          </a:xfrm>
        </p:grpSpPr>
        <p:cxnSp>
          <p:nvCxnSpPr>
            <p:cNvPr id="1477" name="Google Shape;1477;p55"/>
            <p:cNvCxnSpPr/>
            <p:nvPr/>
          </p:nvCxnSpPr>
          <p:spPr>
            <a:xfrm>
              <a:off x="8573550" y="-24325"/>
              <a:ext cx="588600" cy="3658800"/>
            </a:xfrm>
            <a:prstGeom prst="straightConnector1">
              <a:avLst/>
            </a:prstGeom>
            <a:noFill/>
            <a:ln cap="rnd" cmpd="sng" w="9525">
              <a:solidFill>
                <a:schemeClr val="accent4"/>
              </a:solidFill>
              <a:prstDash val="solid"/>
              <a:round/>
              <a:headEnd len="sm" w="sm" type="none"/>
              <a:tailEnd len="sm" w="sm" type="none"/>
            </a:ln>
          </p:spPr>
        </p:cxnSp>
        <p:cxnSp>
          <p:nvCxnSpPr>
            <p:cNvPr id="1478" name="Google Shape;1478;p55"/>
            <p:cNvCxnSpPr/>
            <p:nvPr/>
          </p:nvCxnSpPr>
          <p:spPr>
            <a:xfrm flipH="1">
              <a:off x="8705550" y="-53850"/>
              <a:ext cx="25800" cy="5289300"/>
            </a:xfrm>
            <a:prstGeom prst="straightConnector1">
              <a:avLst/>
            </a:prstGeom>
            <a:noFill/>
            <a:ln cap="rnd" cmpd="sng" w="9525">
              <a:solidFill>
                <a:schemeClr val="accent4"/>
              </a:solidFill>
              <a:prstDash val="solid"/>
              <a:round/>
              <a:headEnd len="sm" w="sm" type="none"/>
              <a:tailEnd len="sm" w="sm" type="none"/>
            </a:ln>
          </p:spPr>
        </p:cxnSp>
        <p:cxnSp>
          <p:nvCxnSpPr>
            <p:cNvPr id="1479" name="Google Shape;1479;p55"/>
            <p:cNvCxnSpPr/>
            <p:nvPr/>
          </p:nvCxnSpPr>
          <p:spPr>
            <a:xfrm flipH="1" rot="10800000">
              <a:off x="3442850" y="4604900"/>
              <a:ext cx="5821800" cy="552600"/>
            </a:xfrm>
            <a:prstGeom prst="straightConnector1">
              <a:avLst/>
            </a:prstGeom>
            <a:noFill/>
            <a:ln cap="rnd" cmpd="sng" w="9525">
              <a:solidFill>
                <a:schemeClr val="accent4"/>
              </a:solidFill>
              <a:prstDash val="solid"/>
              <a:round/>
              <a:headEnd len="sm" w="sm" type="none"/>
              <a:tailEnd len="sm" w="sm" type="none"/>
            </a:ln>
          </p:spPr>
        </p:cxnSp>
        <p:cxnSp>
          <p:nvCxnSpPr>
            <p:cNvPr id="1480" name="Google Shape;1480;p55"/>
            <p:cNvCxnSpPr/>
            <p:nvPr/>
          </p:nvCxnSpPr>
          <p:spPr>
            <a:xfrm>
              <a:off x="-12825" y="3075525"/>
              <a:ext cx="769500" cy="2181000"/>
            </a:xfrm>
            <a:prstGeom prst="straightConnector1">
              <a:avLst/>
            </a:prstGeom>
            <a:noFill/>
            <a:ln cap="rnd" cmpd="sng" w="9525">
              <a:solidFill>
                <a:schemeClr val="accent4"/>
              </a:solidFill>
              <a:prstDash val="solid"/>
              <a:round/>
              <a:headEnd len="sm" w="sm" type="none"/>
              <a:tailEnd len="sm" w="sm" type="none"/>
            </a:ln>
          </p:spPr>
        </p:cxnSp>
        <p:cxnSp>
          <p:nvCxnSpPr>
            <p:cNvPr id="1481" name="Google Shape;1481;p55"/>
            <p:cNvCxnSpPr/>
            <p:nvPr/>
          </p:nvCxnSpPr>
          <p:spPr>
            <a:xfrm flipH="1" rot="10800000">
              <a:off x="147875" y="3331600"/>
              <a:ext cx="358800" cy="1896600"/>
            </a:xfrm>
            <a:prstGeom prst="straightConnector1">
              <a:avLst/>
            </a:prstGeom>
            <a:noFill/>
            <a:ln cap="rnd" cmpd="sng" w="9525">
              <a:solidFill>
                <a:schemeClr val="accent4"/>
              </a:solidFill>
              <a:prstDash val="solid"/>
              <a:round/>
              <a:headEnd len="sm" w="sm" type="none"/>
              <a:tailEnd len="sm" w="sm" type="none"/>
            </a:ln>
          </p:spPr>
        </p:cxnSp>
        <p:cxnSp>
          <p:nvCxnSpPr>
            <p:cNvPr id="1482" name="Google Shape;1482;p55"/>
            <p:cNvCxnSpPr/>
            <p:nvPr/>
          </p:nvCxnSpPr>
          <p:spPr>
            <a:xfrm flipH="1">
              <a:off x="-12650" y="-92425"/>
              <a:ext cx="1047300" cy="3887700"/>
            </a:xfrm>
            <a:prstGeom prst="straightConnector1">
              <a:avLst/>
            </a:prstGeom>
            <a:noFill/>
            <a:ln cap="rnd" cmpd="sng" w="9525">
              <a:solidFill>
                <a:schemeClr val="accent4"/>
              </a:solidFill>
              <a:prstDash val="solid"/>
              <a:round/>
              <a:headEnd len="sm" w="sm" type="none"/>
              <a:tailEnd len="sm" w="sm" type="none"/>
            </a:ln>
          </p:spPr>
        </p:cxnSp>
        <p:grpSp>
          <p:nvGrpSpPr>
            <p:cNvPr id="1483" name="Google Shape;1483;p55"/>
            <p:cNvGrpSpPr/>
            <p:nvPr/>
          </p:nvGrpSpPr>
          <p:grpSpPr>
            <a:xfrm>
              <a:off x="8376754" y="637023"/>
              <a:ext cx="718341" cy="718341"/>
              <a:chOff x="30975" y="3360397"/>
              <a:chExt cx="539700" cy="539700"/>
            </a:xfrm>
          </p:grpSpPr>
          <p:sp>
            <p:nvSpPr>
              <p:cNvPr id="1484" name="Google Shape;1484;p5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5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6" name="Google Shape;1486;p55"/>
            <p:cNvGrpSpPr/>
            <p:nvPr/>
          </p:nvGrpSpPr>
          <p:grpSpPr>
            <a:xfrm>
              <a:off x="8425978" y="4416358"/>
              <a:ext cx="533979" cy="533979"/>
              <a:chOff x="147524" y="4333650"/>
              <a:chExt cx="539700" cy="539700"/>
            </a:xfrm>
          </p:grpSpPr>
          <p:sp>
            <p:nvSpPr>
              <p:cNvPr id="1487" name="Google Shape;1487;p55"/>
              <p:cNvSpPr/>
              <p:nvPr/>
            </p:nvSpPr>
            <p:spPr>
              <a:xfrm>
                <a:off x="147524"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p55"/>
              <p:cNvSpPr/>
              <p:nvPr/>
            </p:nvSpPr>
            <p:spPr>
              <a:xfrm>
                <a:off x="256649"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9" name="Google Shape;1489;p55"/>
            <p:cNvGrpSpPr/>
            <p:nvPr/>
          </p:nvGrpSpPr>
          <p:grpSpPr>
            <a:xfrm>
              <a:off x="-12648" y="3015157"/>
              <a:ext cx="334182" cy="334182"/>
              <a:chOff x="-83525" y="4333650"/>
              <a:chExt cx="539700" cy="539700"/>
            </a:xfrm>
          </p:grpSpPr>
          <p:sp>
            <p:nvSpPr>
              <p:cNvPr id="1490" name="Google Shape;1490;p5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5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92" name="Google Shape;1492;p55"/>
            <p:cNvGrpSpPr/>
            <p:nvPr/>
          </p:nvGrpSpPr>
          <p:grpSpPr>
            <a:xfrm>
              <a:off x="705394" y="372757"/>
              <a:ext cx="334182" cy="334182"/>
              <a:chOff x="-83525" y="4333650"/>
              <a:chExt cx="539700" cy="539700"/>
            </a:xfrm>
          </p:grpSpPr>
          <p:sp>
            <p:nvSpPr>
              <p:cNvPr id="1493" name="Google Shape;1493;p5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p5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495" name="Google Shape;1495;p55"/>
          <p:cNvSpPr txBox="1"/>
          <p:nvPr>
            <p:ph idx="6" type="title"/>
          </p:nvPr>
        </p:nvSpPr>
        <p:spPr>
          <a:xfrm rot="1973">
            <a:off x="4049410" y="2294957"/>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496" name="Google Shape;1496;p55"/>
          <p:cNvSpPr txBox="1"/>
          <p:nvPr>
            <p:ph idx="7" type="title"/>
          </p:nvPr>
        </p:nvSpPr>
        <p:spPr>
          <a:xfrm>
            <a:off x="720000" y="2064655"/>
            <a:ext cx="2488800" cy="527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497" name="Google Shape;1497;p55"/>
          <p:cNvSpPr txBox="1"/>
          <p:nvPr>
            <p:ph idx="8" type="subTitle"/>
          </p:nvPr>
        </p:nvSpPr>
        <p:spPr>
          <a:xfrm>
            <a:off x="872400" y="2439966"/>
            <a:ext cx="2336400" cy="60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98" name="Google Shape;1498;p55"/>
          <p:cNvSpPr txBox="1"/>
          <p:nvPr>
            <p:ph idx="9" type="title"/>
          </p:nvPr>
        </p:nvSpPr>
        <p:spPr>
          <a:xfrm flipH="1" rot="-1973">
            <a:off x="4049390" y="1523647"/>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499" name="Google Shape;1499;p55"/>
          <p:cNvSpPr txBox="1"/>
          <p:nvPr>
            <p:ph idx="13" type="title"/>
          </p:nvPr>
        </p:nvSpPr>
        <p:spPr>
          <a:xfrm flipH="1">
            <a:off x="5934925" y="1349525"/>
            <a:ext cx="25596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500" name="Google Shape;1500;p55"/>
          <p:cNvSpPr txBox="1"/>
          <p:nvPr>
            <p:ph idx="14" type="subTitle"/>
          </p:nvPr>
        </p:nvSpPr>
        <p:spPr>
          <a:xfrm flipH="1">
            <a:off x="5935200" y="1724828"/>
            <a:ext cx="2336400" cy="60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01" name="Google Shape;1501;p55"/>
          <p:cNvSpPr txBox="1"/>
          <p:nvPr>
            <p:ph idx="15" type="title"/>
          </p:nvPr>
        </p:nvSpPr>
        <p:spPr>
          <a:xfrm flipH="1" rot="-1973">
            <a:off x="4049390" y="3066266"/>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502" name="Google Shape;1502;p55"/>
          <p:cNvSpPr txBox="1"/>
          <p:nvPr>
            <p:ph idx="16" type="title"/>
          </p:nvPr>
        </p:nvSpPr>
        <p:spPr>
          <a:xfrm flipH="1">
            <a:off x="5935200" y="2836150"/>
            <a:ext cx="25596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503" name="Google Shape;1503;p55"/>
          <p:cNvSpPr txBox="1"/>
          <p:nvPr>
            <p:ph idx="17" type="subTitle"/>
          </p:nvPr>
        </p:nvSpPr>
        <p:spPr>
          <a:xfrm flipH="1">
            <a:off x="5935200" y="3211476"/>
            <a:ext cx="2336400" cy="60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504" name="Shape 1504"/>
        <p:cNvGrpSpPr/>
        <p:nvPr/>
      </p:nvGrpSpPr>
      <p:grpSpPr>
        <a:xfrm>
          <a:off x="0" y="0"/>
          <a:ext cx="0" cy="0"/>
          <a:chOff x="0" y="0"/>
          <a:chExt cx="0" cy="0"/>
        </a:xfrm>
      </p:grpSpPr>
      <p:sp>
        <p:nvSpPr>
          <p:cNvPr id="1505" name="Google Shape;1505;p56"/>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p56"/>
          <p:cNvSpPr txBox="1"/>
          <p:nvPr>
            <p:ph idx="1" type="subTitle"/>
          </p:nvPr>
        </p:nvSpPr>
        <p:spPr>
          <a:xfrm>
            <a:off x="720125" y="1409013"/>
            <a:ext cx="4563900" cy="159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grpSp>
        <p:nvGrpSpPr>
          <p:cNvPr id="1507" name="Google Shape;1507;p56"/>
          <p:cNvGrpSpPr/>
          <p:nvPr/>
        </p:nvGrpSpPr>
        <p:grpSpPr>
          <a:xfrm>
            <a:off x="-38475" y="-149400"/>
            <a:ext cx="9236700" cy="5454600"/>
            <a:chOff x="-38475" y="-149400"/>
            <a:chExt cx="9236700" cy="5454600"/>
          </a:xfrm>
        </p:grpSpPr>
        <p:cxnSp>
          <p:nvCxnSpPr>
            <p:cNvPr id="1508" name="Google Shape;1508;p56"/>
            <p:cNvCxnSpPr/>
            <p:nvPr/>
          </p:nvCxnSpPr>
          <p:spPr>
            <a:xfrm flipH="1" rot="10800000">
              <a:off x="8103025" y="935750"/>
              <a:ext cx="1073100" cy="4228200"/>
            </a:xfrm>
            <a:prstGeom prst="straightConnector1">
              <a:avLst/>
            </a:prstGeom>
            <a:noFill/>
            <a:ln cap="rnd" cmpd="sng" w="9525">
              <a:solidFill>
                <a:schemeClr val="accent4"/>
              </a:solidFill>
              <a:prstDash val="solid"/>
              <a:round/>
              <a:headEnd len="sm" w="sm" type="none"/>
              <a:tailEnd len="sm" w="sm" type="none"/>
            </a:ln>
          </p:spPr>
        </p:cxnSp>
        <p:cxnSp>
          <p:nvCxnSpPr>
            <p:cNvPr id="1509" name="Google Shape;1509;p56"/>
            <p:cNvCxnSpPr/>
            <p:nvPr/>
          </p:nvCxnSpPr>
          <p:spPr>
            <a:xfrm flipH="1">
              <a:off x="4433800" y="3088375"/>
              <a:ext cx="4750200" cy="2178600"/>
            </a:xfrm>
            <a:prstGeom prst="straightConnector1">
              <a:avLst/>
            </a:prstGeom>
            <a:noFill/>
            <a:ln cap="rnd" cmpd="sng" w="9525">
              <a:solidFill>
                <a:schemeClr val="accent4"/>
              </a:solidFill>
              <a:prstDash val="solid"/>
              <a:round/>
              <a:headEnd len="sm" w="sm" type="none"/>
              <a:tailEnd len="sm" w="sm" type="none"/>
            </a:ln>
          </p:spPr>
        </p:cxnSp>
        <p:cxnSp>
          <p:nvCxnSpPr>
            <p:cNvPr id="1510" name="Google Shape;1510;p56"/>
            <p:cNvCxnSpPr/>
            <p:nvPr/>
          </p:nvCxnSpPr>
          <p:spPr>
            <a:xfrm>
              <a:off x="5898975" y="4174350"/>
              <a:ext cx="2917200" cy="616800"/>
            </a:xfrm>
            <a:prstGeom prst="straightConnector1">
              <a:avLst/>
            </a:prstGeom>
            <a:noFill/>
            <a:ln cap="rnd" cmpd="sng" w="9525">
              <a:solidFill>
                <a:schemeClr val="accent4"/>
              </a:solidFill>
              <a:prstDash val="solid"/>
              <a:round/>
              <a:headEnd len="sm" w="sm" type="none"/>
              <a:tailEnd len="sm" w="sm" type="none"/>
            </a:ln>
          </p:spPr>
        </p:cxnSp>
        <p:cxnSp>
          <p:nvCxnSpPr>
            <p:cNvPr id="1511" name="Google Shape;1511;p56"/>
            <p:cNvCxnSpPr/>
            <p:nvPr/>
          </p:nvCxnSpPr>
          <p:spPr>
            <a:xfrm flipH="1" rot="10800000">
              <a:off x="-27775" y="-47550"/>
              <a:ext cx="3485100" cy="954300"/>
            </a:xfrm>
            <a:prstGeom prst="straightConnector1">
              <a:avLst/>
            </a:prstGeom>
            <a:noFill/>
            <a:ln cap="rnd" cmpd="sng" w="9525">
              <a:solidFill>
                <a:schemeClr val="accent4"/>
              </a:solidFill>
              <a:prstDash val="solid"/>
              <a:round/>
              <a:headEnd len="sm" w="sm" type="none"/>
              <a:tailEnd len="sm" w="sm" type="none"/>
            </a:ln>
          </p:spPr>
        </p:cxnSp>
        <p:cxnSp>
          <p:nvCxnSpPr>
            <p:cNvPr id="1512" name="Google Shape;1512;p56"/>
            <p:cNvCxnSpPr/>
            <p:nvPr/>
          </p:nvCxnSpPr>
          <p:spPr>
            <a:xfrm>
              <a:off x="-38475" y="158200"/>
              <a:ext cx="9236700" cy="308400"/>
            </a:xfrm>
            <a:prstGeom prst="straightConnector1">
              <a:avLst/>
            </a:prstGeom>
            <a:noFill/>
            <a:ln cap="rnd" cmpd="sng" w="9525">
              <a:solidFill>
                <a:schemeClr val="accent4"/>
              </a:solidFill>
              <a:prstDash val="solid"/>
              <a:round/>
              <a:headEnd len="sm" w="sm" type="none"/>
              <a:tailEnd len="sm" w="sm" type="none"/>
            </a:ln>
          </p:spPr>
        </p:cxnSp>
        <p:cxnSp>
          <p:nvCxnSpPr>
            <p:cNvPr id="1513" name="Google Shape;1513;p56"/>
            <p:cNvCxnSpPr/>
            <p:nvPr/>
          </p:nvCxnSpPr>
          <p:spPr>
            <a:xfrm>
              <a:off x="8015225" y="-73150"/>
              <a:ext cx="1176000" cy="3547200"/>
            </a:xfrm>
            <a:prstGeom prst="straightConnector1">
              <a:avLst/>
            </a:prstGeom>
            <a:noFill/>
            <a:ln cap="rnd" cmpd="sng" w="9525">
              <a:solidFill>
                <a:schemeClr val="accent4"/>
              </a:solidFill>
              <a:prstDash val="solid"/>
              <a:round/>
              <a:headEnd len="sm" w="sm" type="none"/>
              <a:tailEnd len="sm" w="sm" type="none"/>
            </a:ln>
          </p:spPr>
        </p:cxnSp>
        <p:grpSp>
          <p:nvGrpSpPr>
            <p:cNvPr id="1514" name="Google Shape;1514;p56"/>
            <p:cNvGrpSpPr/>
            <p:nvPr/>
          </p:nvGrpSpPr>
          <p:grpSpPr>
            <a:xfrm>
              <a:off x="7828101" y="93148"/>
              <a:ext cx="718341" cy="718341"/>
              <a:chOff x="-83525" y="4333650"/>
              <a:chExt cx="539700" cy="539700"/>
            </a:xfrm>
          </p:grpSpPr>
          <p:sp>
            <p:nvSpPr>
              <p:cNvPr id="1515" name="Google Shape;1515;p5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p5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17" name="Google Shape;1517;p56"/>
            <p:cNvGrpSpPr/>
            <p:nvPr/>
          </p:nvGrpSpPr>
          <p:grpSpPr>
            <a:xfrm>
              <a:off x="8105174" y="2908537"/>
              <a:ext cx="909610" cy="909610"/>
              <a:chOff x="-83525" y="4333650"/>
              <a:chExt cx="539700" cy="539700"/>
            </a:xfrm>
          </p:grpSpPr>
          <p:sp>
            <p:nvSpPr>
              <p:cNvPr id="1518" name="Google Shape;1518;p5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p5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20" name="Google Shape;1520;p56"/>
            <p:cNvGrpSpPr/>
            <p:nvPr/>
          </p:nvGrpSpPr>
          <p:grpSpPr>
            <a:xfrm>
              <a:off x="2518898" y="28101"/>
              <a:ext cx="438506" cy="438506"/>
              <a:chOff x="-83525" y="4333650"/>
              <a:chExt cx="539700" cy="539700"/>
            </a:xfrm>
          </p:grpSpPr>
          <p:sp>
            <p:nvSpPr>
              <p:cNvPr id="1521" name="Google Shape;1521;p56"/>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p5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523" name="Google Shape;1523;p56"/>
            <p:cNvCxnSpPr/>
            <p:nvPr/>
          </p:nvCxnSpPr>
          <p:spPr>
            <a:xfrm>
              <a:off x="5311625" y="-72950"/>
              <a:ext cx="3863400" cy="2765400"/>
            </a:xfrm>
            <a:prstGeom prst="straightConnector1">
              <a:avLst/>
            </a:prstGeom>
            <a:noFill/>
            <a:ln cap="rnd" cmpd="sng" w="9525">
              <a:solidFill>
                <a:schemeClr val="accent4"/>
              </a:solidFill>
              <a:prstDash val="solid"/>
              <a:round/>
              <a:headEnd len="sm" w="sm" type="none"/>
              <a:tailEnd len="sm" w="sm" type="none"/>
            </a:ln>
          </p:spPr>
        </p:cxnSp>
        <p:cxnSp>
          <p:nvCxnSpPr>
            <p:cNvPr id="1524" name="Google Shape;1524;p56"/>
            <p:cNvCxnSpPr/>
            <p:nvPr/>
          </p:nvCxnSpPr>
          <p:spPr>
            <a:xfrm flipH="1">
              <a:off x="6374775" y="-149400"/>
              <a:ext cx="826800" cy="5454600"/>
            </a:xfrm>
            <a:prstGeom prst="straightConnector1">
              <a:avLst/>
            </a:prstGeom>
            <a:noFill/>
            <a:ln cap="rnd" cmpd="sng" w="9525">
              <a:solidFill>
                <a:schemeClr val="accent4"/>
              </a:solidFill>
              <a:prstDash val="solid"/>
              <a:round/>
              <a:headEnd len="sm" w="sm" type="none"/>
              <a:tailEnd len="sm" w="sm" type="none"/>
            </a:ln>
          </p:spPr>
        </p:cxnSp>
        <p:grpSp>
          <p:nvGrpSpPr>
            <p:cNvPr id="1525" name="Google Shape;1525;p56"/>
            <p:cNvGrpSpPr/>
            <p:nvPr/>
          </p:nvGrpSpPr>
          <p:grpSpPr>
            <a:xfrm>
              <a:off x="6278820" y="4063832"/>
              <a:ext cx="501219" cy="501219"/>
              <a:chOff x="-83525" y="4333650"/>
              <a:chExt cx="539700" cy="539700"/>
            </a:xfrm>
          </p:grpSpPr>
          <p:sp>
            <p:nvSpPr>
              <p:cNvPr id="1526" name="Google Shape;1526;p5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5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28" name="Google Shape;1528;p56"/>
            <p:cNvGrpSpPr/>
            <p:nvPr/>
          </p:nvGrpSpPr>
          <p:grpSpPr>
            <a:xfrm>
              <a:off x="6759200" y="899808"/>
              <a:ext cx="501219" cy="501219"/>
              <a:chOff x="-83525" y="4333650"/>
              <a:chExt cx="539700" cy="539700"/>
            </a:xfrm>
          </p:grpSpPr>
          <p:sp>
            <p:nvSpPr>
              <p:cNvPr id="1529" name="Google Shape;1529;p5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p5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31" name="Google Shape;1531;p56"/>
            <p:cNvGrpSpPr/>
            <p:nvPr/>
          </p:nvGrpSpPr>
          <p:grpSpPr>
            <a:xfrm>
              <a:off x="5457861" y="-98113"/>
              <a:ext cx="909610" cy="909610"/>
              <a:chOff x="-83525" y="4333650"/>
              <a:chExt cx="539700" cy="539700"/>
            </a:xfrm>
          </p:grpSpPr>
          <p:sp>
            <p:nvSpPr>
              <p:cNvPr id="1532" name="Google Shape;1532;p5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5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534" name="Google Shape;1534;p56"/>
          <p:cNvSpPr txBox="1"/>
          <p:nvPr>
            <p:ph type="title"/>
          </p:nvPr>
        </p:nvSpPr>
        <p:spPr>
          <a:xfrm rot="-594">
            <a:off x="719952" y="3175576"/>
            <a:ext cx="3472800" cy="55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sz="2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535" name="Shape 1535"/>
        <p:cNvGrpSpPr/>
        <p:nvPr/>
      </p:nvGrpSpPr>
      <p:grpSpPr>
        <a:xfrm>
          <a:off x="0" y="0"/>
          <a:ext cx="0" cy="0"/>
          <a:chOff x="0" y="0"/>
          <a:chExt cx="0" cy="0"/>
        </a:xfrm>
      </p:grpSpPr>
      <p:sp>
        <p:nvSpPr>
          <p:cNvPr id="1536" name="Google Shape;1536;p57"/>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37" name="Google Shape;1537;p57"/>
          <p:cNvGrpSpPr/>
          <p:nvPr/>
        </p:nvGrpSpPr>
        <p:grpSpPr>
          <a:xfrm>
            <a:off x="-24925" y="-70975"/>
            <a:ext cx="9226525" cy="5270525"/>
            <a:chOff x="-24925" y="-70975"/>
            <a:chExt cx="9226525" cy="5270525"/>
          </a:xfrm>
        </p:grpSpPr>
        <p:cxnSp>
          <p:nvCxnSpPr>
            <p:cNvPr id="1538" name="Google Shape;1538;p57"/>
            <p:cNvCxnSpPr/>
            <p:nvPr/>
          </p:nvCxnSpPr>
          <p:spPr>
            <a:xfrm>
              <a:off x="7622100" y="-52250"/>
              <a:ext cx="1529400" cy="3201900"/>
            </a:xfrm>
            <a:prstGeom prst="straightConnector1">
              <a:avLst/>
            </a:prstGeom>
            <a:noFill/>
            <a:ln cap="rnd" cmpd="sng" w="9525">
              <a:solidFill>
                <a:schemeClr val="accent4"/>
              </a:solidFill>
              <a:prstDash val="solid"/>
              <a:round/>
              <a:headEnd len="sm" w="sm" type="none"/>
              <a:tailEnd len="sm" w="sm" type="none"/>
            </a:ln>
          </p:spPr>
        </p:cxnSp>
        <p:cxnSp>
          <p:nvCxnSpPr>
            <p:cNvPr id="1539" name="Google Shape;1539;p57"/>
            <p:cNvCxnSpPr/>
            <p:nvPr/>
          </p:nvCxnSpPr>
          <p:spPr>
            <a:xfrm flipH="1">
              <a:off x="7715775" y="1949950"/>
              <a:ext cx="1453200" cy="3249600"/>
            </a:xfrm>
            <a:prstGeom prst="straightConnector1">
              <a:avLst/>
            </a:prstGeom>
            <a:noFill/>
            <a:ln cap="rnd" cmpd="sng" w="9525">
              <a:solidFill>
                <a:schemeClr val="accent4"/>
              </a:solidFill>
              <a:prstDash val="solid"/>
              <a:round/>
              <a:headEnd len="sm" w="sm" type="none"/>
              <a:tailEnd len="sm" w="sm" type="none"/>
            </a:ln>
          </p:spPr>
        </p:cxnSp>
        <p:cxnSp>
          <p:nvCxnSpPr>
            <p:cNvPr id="1540" name="Google Shape;1540;p57"/>
            <p:cNvCxnSpPr/>
            <p:nvPr/>
          </p:nvCxnSpPr>
          <p:spPr>
            <a:xfrm flipH="1">
              <a:off x="12450" y="-52250"/>
              <a:ext cx="1677900" cy="3274500"/>
            </a:xfrm>
            <a:prstGeom prst="straightConnector1">
              <a:avLst/>
            </a:prstGeom>
            <a:noFill/>
            <a:ln cap="rnd" cmpd="sng" w="9525">
              <a:solidFill>
                <a:schemeClr val="accent4"/>
              </a:solidFill>
              <a:prstDash val="solid"/>
              <a:round/>
              <a:headEnd len="sm" w="sm" type="none"/>
              <a:tailEnd len="sm" w="sm" type="none"/>
            </a:ln>
          </p:spPr>
        </p:cxnSp>
        <p:cxnSp>
          <p:nvCxnSpPr>
            <p:cNvPr id="1541" name="Google Shape;1541;p57"/>
            <p:cNvCxnSpPr/>
            <p:nvPr/>
          </p:nvCxnSpPr>
          <p:spPr>
            <a:xfrm>
              <a:off x="143475" y="-70975"/>
              <a:ext cx="1353600" cy="5233200"/>
            </a:xfrm>
            <a:prstGeom prst="straightConnector1">
              <a:avLst/>
            </a:prstGeom>
            <a:noFill/>
            <a:ln cap="rnd" cmpd="sng" w="9525">
              <a:solidFill>
                <a:schemeClr val="accent4"/>
              </a:solidFill>
              <a:prstDash val="solid"/>
              <a:round/>
              <a:headEnd len="sm" w="sm" type="none"/>
              <a:tailEnd len="sm" w="sm" type="none"/>
            </a:ln>
          </p:spPr>
        </p:cxnSp>
        <p:cxnSp>
          <p:nvCxnSpPr>
            <p:cNvPr id="1542" name="Google Shape;1542;p57"/>
            <p:cNvCxnSpPr/>
            <p:nvPr/>
          </p:nvCxnSpPr>
          <p:spPr>
            <a:xfrm>
              <a:off x="-24925" y="4432425"/>
              <a:ext cx="4983600" cy="761100"/>
            </a:xfrm>
            <a:prstGeom prst="straightConnector1">
              <a:avLst/>
            </a:prstGeom>
            <a:noFill/>
            <a:ln cap="rnd" cmpd="sng" w="9525">
              <a:solidFill>
                <a:schemeClr val="accent4"/>
              </a:solidFill>
              <a:prstDash val="solid"/>
              <a:round/>
              <a:headEnd len="sm" w="sm" type="none"/>
              <a:tailEnd len="sm" w="sm" type="none"/>
            </a:ln>
          </p:spPr>
        </p:cxnSp>
        <p:cxnSp>
          <p:nvCxnSpPr>
            <p:cNvPr id="1543" name="Google Shape;1543;p57"/>
            <p:cNvCxnSpPr/>
            <p:nvPr/>
          </p:nvCxnSpPr>
          <p:spPr>
            <a:xfrm>
              <a:off x="5159700" y="-33550"/>
              <a:ext cx="4041900" cy="960600"/>
            </a:xfrm>
            <a:prstGeom prst="straightConnector1">
              <a:avLst/>
            </a:prstGeom>
            <a:noFill/>
            <a:ln cap="rnd" cmpd="sng" w="9525">
              <a:solidFill>
                <a:schemeClr val="accent4"/>
              </a:solidFill>
              <a:prstDash val="solid"/>
              <a:round/>
              <a:headEnd len="sm" w="sm" type="none"/>
              <a:tailEnd len="sm" w="sm" type="none"/>
            </a:ln>
          </p:spPr>
        </p:cxnSp>
        <p:grpSp>
          <p:nvGrpSpPr>
            <p:cNvPr id="1544" name="Google Shape;1544;p57"/>
            <p:cNvGrpSpPr/>
            <p:nvPr/>
          </p:nvGrpSpPr>
          <p:grpSpPr>
            <a:xfrm>
              <a:off x="7715777" y="407696"/>
              <a:ext cx="482600" cy="482600"/>
              <a:chOff x="-83525" y="4333650"/>
              <a:chExt cx="539700" cy="539700"/>
            </a:xfrm>
          </p:grpSpPr>
          <p:sp>
            <p:nvSpPr>
              <p:cNvPr id="1545" name="Google Shape;1545;p5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p5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47" name="Google Shape;1547;p57"/>
            <p:cNvGrpSpPr/>
            <p:nvPr/>
          </p:nvGrpSpPr>
          <p:grpSpPr>
            <a:xfrm>
              <a:off x="8718447" y="2450537"/>
              <a:ext cx="344976" cy="344976"/>
              <a:chOff x="-83525" y="4333650"/>
              <a:chExt cx="539700" cy="539700"/>
            </a:xfrm>
          </p:grpSpPr>
          <p:sp>
            <p:nvSpPr>
              <p:cNvPr id="1548" name="Google Shape;1548;p5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5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50" name="Google Shape;1550;p57"/>
            <p:cNvGrpSpPr/>
            <p:nvPr/>
          </p:nvGrpSpPr>
          <p:grpSpPr>
            <a:xfrm>
              <a:off x="491347" y="1770662"/>
              <a:ext cx="344976" cy="344976"/>
              <a:chOff x="-83525" y="4333650"/>
              <a:chExt cx="539700" cy="539700"/>
            </a:xfrm>
          </p:grpSpPr>
          <p:sp>
            <p:nvSpPr>
              <p:cNvPr id="1551" name="Google Shape;1551;p5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5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53" name="Google Shape;1553;p57"/>
            <p:cNvGrpSpPr/>
            <p:nvPr/>
          </p:nvGrpSpPr>
          <p:grpSpPr>
            <a:xfrm>
              <a:off x="304222" y="2768637"/>
              <a:ext cx="344976" cy="344976"/>
              <a:chOff x="-83525" y="4333650"/>
              <a:chExt cx="539700" cy="539700"/>
            </a:xfrm>
          </p:grpSpPr>
          <p:sp>
            <p:nvSpPr>
              <p:cNvPr id="1554" name="Google Shape;1554;p5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5" name="Google Shape;1555;p5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56" name="Google Shape;1556;p57"/>
            <p:cNvGrpSpPr/>
            <p:nvPr/>
          </p:nvGrpSpPr>
          <p:grpSpPr>
            <a:xfrm>
              <a:off x="1059438" y="4316078"/>
              <a:ext cx="630909" cy="630909"/>
              <a:chOff x="-83525" y="4333650"/>
              <a:chExt cx="539700" cy="539700"/>
            </a:xfrm>
          </p:grpSpPr>
          <p:sp>
            <p:nvSpPr>
              <p:cNvPr id="1557" name="Google Shape;1557;p5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5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59" name="Google Shape;1559;p57"/>
            <p:cNvGrpSpPr/>
            <p:nvPr/>
          </p:nvGrpSpPr>
          <p:grpSpPr>
            <a:xfrm>
              <a:off x="1138677" y="298696"/>
              <a:ext cx="482600" cy="482600"/>
              <a:chOff x="-83525" y="4333650"/>
              <a:chExt cx="539700" cy="539700"/>
            </a:xfrm>
          </p:grpSpPr>
          <p:sp>
            <p:nvSpPr>
              <p:cNvPr id="1560" name="Google Shape;1560;p5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1" name="Google Shape;1561;p5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562" name="Google Shape;1562;p57"/>
          <p:cNvSpPr txBox="1"/>
          <p:nvPr>
            <p:ph type="title"/>
          </p:nvPr>
        </p:nvSpPr>
        <p:spPr>
          <a:xfrm>
            <a:off x="720000" y="2677350"/>
            <a:ext cx="4360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63" name="Google Shape;1563;p57"/>
          <p:cNvSpPr txBox="1"/>
          <p:nvPr>
            <p:ph idx="2" type="title"/>
          </p:nvPr>
        </p:nvSpPr>
        <p:spPr>
          <a:xfrm>
            <a:off x="2124950" y="7317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564" name="Google Shape;1564;p57"/>
          <p:cNvSpPr txBox="1"/>
          <p:nvPr>
            <p:ph idx="1" type="subTitle"/>
          </p:nvPr>
        </p:nvSpPr>
        <p:spPr>
          <a:xfrm rot="462">
            <a:off x="1783618" y="3972750"/>
            <a:ext cx="2233200" cy="63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1565" name="Shape 1565"/>
        <p:cNvGrpSpPr/>
        <p:nvPr/>
      </p:nvGrpSpPr>
      <p:grpSpPr>
        <a:xfrm>
          <a:off x="0" y="0"/>
          <a:ext cx="0" cy="0"/>
          <a:chOff x="0" y="0"/>
          <a:chExt cx="0" cy="0"/>
        </a:xfrm>
      </p:grpSpPr>
      <p:grpSp>
        <p:nvGrpSpPr>
          <p:cNvPr id="1566" name="Google Shape;1566;p58"/>
          <p:cNvGrpSpPr/>
          <p:nvPr/>
        </p:nvGrpSpPr>
        <p:grpSpPr>
          <a:xfrm>
            <a:off x="0" y="0"/>
            <a:ext cx="9144000" cy="5143500"/>
            <a:chOff x="0" y="0"/>
            <a:chExt cx="9144000" cy="5143500"/>
          </a:xfrm>
        </p:grpSpPr>
        <p:sp>
          <p:nvSpPr>
            <p:cNvPr id="1567" name="Google Shape;1567;p58"/>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8" name="Google Shape;1568;p58"/>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69" name="Google Shape;1569;p58"/>
          <p:cNvGrpSpPr/>
          <p:nvPr/>
        </p:nvGrpSpPr>
        <p:grpSpPr>
          <a:xfrm>
            <a:off x="-24925" y="-64725"/>
            <a:ext cx="9226450" cy="5333100"/>
            <a:chOff x="-24925" y="-64725"/>
            <a:chExt cx="9226450" cy="5333100"/>
          </a:xfrm>
        </p:grpSpPr>
        <p:cxnSp>
          <p:nvCxnSpPr>
            <p:cNvPr id="1570" name="Google Shape;1570;p58"/>
            <p:cNvCxnSpPr/>
            <p:nvPr/>
          </p:nvCxnSpPr>
          <p:spPr>
            <a:xfrm flipH="1">
              <a:off x="7029625" y="-37700"/>
              <a:ext cx="968100" cy="5243700"/>
            </a:xfrm>
            <a:prstGeom prst="straightConnector1">
              <a:avLst/>
            </a:prstGeom>
            <a:noFill/>
            <a:ln cap="rnd" cmpd="sng" w="9525">
              <a:solidFill>
                <a:schemeClr val="accent4"/>
              </a:solidFill>
              <a:prstDash val="solid"/>
              <a:round/>
              <a:headEnd len="sm" w="sm" type="none"/>
              <a:tailEnd len="sm" w="sm" type="none"/>
            </a:ln>
          </p:spPr>
        </p:cxnSp>
        <p:cxnSp>
          <p:nvCxnSpPr>
            <p:cNvPr id="1571" name="Google Shape;1571;p58"/>
            <p:cNvCxnSpPr/>
            <p:nvPr/>
          </p:nvCxnSpPr>
          <p:spPr>
            <a:xfrm>
              <a:off x="6081475" y="-64725"/>
              <a:ext cx="3112500" cy="4135500"/>
            </a:xfrm>
            <a:prstGeom prst="straightConnector1">
              <a:avLst/>
            </a:prstGeom>
            <a:noFill/>
            <a:ln cap="rnd" cmpd="sng" w="9525">
              <a:solidFill>
                <a:schemeClr val="accent4"/>
              </a:solidFill>
              <a:prstDash val="solid"/>
              <a:round/>
              <a:headEnd len="sm" w="sm" type="none"/>
              <a:tailEnd len="sm" w="sm" type="none"/>
            </a:ln>
          </p:spPr>
        </p:cxnSp>
        <p:cxnSp>
          <p:nvCxnSpPr>
            <p:cNvPr id="1572" name="Google Shape;1572;p58"/>
            <p:cNvCxnSpPr/>
            <p:nvPr/>
          </p:nvCxnSpPr>
          <p:spPr>
            <a:xfrm flipH="1">
              <a:off x="1172650" y="-27300"/>
              <a:ext cx="417900" cy="5177100"/>
            </a:xfrm>
            <a:prstGeom prst="straightConnector1">
              <a:avLst/>
            </a:prstGeom>
            <a:noFill/>
            <a:ln cap="rnd" cmpd="sng" w="9525">
              <a:solidFill>
                <a:schemeClr val="accent4"/>
              </a:solidFill>
              <a:prstDash val="solid"/>
              <a:round/>
              <a:headEnd len="sm" w="sm" type="none"/>
              <a:tailEnd len="sm" w="sm" type="none"/>
            </a:ln>
          </p:spPr>
        </p:cxnSp>
        <p:cxnSp>
          <p:nvCxnSpPr>
            <p:cNvPr id="1573" name="Google Shape;1573;p58"/>
            <p:cNvCxnSpPr/>
            <p:nvPr/>
          </p:nvCxnSpPr>
          <p:spPr>
            <a:xfrm>
              <a:off x="-24925" y="1606875"/>
              <a:ext cx="2046000" cy="3661500"/>
            </a:xfrm>
            <a:prstGeom prst="straightConnector1">
              <a:avLst/>
            </a:prstGeom>
            <a:noFill/>
            <a:ln cap="rnd" cmpd="sng" w="9525">
              <a:solidFill>
                <a:schemeClr val="accent4"/>
              </a:solidFill>
              <a:prstDash val="solid"/>
              <a:round/>
              <a:headEnd len="sm" w="sm" type="none"/>
              <a:tailEnd len="sm" w="sm" type="none"/>
            </a:ln>
          </p:spPr>
        </p:cxnSp>
        <p:cxnSp>
          <p:nvCxnSpPr>
            <p:cNvPr id="1574" name="Google Shape;1574;p58"/>
            <p:cNvCxnSpPr/>
            <p:nvPr/>
          </p:nvCxnSpPr>
          <p:spPr>
            <a:xfrm flipH="1" rot="10800000">
              <a:off x="-17325" y="-52225"/>
              <a:ext cx="2831700" cy="923100"/>
            </a:xfrm>
            <a:prstGeom prst="straightConnector1">
              <a:avLst/>
            </a:prstGeom>
            <a:noFill/>
            <a:ln cap="rnd" cmpd="sng" w="9525">
              <a:solidFill>
                <a:schemeClr val="accent4"/>
              </a:solidFill>
              <a:prstDash val="solid"/>
              <a:round/>
              <a:headEnd len="sm" w="sm" type="none"/>
              <a:tailEnd len="sm" w="sm" type="none"/>
            </a:ln>
          </p:spPr>
        </p:cxnSp>
        <p:cxnSp>
          <p:nvCxnSpPr>
            <p:cNvPr id="1575" name="Google Shape;1575;p58"/>
            <p:cNvCxnSpPr/>
            <p:nvPr/>
          </p:nvCxnSpPr>
          <p:spPr>
            <a:xfrm flipH="1">
              <a:off x="7997625" y="3290975"/>
              <a:ext cx="1203900" cy="1896300"/>
            </a:xfrm>
            <a:prstGeom prst="straightConnector1">
              <a:avLst/>
            </a:prstGeom>
            <a:noFill/>
            <a:ln cap="rnd" cmpd="sng" w="9525">
              <a:solidFill>
                <a:schemeClr val="accent4"/>
              </a:solidFill>
              <a:prstDash val="solid"/>
              <a:round/>
              <a:headEnd len="sm" w="sm" type="none"/>
              <a:tailEnd len="sm" w="sm" type="none"/>
            </a:ln>
          </p:spPr>
        </p:cxnSp>
        <p:grpSp>
          <p:nvGrpSpPr>
            <p:cNvPr id="1576" name="Google Shape;1576;p58"/>
            <p:cNvGrpSpPr/>
            <p:nvPr/>
          </p:nvGrpSpPr>
          <p:grpSpPr>
            <a:xfrm>
              <a:off x="7309798" y="1681415"/>
              <a:ext cx="630909" cy="630909"/>
              <a:chOff x="-83525" y="4333650"/>
              <a:chExt cx="539700" cy="539700"/>
            </a:xfrm>
          </p:grpSpPr>
          <p:sp>
            <p:nvSpPr>
              <p:cNvPr id="1577" name="Google Shape;1577;p5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p5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79" name="Google Shape;1579;p58"/>
            <p:cNvGrpSpPr/>
            <p:nvPr/>
          </p:nvGrpSpPr>
          <p:grpSpPr>
            <a:xfrm>
              <a:off x="8107197" y="1261912"/>
              <a:ext cx="344976" cy="344976"/>
              <a:chOff x="-83525" y="4333650"/>
              <a:chExt cx="539700" cy="539700"/>
            </a:xfrm>
          </p:grpSpPr>
          <p:sp>
            <p:nvSpPr>
              <p:cNvPr id="1580" name="Google Shape;1580;p5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p5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82" name="Google Shape;1582;p58"/>
            <p:cNvGrpSpPr/>
            <p:nvPr/>
          </p:nvGrpSpPr>
          <p:grpSpPr>
            <a:xfrm>
              <a:off x="1028573" y="3702579"/>
              <a:ext cx="493070" cy="493016"/>
              <a:chOff x="-83525" y="4333650"/>
              <a:chExt cx="539700" cy="539700"/>
            </a:xfrm>
          </p:grpSpPr>
          <p:sp>
            <p:nvSpPr>
              <p:cNvPr id="1583" name="Google Shape;1583;p5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5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85" name="Google Shape;1585;p58"/>
            <p:cNvGrpSpPr/>
            <p:nvPr/>
          </p:nvGrpSpPr>
          <p:grpSpPr>
            <a:xfrm>
              <a:off x="1315510" y="109854"/>
              <a:ext cx="493070" cy="493016"/>
              <a:chOff x="-83525" y="4333650"/>
              <a:chExt cx="539700" cy="539700"/>
            </a:xfrm>
          </p:grpSpPr>
          <p:sp>
            <p:nvSpPr>
              <p:cNvPr id="1586" name="Google Shape;1586;p5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p5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88" name="Google Shape;1588;p58"/>
            <p:cNvGrpSpPr/>
            <p:nvPr/>
          </p:nvGrpSpPr>
          <p:grpSpPr>
            <a:xfrm>
              <a:off x="7940697" y="3776612"/>
              <a:ext cx="344976" cy="344976"/>
              <a:chOff x="-83525" y="4333650"/>
              <a:chExt cx="539700" cy="539700"/>
            </a:xfrm>
          </p:grpSpPr>
          <p:sp>
            <p:nvSpPr>
              <p:cNvPr id="1589" name="Google Shape;1589;p5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0" name="Google Shape;1590;p5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91" name="Google Shape;1591;p58"/>
            <p:cNvGrpSpPr/>
            <p:nvPr/>
          </p:nvGrpSpPr>
          <p:grpSpPr>
            <a:xfrm>
              <a:off x="312372" y="3972612"/>
              <a:ext cx="344976" cy="344976"/>
              <a:chOff x="-83525" y="4333650"/>
              <a:chExt cx="539700" cy="539700"/>
            </a:xfrm>
          </p:grpSpPr>
          <p:sp>
            <p:nvSpPr>
              <p:cNvPr id="1592" name="Google Shape;1592;p5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3" name="Google Shape;1593;p5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94" name="Google Shape;1594;p58"/>
            <p:cNvGrpSpPr/>
            <p:nvPr/>
          </p:nvGrpSpPr>
          <p:grpSpPr>
            <a:xfrm>
              <a:off x="1769547" y="654312"/>
              <a:ext cx="344976" cy="344976"/>
              <a:chOff x="-83525" y="4333650"/>
              <a:chExt cx="539700" cy="539700"/>
            </a:xfrm>
          </p:grpSpPr>
          <p:sp>
            <p:nvSpPr>
              <p:cNvPr id="1595" name="Google Shape;1595;p5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p5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597" name="Google Shape;1597;p58"/>
          <p:cNvSpPr txBox="1"/>
          <p:nvPr>
            <p:ph type="title"/>
          </p:nvPr>
        </p:nvSpPr>
        <p:spPr>
          <a:xfrm>
            <a:off x="2391900" y="2677350"/>
            <a:ext cx="4360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98" name="Google Shape;1598;p58"/>
          <p:cNvSpPr txBox="1"/>
          <p:nvPr>
            <p:ph idx="2" type="title"/>
          </p:nvPr>
        </p:nvSpPr>
        <p:spPr>
          <a:xfrm>
            <a:off x="3796850" y="7317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599" name="Google Shape;1599;p58"/>
          <p:cNvSpPr txBox="1"/>
          <p:nvPr>
            <p:ph idx="1" type="subTitle"/>
          </p:nvPr>
        </p:nvSpPr>
        <p:spPr>
          <a:xfrm rot="462">
            <a:off x="3455518" y="3972750"/>
            <a:ext cx="2233200" cy="63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_1">
    <p:spTree>
      <p:nvGrpSpPr>
        <p:cNvPr id="1600" name="Shape 1600"/>
        <p:cNvGrpSpPr/>
        <p:nvPr/>
      </p:nvGrpSpPr>
      <p:grpSpPr>
        <a:xfrm>
          <a:off x="0" y="0"/>
          <a:ext cx="0" cy="0"/>
          <a:chOff x="0" y="0"/>
          <a:chExt cx="0" cy="0"/>
        </a:xfrm>
      </p:grpSpPr>
      <p:grpSp>
        <p:nvGrpSpPr>
          <p:cNvPr id="1601" name="Google Shape;1601;p59"/>
          <p:cNvGrpSpPr/>
          <p:nvPr/>
        </p:nvGrpSpPr>
        <p:grpSpPr>
          <a:xfrm>
            <a:off x="0" y="0"/>
            <a:ext cx="9144000" cy="5143500"/>
            <a:chOff x="0" y="0"/>
            <a:chExt cx="9144000" cy="5143500"/>
          </a:xfrm>
        </p:grpSpPr>
        <p:sp>
          <p:nvSpPr>
            <p:cNvPr id="1602" name="Google Shape;1602;p59"/>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p59"/>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04" name="Google Shape;1604;p59"/>
          <p:cNvGrpSpPr/>
          <p:nvPr/>
        </p:nvGrpSpPr>
        <p:grpSpPr>
          <a:xfrm>
            <a:off x="-36725" y="-52250"/>
            <a:ext cx="9274275" cy="5264400"/>
            <a:chOff x="-36725" y="-52250"/>
            <a:chExt cx="9274275" cy="5264400"/>
          </a:xfrm>
        </p:grpSpPr>
        <p:cxnSp>
          <p:nvCxnSpPr>
            <p:cNvPr id="1605" name="Google Shape;1605;p59"/>
            <p:cNvCxnSpPr/>
            <p:nvPr/>
          </p:nvCxnSpPr>
          <p:spPr>
            <a:xfrm>
              <a:off x="6162550" y="-14825"/>
              <a:ext cx="3075000" cy="1453200"/>
            </a:xfrm>
            <a:prstGeom prst="straightConnector1">
              <a:avLst/>
            </a:prstGeom>
            <a:noFill/>
            <a:ln cap="rnd" cmpd="sng" w="9525">
              <a:solidFill>
                <a:schemeClr val="accent4"/>
              </a:solidFill>
              <a:prstDash val="solid"/>
              <a:round/>
              <a:headEnd len="sm" w="sm" type="none"/>
              <a:tailEnd len="sm" w="sm" type="none"/>
            </a:ln>
          </p:spPr>
        </p:cxnSp>
        <p:cxnSp>
          <p:nvCxnSpPr>
            <p:cNvPr id="1606" name="Google Shape;1606;p59"/>
            <p:cNvCxnSpPr/>
            <p:nvPr/>
          </p:nvCxnSpPr>
          <p:spPr>
            <a:xfrm flipH="1" rot="10800000">
              <a:off x="-24925" y="-45950"/>
              <a:ext cx="7759200" cy="1515600"/>
            </a:xfrm>
            <a:prstGeom prst="straightConnector1">
              <a:avLst/>
            </a:prstGeom>
            <a:noFill/>
            <a:ln cap="rnd" cmpd="sng" w="9525">
              <a:solidFill>
                <a:schemeClr val="accent4"/>
              </a:solidFill>
              <a:prstDash val="solid"/>
              <a:round/>
              <a:headEnd len="sm" w="sm" type="none"/>
              <a:tailEnd len="sm" w="sm" type="none"/>
            </a:ln>
          </p:spPr>
        </p:cxnSp>
        <p:cxnSp>
          <p:nvCxnSpPr>
            <p:cNvPr id="1607" name="Google Shape;1607;p59"/>
            <p:cNvCxnSpPr/>
            <p:nvPr/>
          </p:nvCxnSpPr>
          <p:spPr>
            <a:xfrm>
              <a:off x="288300" y="-52250"/>
              <a:ext cx="966900" cy="5264400"/>
            </a:xfrm>
            <a:prstGeom prst="straightConnector1">
              <a:avLst/>
            </a:prstGeom>
            <a:noFill/>
            <a:ln cap="rnd" cmpd="sng" w="9525">
              <a:solidFill>
                <a:schemeClr val="accent4"/>
              </a:solidFill>
              <a:prstDash val="solid"/>
              <a:round/>
              <a:headEnd len="sm" w="sm" type="none"/>
              <a:tailEnd len="sm" w="sm" type="none"/>
            </a:ln>
          </p:spPr>
        </p:cxnSp>
        <p:cxnSp>
          <p:nvCxnSpPr>
            <p:cNvPr id="1608" name="Google Shape;1608;p59"/>
            <p:cNvCxnSpPr/>
            <p:nvPr/>
          </p:nvCxnSpPr>
          <p:spPr>
            <a:xfrm>
              <a:off x="-36725" y="3696400"/>
              <a:ext cx="5233200" cy="1472100"/>
            </a:xfrm>
            <a:prstGeom prst="straightConnector1">
              <a:avLst/>
            </a:prstGeom>
            <a:noFill/>
            <a:ln cap="rnd" cmpd="sng" w="9525">
              <a:solidFill>
                <a:schemeClr val="accent4"/>
              </a:solidFill>
              <a:prstDash val="solid"/>
              <a:round/>
              <a:headEnd len="sm" w="sm" type="none"/>
              <a:tailEnd len="sm" w="sm" type="none"/>
            </a:ln>
          </p:spPr>
        </p:cxnSp>
        <p:cxnSp>
          <p:nvCxnSpPr>
            <p:cNvPr id="1609" name="Google Shape;1609;p59"/>
            <p:cNvCxnSpPr/>
            <p:nvPr/>
          </p:nvCxnSpPr>
          <p:spPr>
            <a:xfrm flipH="1" rot="10800000">
              <a:off x="7224300" y="3484225"/>
              <a:ext cx="1952400" cy="1715400"/>
            </a:xfrm>
            <a:prstGeom prst="straightConnector1">
              <a:avLst/>
            </a:prstGeom>
            <a:noFill/>
            <a:ln cap="rnd" cmpd="sng" w="9525">
              <a:solidFill>
                <a:schemeClr val="accent4"/>
              </a:solidFill>
              <a:prstDash val="solid"/>
              <a:round/>
              <a:headEnd len="sm" w="sm" type="none"/>
              <a:tailEnd len="sm" w="sm" type="none"/>
            </a:ln>
          </p:spPr>
        </p:cxnSp>
        <p:grpSp>
          <p:nvGrpSpPr>
            <p:cNvPr id="1610" name="Google Shape;1610;p59"/>
            <p:cNvGrpSpPr/>
            <p:nvPr/>
          </p:nvGrpSpPr>
          <p:grpSpPr>
            <a:xfrm>
              <a:off x="6335552" y="-45954"/>
              <a:ext cx="482600" cy="482600"/>
              <a:chOff x="-83525" y="4333650"/>
              <a:chExt cx="539700" cy="539700"/>
            </a:xfrm>
          </p:grpSpPr>
          <p:sp>
            <p:nvSpPr>
              <p:cNvPr id="1611" name="Google Shape;1611;p5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2" name="Google Shape;1612;p5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3" name="Google Shape;1613;p59"/>
            <p:cNvGrpSpPr/>
            <p:nvPr/>
          </p:nvGrpSpPr>
          <p:grpSpPr>
            <a:xfrm>
              <a:off x="8347110" y="3885137"/>
              <a:ext cx="344976" cy="344976"/>
              <a:chOff x="-83525" y="4333650"/>
              <a:chExt cx="539700" cy="539700"/>
            </a:xfrm>
          </p:grpSpPr>
          <p:sp>
            <p:nvSpPr>
              <p:cNvPr id="1614" name="Google Shape;1614;p5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p5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6" name="Google Shape;1616;p59"/>
            <p:cNvGrpSpPr/>
            <p:nvPr/>
          </p:nvGrpSpPr>
          <p:grpSpPr>
            <a:xfrm>
              <a:off x="748661" y="3711953"/>
              <a:ext cx="566361" cy="566361"/>
              <a:chOff x="-83525" y="4333650"/>
              <a:chExt cx="539700" cy="539700"/>
            </a:xfrm>
          </p:grpSpPr>
          <p:sp>
            <p:nvSpPr>
              <p:cNvPr id="1617" name="Google Shape;1617;p5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p5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9" name="Google Shape;1619;p59"/>
            <p:cNvGrpSpPr/>
            <p:nvPr/>
          </p:nvGrpSpPr>
          <p:grpSpPr>
            <a:xfrm>
              <a:off x="297778" y="1107971"/>
              <a:ext cx="482600" cy="482600"/>
              <a:chOff x="-83525" y="4333650"/>
              <a:chExt cx="539700" cy="539700"/>
            </a:xfrm>
          </p:grpSpPr>
          <p:sp>
            <p:nvSpPr>
              <p:cNvPr id="1620" name="Google Shape;1620;p5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p5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22" name="Google Shape;1622;p59"/>
            <p:cNvGrpSpPr/>
            <p:nvPr/>
          </p:nvGrpSpPr>
          <p:grpSpPr>
            <a:xfrm>
              <a:off x="403685" y="3351437"/>
              <a:ext cx="344976" cy="344976"/>
              <a:chOff x="-83525" y="4333650"/>
              <a:chExt cx="539700" cy="539700"/>
            </a:xfrm>
          </p:grpSpPr>
          <p:sp>
            <p:nvSpPr>
              <p:cNvPr id="1623" name="Google Shape;1623;p5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4" name="Google Shape;1624;p5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25" name="Google Shape;1625;p59"/>
            <p:cNvGrpSpPr/>
            <p:nvPr/>
          </p:nvGrpSpPr>
          <p:grpSpPr>
            <a:xfrm>
              <a:off x="910235" y="669362"/>
              <a:ext cx="344976" cy="344976"/>
              <a:chOff x="-83525" y="4333650"/>
              <a:chExt cx="539700" cy="539700"/>
            </a:xfrm>
          </p:grpSpPr>
          <p:sp>
            <p:nvSpPr>
              <p:cNvPr id="1626" name="Google Shape;1626;p5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p5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628" name="Google Shape;1628;p59"/>
          <p:cNvSpPr txBox="1"/>
          <p:nvPr>
            <p:ph type="title"/>
          </p:nvPr>
        </p:nvSpPr>
        <p:spPr>
          <a:xfrm>
            <a:off x="3221500" y="1872900"/>
            <a:ext cx="52689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43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1629" name="Google Shape;1629;p59"/>
          <p:cNvSpPr txBox="1"/>
          <p:nvPr>
            <p:ph idx="2" type="title"/>
          </p:nvPr>
        </p:nvSpPr>
        <p:spPr>
          <a:xfrm>
            <a:off x="1172013" y="19215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630" name="Google Shape;1630;p59"/>
          <p:cNvSpPr txBox="1"/>
          <p:nvPr>
            <p:ph idx="1" type="subTitle"/>
          </p:nvPr>
        </p:nvSpPr>
        <p:spPr>
          <a:xfrm rot="462">
            <a:off x="3221529" y="2639862"/>
            <a:ext cx="2233200" cy="630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_1">
    <p:spTree>
      <p:nvGrpSpPr>
        <p:cNvPr id="1631" name="Shape 1631"/>
        <p:cNvGrpSpPr/>
        <p:nvPr/>
      </p:nvGrpSpPr>
      <p:grpSpPr>
        <a:xfrm>
          <a:off x="0" y="0"/>
          <a:ext cx="0" cy="0"/>
          <a:chOff x="0" y="0"/>
          <a:chExt cx="0" cy="0"/>
        </a:xfrm>
      </p:grpSpPr>
      <p:grpSp>
        <p:nvGrpSpPr>
          <p:cNvPr id="1632" name="Google Shape;1632;p60"/>
          <p:cNvGrpSpPr/>
          <p:nvPr/>
        </p:nvGrpSpPr>
        <p:grpSpPr>
          <a:xfrm flipH="1" rot="10800000">
            <a:off x="0" y="0"/>
            <a:ext cx="9144000" cy="5143500"/>
            <a:chOff x="0" y="0"/>
            <a:chExt cx="9144000" cy="5143500"/>
          </a:xfrm>
        </p:grpSpPr>
        <p:sp>
          <p:nvSpPr>
            <p:cNvPr id="1633" name="Google Shape;1633;p60"/>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60"/>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5" name="Google Shape;1635;p60"/>
          <p:cNvGrpSpPr/>
          <p:nvPr/>
        </p:nvGrpSpPr>
        <p:grpSpPr>
          <a:xfrm>
            <a:off x="-43650" y="-89675"/>
            <a:ext cx="9262500" cy="5307900"/>
            <a:chOff x="-43650" y="-89675"/>
            <a:chExt cx="9262500" cy="5307900"/>
          </a:xfrm>
        </p:grpSpPr>
        <p:cxnSp>
          <p:nvCxnSpPr>
            <p:cNvPr id="1636" name="Google Shape;1636;p60"/>
            <p:cNvCxnSpPr/>
            <p:nvPr/>
          </p:nvCxnSpPr>
          <p:spPr>
            <a:xfrm flipH="1">
              <a:off x="7908875" y="-89675"/>
              <a:ext cx="910800" cy="5307900"/>
            </a:xfrm>
            <a:prstGeom prst="straightConnector1">
              <a:avLst/>
            </a:prstGeom>
            <a:noFill/>
            <a:ln cap="rnd" cmpd="sng" w="9525">
              <a:solidFill>
                <a:schemeClr val="accent4"/>
              </a:solidFill>
              <a:prstDash val="solid"/>
              <a:round/>
              <a:headEnd len="sm" w="sm" type="none"/>
              <a:tailEnd len="sm" w="sm" type="none"/>
            </a:ln>
          </p:spPr>
        </p:cxnSp>
        <p:cxnSp>
          <p:nvCxnSpPr>
            <p:cNvPr id="1637" name="Google Shape;1637;p60"/>
            <p:cNvCxnSpPr/>
            <p:nvPr/>
          </p:nvCxnSpPr>
          <p:spPr>
            <a:xfrm>
              <a:off x="-43650" y="3621550"/>
              <a:ext cx="9262500" cy="1135200"/>
            </a:xfrm>
            <a:prstGeom prst="straightConnector1">
              <a:avLst/>
            </a:prstGeom>
            <a:noFill/>
            <a:ln cap="rnd" cmpd="sng" w="9525">
              <a:solidFill>
                <a:schemeClr val="accent4"/>
              </a:solidFill>
              <a:prstDash val="solid"/>
              <a:round/>
              <a:headEnd len="sm" w="sm" type="none"/>
              <a:tailEnd len="sm" w="sm" type="none"/>
            </a:ln>
          </p:spPr>
        </p:cxnSp>
        <p:cxnSp>
          <p:nvCxnSpPr>
            <p:cNvPr id="1638" name="Google Shape;1638;p60"/>
            <p:cNvCxnSpPr/>
            <p:nvPr/>
          </p:nvCxnSpPr>
          <p:spPr>
            <a:xfrm>
              <a:off x="-21400" y="1263825"/>
              <a:ext cx="1989600" cy="3948300"/>
            </a:xfrm>
            <a:prstGeom prst="straightConnector1">
              <a:avLst/>
            </a:prstGeom>
            <a:noFill/>
            <a:ln cap="rnd" cmpd="sng" w="9525">
              <a:solidFill>
                <a:schemeClr val="accent4"/>
              </a:solidFill>
              <a:prstDash val="solid"/>
              <a:round/>
              <a:headEnd len="sm" w="sm" type="none"/>
              <a:tailEnd len="sm" w="sm" type="none"/>
            </a:ln>
          </p:spPr>
        </p:cxnSp>
        <p:cxnSp>
          <p:nvCxnSpPr>
            <p:cNvPr id="1639" name="Google Shape;1639;p60"/>
            <p:cNvCxnSpPr/>
            <p:nvPr/>
          </p:nvCxnSpPr>
          <p:spPr>
            <a:xfrm flipH="1" rot="10800000">
              <a:off x="-33875" y="-70975"/>
              <a:ext cx="2732100" cy="2987700"/>
            </a:xfrm>
            <a:prstGeom prst="straightConnector1">
              <a:avLst/>
            </a:prstGeom>
            <a:noFill/>
            <a:ln cap="rnd" cmpd="sng" w="9525">
              <a:solidFill>
                <a:schemeClr val="accent4"/>
              </a:solidFill>
              <a:prstDash val="solid"/>
              <a:round/>
              <a:headEnd len="sm" w="sm" type="none"/>
              <a:tailEnd len="sm" w="sm" type="none"/>
            </a:ln>
          </p:spPr>
        </p:cxnSp>
        <p:cxnSp>
          <p:nvCxnSpPr>
            <p:cNvPr id="1640" name="Google Shape;1640;p60"/>
            <p:cNvCxnSpPr/>
            <p:nvPr/>
          </p:nvCxnSpPr>
          <p:spPr>
            <a:xfrm>
              <a:off x="7251400" y="-64725"/>
              <a:ext cx="1952400" cy="2077200"/>
            </a:xfrm>
            <a:prstGeom prst="straightConnector1">
              <a:avLst/>
            </a:prstGeom>
            <a:noFill/>
            <a:ln cap="rnd" cmpd="sng" w="9525">
              <a:solidFill>
                <a:schemeClr val="accent4"/>
              </a:solidFill>
              <a:prstDash val="solid"/>
              <a:round/>
              <a:headEnd len="sm" w="sm" type="none"/>
              <a:tailEnd len="sm" w="sm" type="none"/>
            </a:ln>
          </p:spPr>
        </p:cxnSp>
        <p:grpSp>
          <p:nvGrpSpPr>
            <p:cNvPr id="1641" name="Google Shape;1641;p60"/>
            <p:cNvGrpSpPr/>
            <p:nvPr/>
          </p:nvGrpSpPr>
          <p:grpSpPr>
            <a:xfrm>
              <a:off x="8337077" y="1118746"/>
              <a:ext cx="482600" cy="482600"/>
              <a:chOff x="-83525" y="4333650"/>
              <a:chExt cx="539700" cy="539700"/>
            </a:xfrm>
          </p:grpSpPr>
          <p:sp>
            <p:nvSpPr>
              <p:cNvPr id="1642" name="Google Shape;1642;p6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p6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44" name="Google Shape;1644;p60"/>
            <p:cNvGrpSpPr/>
            <p:nvPr/>
          </p:nvGrpSpPr>
          <p:grpSpPr>
            <a:xfrm>
              <a:off x="8668547" y="2101237"/>
              <a:ext cx="344976" cy="344976"/>
              <a:chOff x="-83525" y="4333650"/>
              <a:chExt cx="539700" cy="539700"/>
            </a:xfrm>
          </p:grpSpPr>
          <p:sp>
            <p:nvSpPr>
              <p:cNvPr id="1645" name="Google Shape;1645;p6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6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47" name="Google Shape;1647;p60"/>
            <p:cNvGrpSpPr/>
            <p:nvPr/>
          </p:nvGrpSpPr>
          <p:grpSpPr>
            <a:xfrm>
              <a:off x="916890" y="3446701"/>
              <a:ext cx="666476" cy="666476"/>
              <a:chOff x="-83525" y="4333650"/>
              <a:chExt cx="539700" cy="539700"/>
            </a:xfrm>
          </p:grpSpPr>
          <p:sp>
            <p:nvSpPr>
              <p:cNvPr id="1648" name="Google Shape;1648;p6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p6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0" name="Google Shape;1650;p60"/>
            <p:cNvGrpSpPr/>
            <p:nvPr/>
          </p:nvGrpSpPr>
          <p:grpSpPr>
            <a:xfrm>
              <a:off x="7832747" y="4411787"/>
              <a:ext cx="344976" cy="344976"/>
              <a:chOff x="-83525" y="4333650"/>
              <a:chExt cx="539700" cy="539700"/>
            </a:xfrm>
          </p:grpSpPr>
          <p:sp>
            <p:nvSpPr>
              <p:cNvPr id="1651" name="Google Shape;1651;p6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p6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3" name="Google Shape;1653;p60"/>
            <p:cNvGrpSpPr/>
            <p:nvPr/>
          </p:nvGrpSpPr>
          <p:grpSpPr>
            <a:xfrm>
              <a:off x="7078022" y="4016675"/>
              <a:ext cx="344976" cy="344976"/>
              <a:chOff x="-83525" y="4333650"/>
              <a:chExt cx="539700" cy="539700"/>
            </a:xfrm>
          </p:grpSpPr>
          <p:sp>
            <p:nvSpPr>
              <p:cNvPr id="1654" name="Google Shape;1654;p6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p6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6" name="Google Shape;1656;p60"/>
            <p:cNvGrpSpPr/>
            <p:nvPr/>
          </p:nvGrpSpPr>
          <p:grpSpPr>
            <a:xfrm>
              <a:off x="335397" y="2164175"/>
              <a:ext cx="344976" cy="344976"/>
              <a:chOff x="-83525" y="4333650"/>
              <a:chExt cx="539700" cy="539700"/>
            </a:xfrm>
          </p:grpSpPr>
          <p:sp>
            <p:nvSpPr>
              <p:cNvPr id="1657" name="Google Shape;1657;p6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8" name="Google Shape;1658;p6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9" name="Google Shape;1659;p60"/>
            <p:cNvGrpSpPr/>
            <p:nvPr/>
          </p:nvGrpSpPr>
          <p:grpSpPr>
            <a:xfrm>
              <a:off x="771997" y="801387"/>
              <a:ext cx="344976" cy="344976"/>
              <a:chOff x="-83525" y="4333650"/>
              <a:chExt cx="539700" cy="539700"/>
            </a:xfrm>
          </p:grpSpPr>
          <p:sp>
            <p:nvSpPr>
              <p:cNvPr id="1660" name="Google Shape;1660;p6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1" name="Google Shape;1661;p6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662" name="Google Shape;1662;p60"/>
          <p:cNvSpPr txBox="1"/>
          <p:nvPr>
            <p:ph type="title"/>
          </p:nvPr>
        </p:nvSpPr>
        <p:spPr>
          <a:xfrm>
            <a:off x="1539575" y="1840150"/>
            <a:ext cx="3971400" cy="8418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600"/>
              <a:buNone/>
              <a:defRPr sz="4300"/>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p:txBody>
      </p:sp>
      <p:sp>
        <p:nvSpPr>
          <p:cNvPr id="1663" name="Google Shape;1663;p60"/>
          <p:cNvSpPr txBox="1"/>
          <p:nvPr>
            <p:ph idx="2" type="title"/>
          </p:nvPr>
        </p:nvSpPr>
        <p:spPr>
          <a:xfrm>
            <a:off x="5987400" y="188875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664" name="Google Shape;1664;p60"/>
          <p:cNvSpPr txBox="1"/>
          <p:nvPr>
            <p:ph idx="1" type="subTitle"/>
          </p:nvPr>
        </p:nvSpPr>
        <p:spPr>
          <a:xfrm rot="462">
            <a:off x="3277717" y="2607112"/>
            <a:ext cx="2233200" cy="630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1600"/>
              </a:spcBef>
              <a:spcAft>
                <a:spcPts val="0"/>
              </a:spcAft>
              <a:buSzPts val="1400"/>
              <a:buNone/>
              <a:defRPr/>
            </a:lvl2pPr>
            <a:lvl3pPr lvl="2" algn="r">
              <a:lnSpc>
                <a:spcPct val="100000"/>
              </a:lnSpc>
              <a:spcBef>
                <a:spcPts val="1600"/>
              </a:spcBef>
              <a:spcAft>
                <a:spcPts val="0"/>
              </a:spcAft>
              <a:buSzPts val="1400"/>
              <a:buNone/>
              <a:defRPr/>
            </a:lvl3pPr>
            <a:lvl4pPr lvl="3" algn="r">
              <a:lnSpc>
                <a:spcPct val="100000"/>
              </a:lnSpc>
              <a:spcBef>
                <a:spcPts val="1600"/>
              </a:spcBef>
              <a:spcAft>
                <a:spcPts val="0"/>
              </a:spcAft>
              <a:buSzPts val="1400"/>
              <a:buNone/>
              <a:defRPr/>
            </a:lvl4pPr>
            <a:lvl5pPr lvl="4" algn="r">
              <a:lnSpc>
                <a:spcPct val="100000"/>
              </a:lnSpc>
              <a:spcBef>
                <a:spcPts val="1600"/>
              </a:spcBef>
              <a:spcAft>
                <a:spcPts val="0"/>
              </a:spcAft>
              <a:buSzPts val="1400"/>
              <a:buNone/>
              <a:defRPr/>
            </a:lvl5pPr>
            <a:lvl6pPr lvl="5" algn="r">
              <a:lnSpc>
                <a:spcPct val="100000"/>
              </a:lnSpc>
              <a:spcBef>
                <a:spcPts val="1600"/>
              </a:spcBef>
              <a:spcAft>
                <a:spcPts val="0"/>
              </a:spcAft>
              <a:buSzPts val="1400"/>
              <a:buNone/>
              <a:defRPr/>
            </a:lvl6pPr>
            <a:lvl7pPr lvl="6" algn="r">
              <a:lnSpc>
                <a:spcPct val="100000"/>
              </a:lnSpc>
              <a:spcBef>
                <a:spcPts val="1600"/>
              </a:spcBef>
              <a:spcAft>
                <a:spcPts val="0"/>
              </a:spcAft>
              <a:buSzPts val="1400"/>
              <a:buNone/>
              <a:defRPr/>
            </a:lvl7pPr>
            <a:lvl8pPr lvl="7" algn="r">
              <a:lnSpc>
                <a:spcPct val="100000"/>
              </a:lnSpc>
              <a:spcBef>
                <a:spcPts val="1600"/>
              </a:spcBef>
              <a:spcAft>
                <a:spcPts val="0"/>
              </a:spcAft>
              <a:buSzPts val="1400"/>
              <a:buNone/>
              <a:defRPr/>
            </a:lvl8pPr>
            <a:lvl9pPr lvl="8" algn="r">
              <a:lnSpc>
                <a:spcPct val="100000"/>
              </a:lnSpc>
              <a:spcBef>
                <a:spcPts val="1600"/>
              </a:spcBef>
              <a:spcAft>
                <a:spcPts val="160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665" name="Shape 1665"/>
        <p:cNvGrpSpPr/>
        <p:nvPr/>
      </p:nvGrpSpPr>
      <p:grpSpPr>
        <a:xfrm>
          <a:off x="0" y="0"/>
          <a:ext cx="0" cy="0"/>
          <a:chOff x="0" y="0"/>
          <a:chExt cx="0" cy="0"/>
        </a:xfrm>
      </p:grpSpPr>
      <p:grpSp>
        <p:nvGrpSpPr>
          <p:cNvPr id="1666" name="Google Shape;1666;p61"/>
          <p:cNvGrpSpPr/>
          <p:nvPr/>
        </p:nvGrpSpPr>
        <p:grpSpPr>
          <a:xfrm>
            <a:off x="0" y="0"/>
            <a:ext cx="9144000" cy="5143500"/>
            <a:chOff x="0" y="0"/>
            <a:chExt cx="9144000" cy="5143500"/>
          </a:xfrm>
        </p:grpSpPr>
        <p:sp>
          <p:nvSpPr>
            <p:cNvPr id="1667" name="Google Shape;1667;p61"/>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8" name="Google Shape;1668;p61"/>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69" name="Google Shape;1669;p61"/>
          <p:cNvGrpSpPr/>
          <p:nvPr/>
        </p:nvGrpSpPr>
        <p:grpSpPr>
          <a:xfrm>
            <a:off x="-38625" y="-86000"/>
            <a:ext cx="9277700" cy="5409179"/>
            <a:chOff x="-38625" y="-86000"/>
            <a:chExt cx="9277700" cy="5409179"/>
          </a:xfrm>
        </p:grpSpPr>
        <p:cxnSp>
          <p:nvCxnSpPr>
            <p:cNvPr id="1670" name="Google Shape;1670;p61"/>
            <p:cNvCxnSpPr/>
            <p:nvPr/>
          </p:nvCxnSpPr>
          <p:spPr>
            <a:xfrm>
              <a:off x="7441175" y="-66725"/>
              <a:ext cx="1747500" cy="1473900"/>
            </a:xfrm>
            <a:prstGeom prst="straightConnector1">
              <a:avLst/>
            </a:prstGeom>
            <a:noFill/>
            <a:ln cap="rnd" cmpd="sng" w="9525">
              <a:solidFill>
                <a:schemeClr val="accent4"/>
              </a:solidFill>
              <a:prstDash val="solid"/>
              <a:round/>
              <a:headEnd len="sm" w="sm" type="none"/>
              <a:tailEnd len="sm" w="sm" type="none"/>
            </a:ln>
          </p:spPr>
        </p:cxnSp>
        <p:cxnSp>
          <p:nvCxnSpPr>
            <p:cNvPr id="1671" name="Google Shape;1671;p61"/>
            <p:cNvCxnSpPr/>
            <p:nvPr/>
          </p:nvCxnSpPr>
          <p:spPr>
            <a:xfrm>
              <a:off x="7143150" y="4924000"/>
              <a:ext cx="2054400" cy="78900"/>
            </a:xfrm>
            <a:prstGeom prst="straightConnector1">
              <a:avLst/>
            </a:prstGeom>
            <a:noFill/>
            <a:ln cap="rnd" cmpd="sng" w="9525">
              <a:solidFill>
                <a:schemeClr val="accent4"/>
              </a:solidFill>
              <a:prstDash val="solid"/>
              <a:round/>
              <a:headEnd len="sm" w="sm" type="none"/>
              <a:tailEnd len="sm" w="sm" type="none"/>
            </a:ln>
          </p:spPr>
        </p:cxnSp>
        <p:cxnSp>
          <p:nvCxnSpPr>
            <p:cNvPr id="1672" name="Google Shape;1672;p61"/>
            <p:cNvCxnSpPr/>
            <p:nvPr/>
          </p:nvCxnSpPr>
          <p:spPr>
            <a:xfrm flipH="1">
              <a:off x="8911300" y="-73150"/>
              <a:ext cx="32100" cy="1516500"/>
            </a:xfrm>
            <a:prstGeom prst="straightConnector1">
              <a:avLst/>
            </a:prstGeom>
            <a:noFill/>
            <a:ln cap="rnd" cmpd="sng" w="9525">
              <a:solidFill>
                <a:schemeClr val="accent4"/>
              </a:solidFill>
              <a:prstDash val="solid"/>
              <a:round/>
              <a:headEnd len="sm" w="sm" type="none"/>
              <a:tailEnd len="sm" w="sm" type="none"/>
            </a:ln>
          </p:spPr>
        </p:cxnSp>
        <p:cxnSp>
          <p:nvCxnSpPr>
            <p:cNvPr id="1673" name="Google Shape;1673;p61"/>
            <p:cNvCxnSpPr/>
            <p:nvPr/>
          </p:nvCxnSpPr>
          <p:spPr>
            <a:xfrm>
              <a:off x="7420475" y="241725"/>
              <a:ext cx="1818600" cy="533400"/>
            </a:xfrm>
            <a:prstGeom prst="straightConnector1">
              <a:avLst/>
            </a:prstGeom>
            <a:noFill/>
            <a:ln cap="rnd" cmpd="sng" w="9525">
              <a:solidFill>
                <a:schemeClr val="accent4"/>
              </a:solidFill>
              <a:prstDash val="solid"/>
              <a:round/>
              <a:headEnd len="sm" w="sm" type="none"/>
              <a:tailEnd len="sm" w="sm" type="none"/>
            </a:ln>
          </p:spPr>
        </p:cxnSp>
        <p:cxnSp>
          <p:nvCxnSpPr>
            <p:cNvPr id="1674" name="Google Shape;1674;p61"/>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1675" name="Google Shape;1675;p61"/>
            <p:cNvCxnSpPr/>
            <p:nvPr/>
          </p:nvCxnSpPr>
          <p:spPr>
            <a:xfrm>
              <a:off x="-28475" y="4707700"/>
              <a:ext cx="1767000" cy="507600"/>
            </a:xfrm>
            <a:prstGeom prst="straightConnector1">
              <a:avLst/>
            </a:prstGeom>
            <a:noFill/>
            <a:ln cap="rnd" cmpd="sng" w="9525">
              <a:solidFill>
                <a:schemeClr val="accent4"/>
              </a:solidFill>
              <a:prstDash val="solid"/>
              <a:round/>
              <a:headEnd len="sm" w="sm" type="none"/>
              <a:tailEnd len="sm" w="sm" type="none"/>
            </a:ln>
          </p:spPr>
        </p:cxnSp>
        <p:grpSp>
          <p:nvGrpSpPr>
            <p:cNvPr id="1676" name="Google Shape;1676;p61"/>
            <p:cNvGrpSpPr/>
            <p:nvPr/>
          </p:nvGrpSpPr>
          <p:grpSpPr>
            <a:xfrm>
              <a:off x="8673562" y="431299"/>
              <a:ext cx="507588" cy="507588"/>
              <a:chOff x="-83525" y="4333650"/>
              <a:chExt cx="539700" cy="539700"/>
            </a:xfrm>
          </p:grpSpPr>
          <p:sp>
            <p:nvSpPr>
              <p:cNvPr id="1677" name="Google Shape;1677;p6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8" name="Google Shape;1678;p6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79" name="Google Shape;1679;p61"/>
            <p:cNvGrpSpPr/>
            <p:nvPr/>
          </p:nvGrpSpPr>
          <p:grpSpPr>
            <a:xfrm>
              <a:off x="7364046" y="-29919"/>
              <a:ext cx="723360" cy="723360"/>
              <a:chOff x="-83525" y="4333650"/>
              <a:chExt cx="539700" cy="539700"/>
            </a:xfrm>
          </p:grpSpPr>
          <p:sp>
            <p:nvSpPr>
              <p:cNvPr id="1680" name="Google Shape;1680;p6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p6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2" name="Google Shape;1682;p61"/>
            <p:cNvGrpSpPr/>
            <p:nvPr/>
          </p:nvGrpSpPr>
          <p:grpSpPr>
            <a:xfrm>
              <a:off x="206291" y="1036780"/>
              <a:ext cx="389178" cy="389178"/>
              <a:chOff x="-83525" y="4333650"/>
              <a:chExt cx="539700" cy="539700"/>
            </a:xfrm>
          </p:grpSpPr>
          <p:sp>
            <p:nvSpPr>
              <p:cNvPr id="1683" name="Google Shape;1683;p61"/>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4" name="Google Shape;1684;p6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5" name="Google Shape;1685;p61"/>
            <p:cNvGrpSpPr/>
            <p:nvPr/>
          </p:nvGrpSpPr>
          <p:grpSpPr>
            <a:xfrm>
              <a:off x="1009541" y="107780"/>
              <a:ext cx="389178" cy="389178"/>
              <a:chOff x="-83525" y="4333650"/>
              <a:chExt cx="539700" cy="539700"/>
            </a:xfrm>
          </p:grpSpPr>
          <p:sp>
            <p:nvSpPr>
              <p:cNvPr id="1686" name="Google Shape;1686;p61"/>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7" name="Google Shape;1687;p6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8" name="Google Shape;1688;p61"/>
            <p:cNvGrpSpPr/>
            <p:nvPr/>
          </p:nvGrpSpPr>
          <p:grpSpPr>
            <a:xfrm>
              <a:off x="7441171" y="4599819"/>
              <a:ext cx="723360" cy="723360"/>
              <a:chOff x="617531" y="4467715"/>
              <a:chExt cx="539700" cy="539700"/>
            </a:xfrm>
          </p:grpSpPr>
          <p:sp>
            <p:nvSpPr>
              <p:cNvPr id="1689" name="Google Shape;1689;p61"/>
              <p:cNvSpPr/>
              <p:nvPr/>
            </p:nvSpPr>
            <p:spPr>
              <a:xfrm>
                <a:off x="617531" y="4467715"/>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0" name="Google Shape;1690;p61"/>
              <p:cNvSpPr/>
              <p:nvPr/>
            </p:nvSpPr>
            <p:spPr>
              <a:xfrm>
                <a:off x="726656" y="4576765"/>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691" name="Google Shape;1691;p61"/>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1692" name="Shape 1692"/>
        <p:cNvGrpSpPr/>
        <p:nvPr/>
      </p:nvGrpSpPr>
      <p:grpSpPr>
        <a:xfrm>
          <a:off x="0" y="0"/>
          <a:ext cx="0" cy="0"/>
          <a:chOff x="0" y="0"/>
          <a:chExt cx="0" cy="0"/>
        </a:xfrm>
      </p:grpSpPr>
      <p:grpSp>
        <p:nvGrpSpPr>
          <p:cNvPr id="1693" name="Google Shape;1693;p62"/>
          <p:cNvGrpSpPr/>
          <p:nvPr/>
        </p:nvGrpSpPr>
        <p:grpSpPr>
          <a:xfrm>
            <a:off x="0" y="0"/>
            <a:ext cx="9144000" cy="5143500"/>
            <a:chOff x="0" y="0"/>
            <a:chExt cx="9144000" cy="5143500"/>
          </a:xfrm>
        </p:grpSpPr>
        <p:sp>
          <p:nvSpPr>
            <p:cNvPr id="1694" name="Google Shape;1694;p62"/>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5" name="Google Shape;1695;p62"/>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96" name="Google Shape;1696;p62"/>
          <p:cNvGrpSpPr/>
          <p:nvPr/>
        </p:nvGrpSpPr>
        <p:grpSpPr>
          <a:xfrm>
            <a:off x="-49850" y="-102075"/>
            <a:ext cx="9227925" cy="5291725"/>
            <a:chOff x="-49850" y="-102075"/>
            <a:chExt cx="9227925" cy="5291725"/>
          </a:xfrm>
        </p:grpSpPr>
        <p:cxnSp>
          <p:nvCxnSpPr>
            <p:cNvPr id="1697" name="Google Shape;1697;p62"/>
            <p:cNvCxnSpPr/>
            <p:nvPr/>
          </p:nvCxnSpPr>
          <p:spPr>
            <a:xfrm flipH="1" rot="10800000">
              <a:off x="7254825" y="4167775"/>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1698" name="Google Shape;1698;p62"/>
            <p:cNvCxnSpPr/>
            <p:nvPr/>
          </p:nvCxnSpPr>
          <p:spPr>
            <a:xfrm rot="10800000">
              <a:off x="-6475" y="3339075"/>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1699" name="Google Shape;1699;p62"/>
            <p:cNvCxnSpPr/>
            <p:nvPr/>
          </p:nvCxnSpPr>
          <p:spPr>
            <a:xfrm rot="10800000">
              <a:off x="-12750" y="1623250"/>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1700" name="Google Shape;1700;p62"/>
            <p:cNvCxnSpPr/>
            <p:nvPr/>
          </p:nvCxnSpPr>
          <p:spPr>
            <a:xfrm>
              <a:off x="8604325" y="-92425"/>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1701" name="Google Shape;1701;p62"/>
            <p:cNvGrpSpPr/>
            <p:nvPr/>
          </p:nvGrpSpPr>
          <p:grpSpPr>
            <a:xfrm flipH="1" rot="10800000">
              <a:off x="120119" y="3681262"/>
              <a:ext cx="419725" cy="419725"/>
              <a:chOff x="-83525" y="4333650"/>
              <a:chExt cx="539700" cy="539700"/>
            </a:xfrm>
          </p:grpSpPr>
          <p:sp>
            <p:nvSpPr>
              <p:cNvPr id="1702" name="Google Shape;1702;p6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p6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04" name="Google Shape;1704;p62"/>
            <p:cNvGrpSpPr/>
            <p:nvPr/>
          </p:nvGrpSpPr>
          <p:grpSpPr>
            <a:xfrm flipH="1" rot="10800000">
              <a:off x="8126742" y="4257595"/>
              <a:ext cx="599661" cy="599607"/>
              <a:chOff x="-83525" y="4333650"/>
              <a:chExt cx="539700" cy="539700"/>
            </a:xfrm>
          </p:grpSpPr>
          <p:sp>
            <p:nvSpPr>
              <p:cNvPr id="1705" name="Google Shape;1705;p6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6" name="Google Shape;1706;p6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07" name="Google Shape;1707;p62"/>
            <p:cNvGrpSpPr/>
            <p:nvPr/>
          </p:nvGrpSpPr>
          <p:grpSpPr>
            <a:xfrm flipH="1" rot="10800000">
              <a:off x="8756294" y="1412912"/>
              <a:ext cx="419725" cy="419725"/>
              <a:chOff x="-83525" y="4333650"/>
              <a:chExt cx="539700" cy="539700"/>
            </a:xfrm>
          </p:grpSpPr>
          <p:sp>
            <p:nvSpPr>
              <p:cNvPr id="1708" name="Google Shape;1708;p6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p6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710" name="Google Shape;1710;p62"/>
            <p:cNvCxnSpPr/>
            <p:nvPr/>
          </p:nvCxnSpPr>
          <p:spPr>
            <a:xfrm flipH="1" rot="10800000">
              <a:off x="-49850" y="-102075"/>
              <a:ext cx="4440900" cy="1216200"/>
            </a:xfrm>
            <a:prstGeom prst="straightConnector1">
              <a:avLst/>
            </a:prstGeom>
            <a:noFill/>
            <a:ln cap="rnd" cmpd="sng" w="9525">
              <a:solidFill>
                <a:schemeClr val="accent4"/>
              </a:solidFill>
              <a:prstDash val="solid"/>
              <a:round/>
              <a:headEnd len="sm" w="sm" type="none"/>
              <a:tailEnd len="sm" w="sm" type="none"/>
            </a:ln>
          </p:spPr>
        </p:cxnSp>
        <p:cxnSp>
          <p:nvCxnSpPr>
            <p:cNvPr id="1711" name="Google Shape;1711;p62"/>
            <p:cNvCxnSpPr/>
            <p:nvPr/>
          </p:nvCxnSpPr>
          <p:spPr>
            <a:xfrm>
              <a:off x="3015475" y="-58500"/>
              <a:ext cx="6162600" cy="848400"/>
            </a:xfrm>
            <a:prstGeom prst="straightConnector1">
              <a:avLst/>
            </a:prstGeom>
            <a:noFill/>
            <a:ln cap="rnd" cmpd="sng" w="9525">
              <a:solidFill>
                <a:schemeClr val="accent4"/>
              </a:solidFill>
              <a:prstDash val="solid"/>
              <a:round/>
              <a:headEnd len="sm" w="sm" type="none"/>
              <a:tailEnd len="sm" w="sm" type="none"/>
            </a:ln>
          </p:spPr>
        </p:cxnSp>
        <p:grpSp>
          <p:nvGrpSpPr>
            <p:cNvPr id="1712" name="Google Shape;1712;p62"/>
            <p:cNvGrpSpPr/>
            <p:nvPr/>
          </p:nvGrpSpPr>
          <p:grpSpPr>
            <a:xfrm flipH="1" rot="10800000">
              <a:off x="218656" y="394750"/>
              <a:ext cx="1002709" cy="1002601"/>
              <a:chOff x="-83525" y="4333650"/>
              <a:chExt cx="539700" cy="539700"/>
            </a:xfrm>
          </p:grpSpPr>
          <p:sp>
            <p:nvSpPr>
              <p:cNvPr id="1713" name="Google Shape;1713;p6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p6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5" name="Google Shape;1715;p62"/>
            <p:cNvGrpSpPr/>
            <p:nvPr/>
          </p:nvGrpSpPr>
          <p:grpSpPr>
            <a:xfrm flipH="1" rot="10800000">
              <a:off x="807194" y="84337"/>
              <a:ext cx="419725" cy="419725"/>
              <a:chOff x="-83525" y="4333650"/>
              <a:chExt cx="539700" cy="539700"/>
            </a:xfrm>
          </p:grpSpPr>
          <p:sp>
            <p:nvSpPr>
              <p:cNvPr id="1716" name="Google Shape;1716;p6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p6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8" name="Google Shape;1718;p62"/>
            <p:cNvGrpSpPr/>
            <p:nvPr/>
          </p:nvGrpSpPr>
          <p:grpSpPr>
            <a:xfrm flipH="1" rot="10800000">
              <a:off x="4275169" y="330149"/>
              <a:ext cx="419725" cy="419725"/>
              <a:chOff x="-83525" y="4333650"/>
              <a:chExt cx="539700" cy="539700"/>
            </a:xfrm>
          </p:grpSpPr>
          <p:sp>
            <p:nvSpPr>
              <p:cNvPr id="1719" name="Google Shape;1719;p6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6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721" name="Google Shape;1721;p62"/>
          <p:cNvSpPr txBox="1"/>
          <p:nvPr>
            <p:ph idx="1" type="subTitle"/>
          </p:nvPr>
        </p:nvSpPr>
        <p:spPr>
          <a:xfrm>
            <a:off x="5025625" y="3064425"/>
            <a:ext cx="2891400" cy="1052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1600"/>
              </a:spcBef>
              <a:spcAft>
                <a:spcPts val="0"/>
              </a:spcAft>
              <a:buSzPts val="1400"/>
              <a:buNone/>
              <a:defRPr/>
            </a:lvl3pPr>
            <a:lvl4pPr lvl="3" algn="r">
              <a:lnSpc>
                <a:spcPct val="100000"/>
              </a:lnSpc>
              <a:spcBef>
                <a:spcPts val="1600"/>
              </a:spcBef>
              <a:spcAft>
                <a:spcPts val="0"/>
              </a:spcAft>
              <a:buSzPts val="1400"/>
              <a:buNone/>
              <a:defRPr/>
            </a:lvl4pPr>
            <a:lvl5pPr lvl="4" algn="r">
              <a:lnSpc>
                <a:spcPct val="100000"/>
              </a:lnSpc>
              <a:spcBef>
                <a:spcPts val="1600"/>
              </a:spcBef>
              <a:spcAft>
                <a:spcPts val="0"/>
              </a:spcAft>
              <a:buSzPts val="1400"/>
              <a:buNone/>
              <a:defRPr/>
            </a:lvl5pPr>
            <a:lvl6pPr lvl="5" algn="r">
              <a:lnSpc>
                <a:spcPct val="100000"/>
              </a:lnSpc>
              <a:spcBef>
                <a:spcPts val="1600"/>
              </a:spcBef>
              <a:spcAft>
                <a:spcPts val="0"/>
              </a:spcAft>
              <a:buSzPts val="1400"/>
              <a:buNone/>
              <a:defRPr/>
            </a:lvl6pPr>
            <a:lvl7pPr lvl="6" algn="r">
              <a:lnSpc>
                <a:spcPct val="100000"/>
              </a:lnSpc>
              <a:spcBef>
                <a:spcPts val="1600"/>
              </a:spcBef>
              <a:spcAft>
                <a:spcPts val="0"/>
              </a:spcAft>
              <a:buSzPts val="1400"/>
              <a:buNone/>
              <a:defRPr/>
            </a:lvl7pPr>
            <a:lvl8pPr lvl="7" algn="r">
              <a:lnSpc>
                <a:spcPct val="100000"/>
              </a:lnSpc>
              <a:spcBef>
                <a:spcPts val="1600"/>
              </a:spcBef>
              <a:spcAft>
                <a:spcPts val="0"/>
              </a:spcAft>
              <a:buSzPts val="1400"/>
              <a:buNone/>
              <a:defRPr/>
            </a:lvl8pPr>
            <a:lvl9pPr lvl="8" algn="r">
              <a:lnSpc>
                <a:spcPct val="100000"/>
              </a:lnSpc>
              <a:spcBef>
                <a:spcPts val="1600"/>
              </a:spcBef>
              <a:spcAft>
                <a:spcPts val="1600"/>
              </a:spcAft>
              <a:buSzPts val="1400"/>
              <a:buNone/>
              <a:defRPr/>
            </a:lvl9pPr>
          </a:lstStyle>
          <a:p/>
        </p:txBody>
      </p:sp>
      <p:sp>
        <p:nvSpPr>
          <p:cNvPr id="1722" name="Google Shape;1722;p62"/>
          <p:cNvSpPr txBox="1"/>
          <p:nvPr>
            <p:ph type="title"/>
          </p:nvPr>
        </p:nvSpPr>
        <p:spPr>
          <a:xfrm>
            <a:off x="5025674" y="1026975"/>
            <a:ext cx="2891400" cy="206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100"/>
              <a:buNone/>
              <a:defRPr/>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_1_1_2_1">
    <p:spTree>
      <p:nvGrpSpPr>
        <p:cNvPr id="1723" name="Shape 1723"/>
        <p:cNvGrpSpPr/>
        <p:nvPr/>
      </p:nvGrpSpPr>
      <p:grpSpPr>
        <a:xfrm>
          <a:off x="0" y="0"/>
          <a:ext cx="0" cy="0"/>
          <a:chOff x="0" y="0"/>
          <a:chExt cx="0" cy="0"/>
        </a:xfrm>
      </p:grpSpPr>
      <p:grpSp>
        <p:nvGrpSpPr>
          <p:cNvPr id="1724" name="Google Shape;1724;p63"/>
          <p:cNvGrpSpPr/>
          <p:nvPr/>
        </p:nvGrpSpPr>
        <p:grpSpPr>
          <a:xfrm>
            <a:off x="0" y="0"/>
            <a:ext cx="9144000" cy="5143500"/>
            <a:chOff x="0" y="0"/>
            <a:chExt cx="9144000" cy="5143500"/>
          </a:xfrm>
        </p:grpSpPr>
        <p:sp>
          <p:nvSpPr>
            <p:cNvPr id="1725" name="Google Shape;1725;p63"/>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63"/>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27" name="Google Shape;1727;p63"/>
          <p:cNvGrpSpPr/>
          <p:nvPr/>
        </p:nvGrpSpPr>
        <p:grpSpPr>
          <a:xfrm>
            <a:off x="-12825" y="-92425"/>
            <a:ext cx="9277475" cy="5348950"/>
            <a:chOff x="-12825" y="-92425"/>
            <a:chExt cx="9277475" cy="5348950"/>
          </a:xfrm>
        </p:grpSpPr>
        <p:cxnSp>
          <p:nvCxnSpPr>
            <p:cNvPr id="1728" name="Google Shape;1728;p63"/>
            <p:cNvCxnSpPr/>
            <p:nvPr/>
          </p:nvCxnSpPr>
          <p:spPr>
            <a:xfrm>
              <a:off x="8573550" y="-24325"/>
              <a:ext cx="588600" cy="3658800"/>
            </a:xfrm>
            <a:prstGeom prst="straightConnector1">
              <a:avLst/>
            </a:prstGeom>
            <a:noFill/>
            <a:ln cap="rnd" cmpd="sng" w="9525">
              <a:solidFill>
                <a:schemeClr val="accent4"/>
              </a:solidFill>
              <a:prstDash val="solid"/>
              <a:round/>
              <a:headEnd len="sm" w="sm" type="none"/>
              <a:tailEnd len="sm" w="sm" type="none"/>
            </a:ln>
          </p:spPr>
        </p:cxnSp>
        <p:cxnSp>
          <p:nvCxnSpPr>
            <p:cNvPr id="1729" name="Google Shape;1729;p63"/>
            <p:cNvCxnSpPr/>
            <p:nvPr/>
          </p:nvCxnSpPr>
          <p:spPr>
            <a:xfrm flipH="1">
              <a:off x="8705550" y="-53850"/>
              <a:ext cx="25800" cy="5289300"/>
            </a:xfrm>
            <a:prstGeom prst="straightConnector1">
              <a:avLst/>
            </a:prstGeom>
            <a:noFill/>
            <a:ln cap="rnd" cmpd="sng" w="9525">
              <a:solidFill>
                <a:schemeClr val="accent4"/>
              </a:solidFill>
              <a:prstDash val="solid"/>
              <a:round/>
              <a:headEnd len="sm" w="sm" type="none"/>
              <a:tailEnd len="sm" w="sm" type="none"/>
            </a:ln>
          </p:spPr>
        </p:cxnSp>
        <p:cxnSp>
          <p:nvCxnSpPr>
            <p:cNvPr id="1730" name="Google Shape;1730;p63"/>
            <p:cNvCxnSpPr/>
            <p:nvPr/>
          </p:nvCxnSpPr>
          <p:spPr>
            <a:xfrm flipH="1" rot="10800000">
              <a:off x="3442850" y="4604900"/>
              <a:ext cx="5821800" cy="552600"/>
            </a:xfrm>
            <a:prstGeom prst="straightConnector1">
              <a:avLst/>
            </a:prstGeom>
            <a:noFill/>
            <a:ln cap="rnd" cmpd="sng" w="9525">
              <a:solidFill>
                <a:schemeClr val="accent4"/>
              </a:solidFill>
              <a:prstDash val="solid"/>
              <a:round/>
              <a:headEnd len="sm" w="sm" type="none"/>
              <a:tailEnd len="sm" w="sm" type="none"/>
            </a:ln>
          </p:spPr>
        </p:cxnSp>
        <p:cxnSp>
          <p:nvCxnSpPr>
            <p:cNvPr id="1731" name="Google Shape;1731;p63"/>
            <p:cNvCxnSpPr/>
            <p:nvPr/>
          </p:nvCxnSpPr>
          <p:spPr>
            <a:xfrm>
              <a:off x="-12825" y="3075525"/>
              <a:ext cx="769500" cy="2181000"/>
            </a:xfrm>
            <a:prstGeom prst="straightConnector1">
              <a:avLst/>
            </a:prstGeom>
            <a:noFill/>
            <a:ln cap="rnd" cmpd="sng" w="9525">
              <a:solidFill>
                <a:schemeClr val="accent4"/>
              </a:solidFill>
              <a:prstDash val="solid"/>
              <a:round/>
              <a:headEnd len="sm" w="sm" type="none"/>
              <a:tailEnd len="sm" w="sm" type="none"/>
            </a:ln>
          </p:spPr>
        </p:cxnSp>
        <p:cxnSp>
          <p:nvCxnSpPr>
            <p:cNvPr id="1732" name="Google Shape;1732;p63"/>
            <p:cNvCxnSpPr/>
            <p:nvPr/>
          </p:nvCxnSpPr>
          <p:spPr>
            <a:xfrm flipH="1" rot="10800000">
              <a:off x="147875" y="3331600"/>
              <a:ext cx="358800" cy="1896600"/>
            </a:xfrm>
            <a:prstGeom prst="straightConnector1">
              <a:avLst/>
            </a:prstGeom>
            <a:noFill/>
            <a:ln cap="rnd" cmpd="sng" w="9525">
              <a:solidFill>
                <a:schemeClr val="accent4"/>
              </a:solidFill>
              <a:prstDash val="solid"/>
              <a:round/>
              <a:headEnd len="sm" w="sm" type="none"/>
              <a:tailEnd len="sm" w="sm" type="none"/>
            </a:ln>
          </p:spPr>
        </p:cxnSp>
        <p:cxnSp>
          <p:nvCxnSpPr>
            <p:cNvPr id="1733" name="Google Shape;1733;p63"/>
            <p:cNvCxnSpPr/>
            <p:nvPr/>
          </p:nvCxnSpPr>
          <p:spPr>
            <a:xfrm flipH="1">
              <a:off x="-12650" y="-92425"/>
              <a:ext cx="1047300" cy="3887700"/>
            </a:xfrm>
            <a:prstGeom prst="straightConnector1">
              <a:avLst/>
            </a:prstGeom>
            <a:noFill/>
            <a:ln cap="rnd" cmpd="sng" w="9525">
              <a:solidFill>
                <a:schemeClr val="accent4"/>
              </a:solidFill>
              <a:prstDash val="solid"/>
              <a:round/>
              <a:headEnd len="sm" w="sm" type="none"/>
              <a:tailEnd len="sm" w="sm" type="none"/>
            </a:ln>
          </p:spPr>
        </p:cxnSp>
        <p:grpSp>
          <p:nvGrpSpPr>
            <p:cNvPr id="1734" name="Google Shape;1734;p63"/>
            <p:cNvGrpSpPr/>
            <p:nvPr/>
          </p:nvGrpSpPr>
          <p:grpSpPr>
            <a:xfrm>
              <a:off x="8376754" y="637023"/>
              <a:ext cx="718341" cy="718341"/>
              <a:chOff x="30975" y="3360397"/>
              <a:chExt cx="539700" cy="539700"/>
            </a:xfrm>
          </p:grpSpPr>
          <p:sp>
            <p:nvSpPr>
              <p:cNvPr id="1735" name="Google Shape;1735;p63"/>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6" name="Google Shape;1736;p63"/>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37" name="Google Shape;1737;p63"/>
            <p:cNvGrpSpPr/>
            <p:nvPr/>
          </p:nvGrpSpPr>
          <p:grpSpPr>
            <a:xfrm>
              <a:off x="8425978" y="4416358"/>
              <a:ext cx="533979" cy="533979"/>
              <a:chOff x="147524" y="4333650"/>
              <a:chExt cx="539700" cy="539700"/>
            </a:xfrm>
          </p:grpSpPr>
          <p:sp>
            <p:nvSpPr>
              <p:cNvPr id="1738" name="Google Shape;1738;p63"/>
              <p:cNvSpPr/>
              <p:nvPr/>
            </p:nvSpPr>
            <p:spPr>
              <a:xfrm>
                <a:off x="147524"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9" name="Google Shape;1739;p63"/>
              <p:cNvSpPr/>
              <p:nvPr/>
            </p:nvSpPr>
            <p:spPr>
              <a:xfrm>
                <a:off x="256649"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40" name="Google Shape;1740;p63"/>
            <p:cNvGrpSpPr/>
            <p:nvPr/>
          </p:nvGrpSpPr>
          <p:grpSpPr>
            <a:xfrm>
              <a:off x="-12648" y="3015157"/>
              <a:ext cx="334182" cy="334182"/>
              <a:chOff x="-83525" y="4333650"/>
              <a:chExt cx="539700" cy="539700"/>
            </a:xfrm>
          </p:grpSpPr>
          <p:sp>
            <p:nvSpPr>
              <p:cNvPr id="1741" name="Google Shape;1741;p6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p6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43" name="Google Shape;1743;p63"/>
            <p:cNvGrpSpPr/>
            <p:nvPr/>
          </p:nvGrpSpPr>
          <p:grpSpPr>
            <a:xfrm>
              <a:off x="705394" y="372757"/>
              <a:ext cx="334182" cy="334182"/>
              <a:chOff x="-83525" y="4333650"/>
              <a:chExt cx="539700" cy="539700"/>
            </a:xfrm>
          </p:grpSpPr>
          <p:sp>
            <p:nvSpPr>
              <p:cNvPr id="1744" name="Google Shape;1744;p6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p6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746" name="Google Shape;1746;p63"/>
          <p:cNvSpPr txBox="1"/>
          <p:nvPr>
            <p:ph idx="1" type="subTitle"/>
          </p:nvPr>
        </p:nvSpPr>
        <p:spPr>
          <a:xfrm>
            <a:off x="1332025" y="2409625"/>
            <a:ext cx="2653800" cy="1037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r">
              <a:lnSpc>
                <a:spcPct val="100000"/>
              </a:lnSpc>
              <a:spcBef>
                <a:spcPts val="1600"/>
              </a:spcBef>
              <a:spcAft>
                <a:spcPts val="0"/>
              </a:spcAft>
              <a:buSzPts val="1400"/>
              <a:buNone/>
              <a:defRPr/>
            </a:lvl2pPr>
            <a:lvl3pPr lvl="2" algn="r">
              <a:lnSpc>
                <a:spcPct val="100000"/>
              </a:lnSpc>
              <a:spcBef>
                <a:spcPts val="1600"/>
              </a:spcBef>
              <a:spcAft>
                <a:spcPts val="0"/>
              </a:spcAft>
              <a:buSzPts val="1400"/>
              <a:buNone/>
              <a:defRPr/>
            </a:lvl3pPr>
            <a:lvl4pPr lvl="3" algn="r">
              <a:lnSpc>
                <a:spcPct val="100000"/>
              </a:lnSpc>
              <a:spcBef>
                <a:spcPts val="1600"/>
              </a:spcBef>
              <a:spcAft>
                <a:spcPts val="0"/>
              </a:spcAft>
              <a:buSzPts val="1400"/>
              <a:buNone/>
              <a:defRPr/>
            </a:lvl4pPr>
            <a:lvl5pPr lvl="4" algn="r">
              <a:lnSpc>
                <a:spcPct val="100000"/>
              </a:lnSpc>
              <a:spcBef>
                <a:spcPts val="1600"/>
              </a:spcBef>
              <a:spcAft>
                <a:spcPts val="0"/>
              </a:spcAft>
              <a:buSzPts val="1400"/>
              <a:buNone/>
              <a:defRPr/>
            </a:lvl5pPr>
            <a:lvl6pPr lvl="5" algn="r">
              <a:lnSpc>
                <a:spcPct val="100000"/>
              </a:lnSpc>
              <a:spcBef>
                <a:spcPts val="1600"/>
              </a:spcBef>
              <a:spcAft>
                <a:spcPts val="0"/>
              </a:spcAft>
              <a:buSzPts val="1400"/>
              <a:buNone/>
              <a:defRPr/>
            </a:lvl6pPr>
            <a:lvl7pPr lvl="6" algn="r">
              <a:lnSpc>
                <a:spcPct val="100000"/>
              </a:lnSpc>
              <a:spcBef>
                <a:spcPts val="1600"/>
              </a:spcBef>
              <a:spcAft>
                <a:spcPts val="0"/>
              </a:spcAft>
              <a:buSzPts val="1400"/>
              <a:buNone/>
              <a:defRPr/>
            </a:lvl7pPr>
            <a:lvl8pPr lvl="7" algn="r">
              <a:lnSpc>
                <a:spcPct val="100000"/>
              </a:lnSpc>
              <a:spcBef>
                <a:spcPts val="1600"/>
              </a:spcBef>
              <a:spcAft>
                <a:spcPts val="0"/>
              </a:spcAft>
              <a:buSzPts val="1400"/>
              <a:buNone/>
              <a:defRPr/>
            </a:lvl8pPr>
            <a:lvl9pPr lvl="8" algn="r">
              <a:lnSpc>
                <a:spcPct val="100000"/>
              </a:lnSpc>
              <a:spcBef>
                <a:spcPts val="1600"/>
              </a:spcBef>
              <a:spcAft>
                <a:spcPts val="1600"/>
              </a:spcAft>
              <a:buSzPts val="1400"/>
              <a:buNone/>
              <a:defRPr/>
            </a:lvl9pPr>
          </a:lstStyle>
          <a:p/>
        </p:txBody>
      </p:sp>
      <p:sp>
        <p:nvSpPr>
          <p:cNvPr id="1747" name="Google Shape;1747;p63"/>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_1_1_2_1_1">
    <p:spTree>
      <p:nvGrpSpPr>
        <p:cNvPr id="1748" name="Shape 1748"/>
        <p:cNvGrpSpPr/>
        <p:nvPr/>
      </p:nvGrpSpPr>
      <p:grpSpPr>
        <a:xfrm>
          <a:off x="0" y="0"/>
          <a:ext cx="0" cy="0"/>
          <a:chOff x="0" y="0"/>
          <a:chExt cx="0" cy="0"/>
        </a:xfrm>
      </p:grpSpPr>
      <p:grpSp>
        <p:nvGrpSpPr>
          <p:cNvPr id="1749" name="Google Shape;1749;p64"/>
          <p:cNvGrpSpPr/>
          <p:nvPr/>
        </p:nvGrpSpPr>
        <p:grpSpPr>
          <a:xfrm>
            <a:off x="0" y="0"/>
            <a:ext cx="9144000" cy="5143500"/>
            <a:chOff x="0" y="0"/>
            <a:chExt cx="9144000" cy="5143500"/>
          </a:xfrm>
        </p:grpSpPr>
        <p:sp>
          <p:nvSpPr>
            <p:cNvPr id="1750" name="Google Shape;1750;p64"/>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1" name="Google Shape;1751;p64"/>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52" name="Google Shape;1752;p64"/>
          <p:cNvGrpSpPr/>
          <p:nvPr/>
        </p:nvGrpSpPr>
        <p:grpSpPr>
          <a:xfrm>
            <a:off x="-211800" y="-216925"/>
            <a:ext cx="9518250" cy="5601275"/>
            <a:chOff x="-211800" y="-216925"/>
            <a:chExt cx="9518250" cy="5601275"/>
          </a:xfrm>
        </p:grpSpPr>
        <p:cxnSp>
          <p:nvCxnSpPr>
            <p:cNvPr id="1753" name="Google Shape;1753;p64"/>
            <p:cNvCxnSpPr/>
            <p:nvPr/>
          </p:nvCxnSpPr>
          <p:spPr>
            <a:xfrm>
              <a:off x="7116875" y="-52250"/>
              <a:ext cx="2033400" cy="1636200"/>
            </a:xfrm>
            <a:prstGeom prst="straightConnector1">
              <a:avLst/>
            </a:prstGeom>
            <a:noFill/>
            <a:ln cap="rnd" cmpd="sng" w="9525">
              <a:solidFill>
                <a:schemeClr val="accent4"/>
              </a:solidFill>
              <a:prstDash val="solid"/>
              <a:round/>
              <a:headEnd len="sm" w="sm" type="none"/>
              <a:tailEnd len="sm" w="sm" type="none"/>
            </a:ln>
          </p:spPr>
        </p:cxnSp>
        <p:grpSp>
          <p:nvGrpSpPr>
            <p:cNvPr id="1754" name="Google Shape;1754;p64"/>
            <p:cNvGrpSpPr/>
            <p:nvPr/>
          </p:nvGrpSpPr>
          <p:grpSpPr>
            <a:xfrm>
              <a:off x="263431" y="690170"/>
              <a:ext cx="334182" cy="334182"/>
              <a:chOff x="-83525" y="4333650"/>
              <a:chExt cx="539700" cy="539700"/>
            </a:xfrm>
          </p:grpSpPr>
          <p:sp>
            <p:nvSpPr>
              <p:cNvPr id="1755" name="Google Shape;1755;p6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p6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757" name="Google Shape;1757;p64"/>
            <p:cNvCxnSpPr/>
            <p:nvPr/>
          </p:nvCxnSpPr>
          <p:spPr>
            <a:xfrm>
              <a:off x="7852875" y="-77200"/>
              <a:ext cx="1291200" cy="3935700"/>
            </a:xfrm>
            <a:prstGeom prst="straightConnector1">
              <a:avLst/>
            </a:prstGeom>
            <a:noFill/>
            <a:ln cap="rnd" cmpd="sng" w="9525">
              <a:solidFill>
                <a:schemeClr val="accent4"/>
              </a:solidFill>
              <a:prstDash val="solid"/>
              <a:round/>
              <a:headEnd len="sm" w="sm" type="none"/>
              <a:tailEnd len="sm" w="sm" type="none"/>
            </a:ln>
          </p:spPr>
        </p:cxnSp>
        <p:cxnSp>
          <p:nvCxnSpPr>
            <p:cNvPr id="1758" name="Google Shape;1758;p64"/>
            <p:cNvCxnSpPr/>
            <p:nvPr/>
          </p:nvCxnSpPr>
          <p:spPr>
            <a:xfrm flipH="1" rot="10800000">
              <a:off x="7921650" y="2826975"/>
              <a:ext cx="1384800" cy="2445000"/>
            </a:xfrm>
            <a:prstGeom prst="straightConnector1">
              <a:avLst/>
            </a:prstGeom>
            <a:noFill/>
            <a:ln cap="rnd" cmpd="sng" w="9525">
              <a:solidFill>
                <a:schemeClr val="accent4"/>
              </a:solidFill>
              <a:prstDash val="solid"/>
              <a:round/>
              <a:headEnd len="sm" w="sm" type="none"/>
              <a:tailEnd len="sm" w="sm" type="none"/>
            </a:ln>
          </p:spPr>
        </p:cxnSp>
        <p:cxnSp>
          <p:nvCxnSpPr>
            <p:cNvPr id="1759" name="Google Shape;1759;p64"/>
            <p:cNvCxnSpPr/>
            <p:nvPr/>
          </p:nvCxnSpPr>
          <p:spPr>
            <a:xfrm flipH="1">
              <a:off x="-211800" y="-216925"/>
              <a:ext cx="1634100" cy="3667500"/>
            </a:xfrm>
            <a:prstGeom prst="straightConnector1">
              <a:avLst/>
            </a:prstGeom>
            <a:noFill/>
            <a:ln cap="rnd" cmpd="sng" w="9525">
              <a:solidFill>
                <a:schemeClr val="accent4"/>
              </a:solidFill>
              <a:prstDash val="solid"/>
              <a:round/>
              <a:headEnd len="sm" w="sm" type="none"/>
              <a:tailEnd len="sm" w="sm" type="none"/>
            </a:ln>
          </p:spPr>
        </p:cxnSp>
        <p:cxnSp>
          <p:nvCxnSpPr>
            <p:cNvPr id="1760" name="Google Shape;1760;p64"/>
            <p:cNvCxnSpPr/>
            <p:nvPr/>
          </p:nvCxnSpPr>
          <p:spPr>
            <a:xfrm>
              <a:off x="-149525" y="1280050"/>
              <a:ext cx="1160100" cy="4104300"/>
            </a:xfrm>
            <a:prstGeom prst="straightConnector1">
              <a:avLst/>
            </a:prstGeom>
            <a:noFill/>
            <a:ln cap="rnd" cmpd="sng" w="9525">
              <a:solidFill>
                <a:schemeClr val="accent4"/>
              </a:solidFill>
              <a:prstDash val="solid"/>
              <a:round/>
              <a:headEnd len="sm" w="sm" type="none"/>
              <a:tailEnd len="sm" w="sm" type="none"/>
            </a:ln>
          </p:spPr>
        </p:cxnSp>
        <p:grpSp>
          <p:nvGrpSpPr>
            <p:cNvPr id="1761" name="Google Shape;1761;p64"/>
            <p:cNvGrpSpPr/>
            <p:nvPr/>
          </p:nvGrpSpPr>
          <p:grpSpPr>
            <a:xfrm>
              <a:off x="7774404" y="406673"/>
              <a:ext cx="718341" cy="718341"/>
              <a:chOff x="30975" y="3360397"/>
              <a:chExt cx="539700" cy="539700"/>
            </a:xfrm>
          </p:grpSpPr>
          <p:sp>
            <p:nvSpPr>
              <p:cNvPr id="1762" name="Google Shape;1762;p64"/>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p64"/>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64" name="Google Shape;1764;p64"/>
            <p:cNvGrpSpPr/>
            <p:nvPr/>
          </p:nvGrpSpPr>
          <p:grpSpPr>
            <a:xfrm>
              <a:off x="360829" y="3949923"/>
              <a:ext cx="718341" cy="718341"/>
              <a:chOff x="30975" y="3360397"/>
              <a:chExt cx="539700" cy="539700"/>
            </a:xfrm>
          </p:grpSpPr>
          <p:sp>
            <p:nvSpPr>
              <p:cNvPr id="1765" name="Google Shape;1765;p64"/>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6" name="Google Shape;1766;p64"/>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67" name="Google Shape;1767;p64"/>
            <p:cNvGrpSpPr/>
            <p:nvPr/>
          </p:nvGrpSpPr>
          <p:grpSpPr>
            <a:xfrm>
              <a:off x="837256" y="1663220"/>
              <a:ext cx="334182" cy="334182"/>
              <a:chOff x="-83525" y="4333650"/>
              <a:chExt cx="539700" cy="539700"/>
            </a:xfrm>
          </p:grpSpPr>
          <p:sp>
            <p:nvSpPr>
              <p:cNvPr id="1768" name="Google Shape;1768;p6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9" name="Google Shape;1769;p6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70" name="Google Shape;1770;p64"/>
            <p:cNvGrpSpPr/>
            <p:nvPr/>
          </p:nvGrpSpPr>
          <p:grpSpPr>
            <a:xfrm>
              <a:off x="8158556" y="3680320"/>
              <a:ext cx="334182" cy="334182"/>
              <a:chOff x="-83525" y="4333650"/>
              <a:chExt cx="539700" cy="539700"/>
            </a:xfrm>
          </p:grpSpPr>
          <p:sp>
            <p:nvSpPr>
              <p:cNvPr id="1771" name="Google Shape;1771;p6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p6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73" name="Google Shape;1773;p64"/>
            <p:cNvGrpSpPr/>
            <p:nvPr/>
          </p:nvGrpSpPr>
          <p:grpSpPr>
            <a:xfrm>
              <a:off x="7721931" y="2571745"/>
              <a:ext cx="334182" cy="334182"/>
              <a:chOff x="-83525" y="4333650"/>
              <a:chExt cx="539700" cy="539700"/>
            </a:xfrm>
          </p:grpSpPr>
          <p:sp>
            <p:nvSpPr>
              <p:cNvPr id="1774" name="Google Shape;1774;p6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5" name="Google Shape;1775;p6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776" name="Google Shape;1776;p64"/>
          <p:cNvSpPr txBox="1"/>
          <p:nvPr>
            <p:ph idx="1" type="subTitle"/>
          </p:nvPr>
        </p:nvSpPr>
        <p:spPr>
          <a:xfrm>
            <a:off x="2064650" y="4014500"/>
            <a:ext cx="5014800" cy="58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777" name="Google Shape;1777;p64"/>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BLANK_1_1_1_2_1_1_1">
    <p:spTree>
      <p:nvGrpSpPr>
        <p:cNvPr id="1778" name="Shape 1778"/>
        <p:cNvGrpSpPr/>
        <p:nvPr/>
      </p:nvGrpSpPr>
      <p:grpSpPr>
        <a:xfrm>
          <a:off x="0" y="0"/>
          <a:ext cx="0" cy="0"/>
          <a:chOff x="0" y="0"/>
          <a:chExt cx="0" cy="0"/>
        </a:xfrm>
      </p:grpSpPr>
      <p:grpSp>
        <p:nvGrpSpPr>
          <p:cNvPr id="1779" name="Google Shape;1779;p65"/>
          <p:cNvGrpSpPr/>
          <p:nvPr/>
        </p:nvGrpSpPr>
        <p:grpSpPr>
          <a:xfrm flipH="1" rot="10800000">
            <a:off x="0" y="0"/>
            <a:ext cx="9144000" cy="5143500"/>
            <a:chOff x="0" y="0"/>
            <a:chExt cx="9144000" cy="5143500"/>
          </a:xfrm>
        </p:grpSpPr>
        <p:sp>
          <p:nvSpPr>
            <p:cNvPr id="1780" name="Google Shape;1780;p65"/>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1" name="Google Shape;1781;p65"/>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82" name="Google Shape;1782;p65"/>
          <p:cNvGrpSpPr/>
          <p:nvPr/>
        </p:nvGrpSpPr>
        <p:grpSpPr>
          <a:xfrm>
            <a:off x="-162000" y="-104750"/>
            <a:ext cx="9456100" cy="5526550"/>
            <a:chOff x="-162000" y="-104750"/>
            <a:chExt cx="9456100" cy="5526550"/>
          </a:xfrm>
        </p:grpSpPr>
        <p:cxnSp>
          <p:nvCxnSpPr>
            <p:cNvPr id="1783" name="Google Shape;1783;p65"/>
            <p:cNvCxnSpPr/>
            <p:nvPr/>
          </p:nvCxnSpPr>
          <p:spPr>
            <a:xfrm flipH="1">
              <a:off x="8046450" y="-53850"/>
              <a:ext cx="684900" cy="5275800"/>
            </a:xfrm>
            <a:prstGeom prst="straightConnector1">
              <a:avLst/>
            </a:prstGeom>
            <a:noFill/>
            <a:ln cap="rnd" cmpd="sng" w="9525">
              <a:solidFill>
                <a:schemeClr val="accent4"/>
              </a:solidFill>
              <a:prstDash val="solid"/>
              <a:round/>
              <a:headEnd len="sm" w="sm" type="none"/>
              <a:tailEnd len="sm" w="sm" type="none"/>
            </a:ln>
          </p:spPr>
        </p:cxnSp>
        <p:grpSp>
          <p:nvGrpSpPr>
            <p:cNvPr id="1784" name="Google Shape;1784;p65"/>
            <p:cNvGrpSpPr/>
            <p:nvPr/>
          </p:nvGrpSpPr>
          <p:grpSpPr>
            <a:xfrm>
              <a:off x="786069" y="205832"/>
              <a:ext cx="334182" cy="334182"/>
              <a:chOff x="-83525" y="4333650"/>
              <a:chExt cx="539700" cy="539700"/>
            </a:xfrm>
          </p:grpSpPr>
          <p:sp>
            <p:nvSpPr>
              <p:cNvPr id="1785" name="Google Shape;1785;p6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6" name="Google Shape;1786;p6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787" name="Google Shape;1787;p65"/>
            <p:cNvCxnSpPr/>
            <p:nvPr/>
          </p:nvCxnSpPr>
          <p:spPr>
            <a:xfrm flipH="1" rot="10800000">
              <a:off x="4341400" y="4174325"/>
              <a:ext cx="4952700" cy="1122600"/>
            </a:xfrm>
            <a:prstGeom prst="straightConnector1">
              <a:avLst/>
            </a:prstGeom>
            <a:noFill/>
            <a:ln cap="rnd" cmpd="sng" w="9525">
              <a:solidFill>
                <a:schemeClr val="accent4"/>
              </a:solidFill>
              <a:prstDash val="solid"/>
              <a:round/>
              <a:headEnd len="sm" w="sm" type="none"/>
              <a:tailEnd len="sm" w="sm" type="none"/>
            </a:ln>
          </p:spPr>
        </p:cxnSp>
        <p:cxnSp>
          <p:nvCxnSpPr>
            <p:cNvPr id="1788" name="Google Shape;1788;p65"/>
            <p:cNvCxnSpPr/>
            <p:nvPr/>
          </p:nvCxnSpPr>
          <p:spPr>
            <a:xfrm>
              <a:off x="-162000" y="3226100"/>
              <a:ext cx="1122600" cy="2195700"/>
            </a:xfrm>
            <a:prstGeom prst="straightConnector1">
              <a:avLst/>
            </a:prstGeom>
            <a:noFill/>
            <a:ln cap="rnd" cmpd="sng" w="9525">
              <a:solidFill>
                <a:schemeClr val="accent4"/>
              </a:solidFill>
              <a:prstDash val="solid"/>
              <a:round/>
              <a:headEnd len="sm" w="sm" type="none"/>
              <a:tailEnd len="sm" w="sm" type="none"/>
            </a:ln>
          </p:spPr>
        </p:cxnSp>
        <p:cxnSp>
          <p:nvCxnSpPr>
            <p:cNvPr id="1789" name="Google Shape;1789;p65"/>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1790" name="Google Shape;1790;p65"/>
            <p:cNvCxnSpPr/>
            <p:nvPr/>
          </p:nvCxnSpPr>
          <p:spPr>
            <a:xfrm flipH="1" rot="10800000">
              <a:off x="-124575" y="-104750"/>
              <a:ext cx="3729900" cy="1235100"/>
            </a:xfrm>
            <a:prstGeom prst="straightConnector1">
              <a:avLst/>
            </a:prstGeom>
            <a:noFill/>
            <a:ln cap="rnd" cmpd="sng" w="9525">
              <a:solidFill>
                <a:schemeClr val="accent4"/>
              </a:solidFill>
              <a:prstDash val="solid"/>
              <a:round/>
              <a:headEnd len="sm" w="sm" type="none"/>
              <a:tailEnd len="sm" w="sm" type="none"/>
            </a:ln>
          </p:spPr>
        </p:cxnSp>
        <p:cxnSp>
          <p:nvCxnSpPr>
            <p:cNvPr id="1791" name="Google Shape;1791;p65"/>
            <p:cNvCxnSpPr/>
            <p:nvPr/>
          </p:nvCxnSpPr>
          <p:spPr>
            <a:xfrm>
              <a:off x="8171150" y="-29800"/>
              <a:ext cx="1072800" cy="3742500"/>
            </a:xfrm>
            <a:prstGeom prst="straightConnector1">
              <a:avLst/>
            </a:prstGeom>
            <a:noFill/>
            <a:ln cap="rnd" cmpd="sng" w="9525">
              <a:solidFill>
                <a:schemeClr val="accent4"/>
              </a:solidFill>
              <a:prstDash val="solid"/>
              <a:round/>
              <a:headEnd len="sm" w="sm" type="none"/>
              <a:tailEnd len="sm" w="sm" type="none"/>
            </a:ln>
          </p:spPr>
        </p:cxnSp>
        <p:grpSp>
          <p:nvGrpSpPr>
            <p:cNvPr id="1792" name="Google Shape;1792;p65"/>
            <p:cNvGrpSpPr/>
            <p:nvPr/>
          </p:nvGrpSpPr>
          <p:grpSpPr>
            <a:xfrm>
              <a:off x="7800479" y="4080048"/>
              <a:ext cx="718341" cy="718341"/>
              <a:chOff x="30975" y="3360397"/>
              <a:chExt cx="539700" cy="539700"/>
            </a:xfrm>
          </p:grpSpPr>
          <p:sp>
            <p:nvSpPr>
              <p:cNvPr id="1793" name="Google Shape;1793;p6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4" name="Google Shape;1794;p6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95" name="Google Shape;1795;p65"/>
            <p:cNvGrpSpPr/>
            <p:nvPr/>
          </p:nvGrpSpPr>
          <p:grpSpPr>
            <a:xfrm>
              <a:off x="242254" y="539998"/>
              <a:ext cx="718341" cy="718341"/>
              <a:chOff x="30975" y="3360397"/>
              <a:chExt cx="539700" cy="539700"/>
            </a:xfrm>
          </p:grpSpPr>
          <p:sp>
            <p:nvSpPr>
              <p:cNvPr id="1796" name="Google Shape;1796;p6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7" name="Google Shape;1797;p6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98" name="Google Shape;1798;p65"/>
            <p:cNvGrpSpPr/>
            <p:nvPr/>
          </p:nvGrpSpPr>
          <p:grpSpPr>
            <a:xfrm>
              <a:off x="434331" y="3745882"/>
              <a:ext cx="334182" cy="334182"/>
              <a:chOff x="-83525" y="4333650"/>
              <a:chExt cx="539700" cy="539700"/>
            </a:xfrm>
          </p:grpSpPr>
          <p:sp>
            <p:nvSpPr>
              <p:cNvPr id="1799" name="Google Shape;1799;p6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0" name="Google Shape;1800;p6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1" name="Google Shape;1801;p65"/>
            <p:cNvGrpSpPr/>
            <p:nvPr/>
          </p:nvGrpSpPr>
          <p:grpSpPr>
            <a:xfrm>
              <a:off x="100131" y="4568545"/>
              <a:ext cx="334182" cy="334182"/>
              <a:chOff x="-83525" y="4333650"/>
              <a:chExt cx="539700" cy="539700"/>
            </a:xfrm>
          </p:grpSpPr>
          <p:sp>
            <p:nvSpPr>
              <p:cNvPr id="1802" name="Google Shape;1802;p6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3" name="Google Shape;1803;p6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4" name="Google Shape;1804;p65"/>
            <p:cNvGrpSpPr/>
            <p:nvPr/>
          </p:nvGrpSpPr>
          <p:grpSpPr>
            <a:xfrm>
              <a:off x="7992556" y="924170"/>
              <a:ext cx="334182" cy="334182"/>
              <a:chOff x="-83525" y="4333650"/>
              <a:chExt cx="539700" cy="539700"/>
            </a:xfrm>
          </p:grpSpPr>
          <p:sp>
            <p:nvSpPr>
              <p:cNvPr id="1805" name="Google Shape;1805;p6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6" name="Google Shape;1806;p6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7" name="Google Shape;1807;p65"/>
            <p:cNvGrpSpPr/>
            <p:nvPr/>
          </p:nvGrpSpPr>
          <p:grpSpPr>
            <a:xfrm>
              <a:off x="8809806" y="1398220"/>
              <a:ext cx="334182" cy="334182"/>
              <a:chOff x="-83525" y="4333650"/>
              <a:chExt cx="539700" cy="539700"/>
            </a:xfrm>
          </p:grpSpPr>
          <p:sp>
            <p:nvSpPr>
              <p:cNvPr id="1808" name="Google Shape;1808;p6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9" name="Google Shape;1809;p6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810" name="Google Shape;1810;p65"/>
          <p:cNvSpPr txBox="1"/>
          <p:nvPr>
            <p:ph idx="1" type="subTitle"/>
          </p:nvPr>
        </p:nvSpPr>
        <p:spPr>
          <a:xfrm>
            <a:off x="5146675" y="2409625"/>
            <a:ext cx="2653800" cy="1037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811" name="Google Shape;1811;p65"/>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MAIN_POINT_1">
    <p:spTree>
      <p:nvGrpSpPr>
        <p:cNvPr id="1812" name="Shape 1812"/>
        <p:cNvGrpSpPr/>
        <p:nvPr/>
      </p:nvGrpSpPr>
      <p:grpSpPr>
        <a:xfrm>
          <a:off x="0" y="0"/>
          <a:ext cx="0" cy="0"/>
          <a:chOff x="0" y="0"/>
          <a:chExt cx="0" cy="0"/>
        </a:xfrm>
      </p:grpSpPr>
      <p:grpSp>
        <p:nvGrpSpPr>
          <p:cNvPr id="1813" name="Google Shape;1813;p66"/>
          <p:cNvGrpSpPr/>
          <p:nvPr/>
        </p:nvGrpSpPr>
        <p:grpSpPr>
          <a:xfrm>
            <a:off x="0" y="0"/>
            <a:ext cx="9144000" cy="5143500"/>
            <a:chOff x="0" y="0"/>
            <a:chExt cx="9144000" cy="5143500"/>
          </a:xfrm>
        </p:grpSpPr>
        <p:sp>
          <p:nvSpPr>
            <p:cNvPr id="1814" name="Google Shape;1814;p66"/>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5" name="Google Shape;1815;p66"/>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16" name="Google Shape;1816;p66"/>
          <p:cNvGrpSpPr/>
          <p:nvPr/>
        </p:nvGrpSpPr>
        <p:grpSpPr>
          <a:xfrm rot="10800000">
            <a:off x="-24925" y="-37705"/>
            <a:ext cx="9280375" cy="5214400"/>
            <a:chOff x="-24925" y="-58550"/>
            <a:chExt cx="9280375" cy="5214400"/>
          </a:xfrm>
        </p:grpSpPr>
        <p:cxnSp>
          <p:nvCxnSpPr>
            <p:cNvPr id="1817" name="Google Shape;1817;p66"/>
            <p:cNvCxnSpPr/>
            <p:nvPr/>
          </p:nvCxnSpPr>
          <p:spPr>
            <a:xfrm>
              <a:off x="6519450" y="-46075"/>
              <a:ext cx="2736000" cy="949800"/>
            </a:xfrm>
            <a:prstGeom prst="straightConnector1">
              <a:avLst/>
            </a:prstGeom>
            <a:noFill/>
            <a:ln cap="rnd" cmpd="sng" w="9525">
              <a:solidFill>
                <a:schemeClr val="accent4"/>
              </a:solidFill>
              <a:prstDash val="solid"/>
              <a:round/>
              <a:headEnd len="sm" w="sm" type="none"/>
              <a:tailEnd len="sm" w="sm" type="none"/>
            </a:ln>
          </p:spPr>
        </p:cxnSp>
        <p:grpSp>
          <p:nvGrpSpPr>
            <p:cNvPr id="1818" name="Google Shape;1818;p66"/>
            <p:cNvGrpSpPr/>
            <p:nvPr/>
          </p:nvGrpSpPr>
          <p:grpSpPr>
            <a:xfrm>
              <a:off x="8355390" y="368161"/>
              <a:ext cx="718341" cy="718341"/>
              <a:chOff x="-83525" y="4333650"/>
              <a:chExt cx="539700" cy="539700"/>
            </a:xfrm>
          </p:grpSpPr>
          <p:sp>
            <p:nvSpPr>
              <p:cNvPr id="1819" name="Google Shape;1819;p6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0" name="Google Shape;1820;p6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21" name="Google Shape;1821;p66"/>
            <p:cNvGrpSpPr/>
            <p:nvPr/>
          </p:nvGrpSpPr>
          <p:grpSpPr>
            <a:xfrm>
              <a:off x="8100801" y="168550"/>
              <a:ext cx="265640" cy="265640"/>
              <a:chOff x="-83525" y="4333650"/>
              <a:chExt cx="539700" cy="539700"/>
            </a:xfrm>
          </p:grpSpPr>
          <p:sp>
            <p:nvSpPr>
              <p:cNvPr id="1822" name="Google Shape;1822;p6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3" name="Google Shape;1823;p6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824" name="Google Shape;1824;p66"/>
            <p:cNvCxnSpPr/>
            <p:nvPr/>
          </p:nvCxnSpPr>
          <p:spPr>
            <a:xfrm>
              <a:off x="8552850" y="-58550"/>
              <a:ext cx="690000" cy="3040200"/>
            </a:xfrm>
            <a:prstGeom prst="straightConnector1">
              <a:avLst/>
            </a:prstGeom>
            <a:noFill/>
            <a:ln cap="rnd" cmpd="sng" w="9525">
              <a:solidFill>
                <a:schemeClr val="accent4"/>
              </a:solidFill>
              <a:prstDash val="solid"/>
              <a:round/>
              <a:headEnd len="sm" w="sm" type="none"/>
              <a:tailEnd len="sm" w="sm" type="none"/>
            </a:ln>
          </p:spPr>
        </p:cxnSp>
        <p:cxnSp>
          <p:nvCxnSpPr>
            <p:cNvPr id="1825" name="Google Shape;1825;p66"/>
            <p:cNvCxnSpPr/>
            <p:nvPr/>
          </p:nvCxnSpPr>
          <p:spPr>
            <a:xfrm>
              <a:off x="406150" y="-46075"/>
              <a:ext cx="261900" cy="5195700"/>
            </a:xfrm>
            <a:prstGeom prst="straightConnector1">
              <a:avLst/>
            </a:prstGeom>
            <a:noFill/>
            <a:ln cap="rnd" cmpd="sng" w="9525">
              <a:solidFill>
                <a:schemeClr val="accent4"/>
              </a:solidFill>
              <a:prstDash val="solid"/>
              <a:round/>
              <a:headEnd len="sm" w="sm" type="none"/>
              <a:tailEnd len="sm" w="sm" type="none"/>
            </a:ln>
          </p:spPr>
        </p:cxnSp>
        <p:cxnSp>
          <p:nvCxnSpPr>
            <p:cNvPr id="1826" name="Google Shape;1826;p66"/>
            <p:cNvCxnSpPr/>
            <p:nvPr/>
          </p:nvCxnSpPr>
          <p:spPr>
            <a:xfrm>
              <a:off x="-24925" y="4326350"/>
              <a:ext cx="6293400" cy="829500"/>
            </a:xfrm>
            <a:prstGeom prst="straightConnector1">
              <a:avLst/>
            </a:prstGeom>
            <a:noFill/>
            <a:ln cap="rnd" cmpd="sng" w="9525">
              <a:solidFill>
                <a:schemeClr val="accent4"/>
              </a:solidFill>
              <a:prstDash val="solid"/>
              <a:round/>
              <a:headEnd len="sm" w="sm" type="none"/>
              <a:tailEnd len="sm" w="sm" type="none"/>
            </a:ln>
          </p:spPr>
        </p:cxnSp>
        <p:grpSp>
          <p:nvGrpSpPr>
            <p:cNvPr id="1827" name="Google Shape;1827;p66"/>
            <p:cNvGrpSpPr/>
            <p:nvPr/>
          </p:nvGrpSpPr>
          <p:grpSpPr>
            <a:xfrm>
              <a:off x="952751" y="4809150"/>
              <a:ext cx="265640" cy="265640"/>
              <a:chOff x="-83525" y="4333650"/>
              <a:chExt cx="539700" cy="539700"/>
            </a:xfrm>
          </p:grpSpPr>
          <p:sp>
            <p:nvSpPr>
              <p:cNvPr id="1828" name="Google Shape;1828;p6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9" name="Google Shape;1829;p6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30" name="Google Shape;1830;p66"/>
            <p:cNvGrpSpPr/>
            <p:nvPr/>
          </p:nvGrpSpPr>
          <p:grpSpPr>
            <a:xfrm>
              <a:off x="216751" y="4572125"/>
              <a:ext cx="265640" cy="265640"/>
              <a:chOff x="-83525" y="4333650"/>
              <a:chExt cx="539700" cy="539700"/>
            </a:xfrm>
          </p:grpSpPr>
          <p:sp>
            <p:nvSpPr>
              <p:cNvPr id="1831" name="Google Shape;1831;p6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2" name="Google Shape;1832;p6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33" name="Google Shape;1833;p66"/>
            <p:cNvGrpSpPr/>
            <p:nvPr/>
          </p:nvGrpSpPr>
          <p:grpSpPr>
            <a:xfrm>
              <a:off x="3553751" y="4470675"/>
              <a:ext cx="265640" cy="265640"/>
              <a:chOff x="-83525" y="4333650"/>
              <a:chExt cx="539700" cy="539700"/>
            </a:xfrm>
          </p:grpSpPr>
          <p:sp>
            <p:nvSpPr>
              <p:cNvPr id="1834" name="Google Shape;1834;p6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5" name="Google Shape;1835;p6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36" name="Google Shape;1836;p66"/>
            <p:cNvGrpSpPr/>
            <p:nvPr/>
          </p:nvGrpSpPr>
          <p:grpSpPr>
            <a:xfrm>
              <a:off x="852951" y="168550"/>
              <a:ext cx="265640" cy="265640"/>
              <a:chOff x="-83525" y="4333650"/>
              <a:chExt cx="539700" cy="539700"/>
            </a:xfrm>
          </p:grpSpPr>
          <p:sp>
            <p:nvSpPr>
              <p:cNvPr id="1837" name="Google Shape;1837;p6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8" name="Google Shape;1838;p6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39" name="Google Shape;1839;p66"/>
            <p:cNvGrpSpPr/>
            <p:nvPr/>
          </p:nvGrpSpPr>
          <p:grpSpPr>
            <a:xfrm>
              <a:off x="185551" y="1478400"/>
              <a:ext cx="265640" cy="265640"/>
              <a:chOff x="-83525" y="4333650"/>
              <a:chExt cx="539700" cy="539700"/>
            </a:xfrm>
          </p:grpSpPr>
          <p:sp>
            <p:nvSpPr>
              <p:cNvPr id="1840" name="Google Shape;1840;p6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1" name="Google Shape;1841;p6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2" name="Google Shape;1842;p66"/>
            <p:cNvGrpSpPr/>
            <p:nvPr/>
          </p:nvGrpSpPr>
          <p:grpSpPr>
            <a:xfrm>
              <a:off x="89588" y="456148"/>
              <a:ext cx="718341" cy="718341"/>
              <a:chOff x="-83525" y="4333650"/>
              <a:chExt cx="539700" cy="539700"/>
            </a:xfrm>
          </p:grpSpPr>
          <p:sp>
            <p:nvSpPr>
              <p:cNvPr id="1843" name="Google Shape;1843;p6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4" name="Google Shape;1844;p6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5" name="Google Shape;1845;p66"/>
            <p:cNvGrpSpPr/>
            <p:nvPr/>
          </p:nvGrpSpPr>
          <p:grpSpPr>
            <a:xfrm>
              <a:off x="403375" y="4187468"/>
              <a:ext cx="477473" cy="477473"/>
              <a:chOff x="-83525" y="4333650"/>
              <a:chExt cx="539700" cy="539700"/>
            </a:xfrm>
          </p:grpSpPr>
          <p:sp>
            <p:nvSpPr>
              <p:cNvPr id="1846" name="Google Shape;1846;p6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7" name="Google Shape;1847;p6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848" name="Google Shape;1848;p66"/>
          <p:cNvSpPr txBox="1"/>
          <p:nvPr>
            <p:ph idx="1" type="subTitle"/>
          </p:nvPr>
        </p:nvSpPr>
        <p:spPr>
          <a:xfrm>
            <a:off x="2638550" y="3294450"/>
            <a:ext cx="38670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49" name="Google Shape;1849;p66"/>
          <p:cNvSpPr txBox="1"/>
          <p:nvPr>
            <p:ph type="title"/>
          </p:nvPr>
        </p:nvSpPr>
        <p:spPr>
          <a:xfrm>
            <a:off x="1178850" y="1246350"/>
            <a:ext cx="6786300" cy="2276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140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BLANK_1_1_1_2_1_1_1_2">
    <p:spTree>
      <p:nvGrpSpPr>
        <p:cNvPr id="1850" name="Shape 1850"/>
        <p:cNvGrpSpPr/>
        <p:nvPr/>
      </p:nvGrpSpPr>
      <p:grpSpPr>
        <a:xfrm>
          <a:off x="0" y="0"/>
          <a:ext cx="0" cy="0"/>
          <a:chOff x="0" y="0"/>
          <a:chExt cx="0" cy="0"/>
        </a:xfrm>
      </p:grpSpPr>
      <p:grpSp>
        <p:nvGrpSpPr>
          <p:cNvPr id="1851" name="Google Shape;1851;p67"/>
          <p:cNvGrpSpPr/>
          <p:nvPr/>
        </p:nvGrpSpPr>
        <p:grpSpPr>
          <a:xfrm flipH="1" rot="10800000">
            <a:off x="0" y="0"/>
            <a:ext cx="9144000" cy="5143500"/>
            <a:chOff x="0" y="0"/>
            <a:chExt cx="9144000" cy="5143500"/>
          </a:xfrm>
        </p:grpSpPr>
        <p:sp>
          <p:nvSpPr>
            <p:cNvPr id="1852" name="Google Shape;1852;p67"/>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3" name="Google Shape;1853;p67"/>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54" name="Google Shape;1854;p67"/>
          <p:cNvGrpSpPr/>
          <p:nvPr/>
        </p:nvGrpSpPr>
        <p:grpSpPr>
          <a:xfrm flipH="1">
            <a:off x="-162000" y="-104750"/>
            <a:ext cx="9456100" cy="5526550"/>
            <a:chOff x="-162000" y="-104750"/>
            <a:chExt cx="9456100" cy="5526550"/>
          </a:xfrm>
        </p:grpSpPr>
        <p:cxnSp>
          <p:nvCxnSpPr>
            <p:cNvPr id="1855" name="Google Shape;1855;p67"/>
            <p:cNvCxnSpPr/>
            <p:nvPr/>
          </p:nvCxnSpPr>
          <p:spPr>
            <a:xfrm flipH="1">
              <a:off x="8046450" y="-53850"/>
              <a:ext cx="684900" cy="5275800"/>
            </a:xfrm>
            <a:prstGeom prst="straightConnector1">
              <a:avLst/>
            </a:prstGeom>
            <a:noFill/>
            <a:ln cap="rnd" cmpd="sng" w="9525">
              <a:solidFill>
                <a:schemeClr val="accent4"/>
              </a:solidFill>
              <a:prstDash val="solid"/>
              <a:round/>
              <a:headEnd len="sm" w="sm" type="none"/>
              <a:tailEnd len="sm" w="sm" type="none"/>
            </a:ln>
          </p:spPr>
        </p:cxnSp>
        <p:grpSp>
          <p:nvGrpSpPr>
            <p:cNvPr id="1856" name="Google Shape;1856;p67"/>
            <p:cNvGrpSpPr/>
            <p:nvPr/>
          </p:nvGrpSpPr>
          <p:grpSpPr>
            <a:xfrm>
              <a:off x="786069" y="205832"/>
              <a:ext cx="334182" cy="334182"/>
              <a:chOff x="-83525" y="4333650"/>
              <a:chExt cx="539700" cy="539700"/>
            </a:xfrm>
          </p:grpSpPr>
          <p:sp>
            <p:nvSpPr>
              <p:cNvPr id="1857" name="Google Shape;1857;p6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p6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859" name="Google Shape;1859;p67"/>
            <p:cNvCxnSpPr/>
            <p:nvPr/>
          </p:nvCxnSpPr>
          <p:spPr>
            <a:xfrm flipH="1" rot="10800000">
              <a:off x="4341400" y="4174325"/>
              <a:ext cx="4952700" cy="1122600"/>
            </a:xfrm>
            <a:prstGeom prst="straightConnector1">
              <a:avLst/>
            </a:prstGeom>
            <a:noFill/>
            <a:ln cap="rnd" cmpd="sng" w="9525">
              <a:solidFill>
                <a:schemeClr val="accent4"/>
              </a:solidFill>
              <a:prstDash val="solid"/>
              <a:round/>
              <a:headEnd len="sm" w="sm" type="none"/>
              <a:tailEnd len="sm" w="sm" type="none"/>
            </a:ln>
          </p:spPr>
        </p:cxnSp>
        <p:cxnSp>
          <p:nvCxnSpPr>
            <p:cNvPr id="1860" name="Google Shape;1860;p67"/>
            <p:cNvCxnSpPr/>
            <p:nvPr/>
          </p:nvCxnSpPr>
          <p:spPr>
            <a:xfrm>
              <a:off x="-162000" y="3226100"/>
              <a:ext cx="1122600" cy="2195700"/>
            </a:xfrm>
            <a:prstGeom prst="straightConnector1">
              <a:avLst/>
            </a:prstGeom>
            <a:noFill/>
            <a:ln cap="rnd" cmpd="sng" w="9525">
              <a:solidFill>
                <a:schemeClr val="accent4"/>
              </a:solidFill>
              <a:prstDash val="solid"/>
              <a:round/>
              <a:headEnd len="sm" w="sm" type="none"/>
              <a:tailEnd len="sm" w="sm" type="none"/>
            </a:ln>
          </p:spPr>
        </p:cxnSp>
        <p:cxnSp>
          <p:nvCxnSpPr>
            <p:cNvPr id="1861" name="Google Shape;1861;p67"/>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1862" name="Google Shape;1862;p67"/>
            <p:cNvCxnSpPr/>
            <p:nvPr/>
          </p:nvCxnSpPr>
          <p:spPr>
            <a:xfrm flipH="1" rot="10800000">
              <a:off x="-124575" y="-104750"/>
              <a:ext cx="3729900" cy="1235100"/>
            </a:xfrm>
            <a:prstGeom prst="straightConnector1">
              <a:avLst/>
            </a:prstGeom>
            <a:noFill/>
            <a:ln cap="rnd" cmpd="sng" w="9525">
              <a:solidFill>
                <a:schemeClr val="accent4"/>
              </a:solidFill>
              <a:prstDash val="solid"/>
              <a:round/>
              <a:headEnd len="sm" w="sm" type="none"/>
              <a:tailEnd len="sm" w="sm" type="none"/>
            </a:ln>
          </p:spPr>
        </p:cxnSp>
        <p:cxnSp>
          <p:nvCxnSpPr>
            <p:cNvPr id="1863" name="Google Shape;1863;p67"/>
            <p:cNvCxnSpPr/>
            <p:nvPr/>
          </p:nvCxnSpPr>
          <p:spPr>
            <a:xfrm>
              <a:off x="8171150" y="-29800"/>
              <a:ext cx="1072800" cy="3742500"/>
            </a:xfrm>
            <a:prstGeom prst="straightConnector1">
              <a:avLst/>
            </a:prstGeom>
            <a:noFill/>
            <a:ln cap="rnd" cmpd="sng" w="9525">
              <a:solidFill>
                <a:schemeClr val="accent4"/>
              </a:solidFill>
              <a:prstDash val="solid"/>
              <a:round/>
              <a:headEnd len="sm" w="sm" type="none"/>
              <a:tailEnd len="sm" w="sm" type="none"/>
            </a:ln>
          </p:spPr>
        </p:cxnSp>
        <p:grpSp>
          <p:nvGrpSpPr>
            <p:cNvPr id="1864" name="Google Shape;1864;p67"/>
            <p:cNvGrpSpPr/>
            <p:nvPr/>
          </p:nvGrpSpPr>
          <p:grpSpPr>
            <a:xfrm>
              <a:off x="7800479" y="4080048"/>
              <a:ext cx="718341" cy="718341"/>
              <a:chOff x="30975" y="3360397"/>
              <a:chExt cx="539700" cy="539700"/>
            </a:xfrm>
          </p:grpSpPr>
          <p:sp>
            <p:nvSpPr>
              <p:cNvPr id="1865" name="Google Shape;1865;p67"/>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6" name="Google Shape;1866;p67"/>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67" name="Google Shape;1867;p67"/>
            <p:cNvGrpSpPr/>
            <p:nvPr/>
          </p:nvGrpSpPr>
          <p:grpSpPr>
            <a:xfrm>
              <a:off x="242254" y="539998"/>
              <a:ext cx="718341" cy="718341"/>
              <a:chOff x="30975" y="3360397"/>
              <a:chExt cx="539700" cy="539700"/>
            </a:xfrm>
          </p:grpSpPr>
          <p:sp>
            <p:nvSpPr>
              <p:cNvPr id="1868" name="Google Shape;1868;p67"/>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p67"/>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70" name="Google Shape;1870;p67"/>
            <p:cNvGrpSpPr/>
            <p:nvPr/>
          </p:nvGrpSpPr>
          <p:grpSpPr>
            <a:xfrm>
              <a:off x="434331" y="3745882"/>
              <a:ext cx="334182" cy="334182"/>
              <a:chOff x="-83525" y="4333650"/>
              <a:chExt cx="539700" cy="539700"/>
            </a:xfrm>
          </p:grpSpPr>
          <p:sp>
            <p:nvSpPr>
              <p:cNvPr id="1871" name="Google Shape;1871;p6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2" name="Google Shape;1872;p6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73" name="Google Shape;1873;p67"/>
            <p:cNvGrpSpPr/>
            <p:nvPr/>
          </p:nvGrpSpPr>
          <p:grpSpPr>
            <a:xfrm>
              <a:off x="100131" y="4568545"/>
              <a:ext cx="334182" cy="334182"/>
              <a:chOff x="-83525" y="4333650"/>
              <a:chExt cx="539700" cy="539700"/>
            </a:xfrm>
          </p:grpSpPr>
          <p:sp>
            <p:nvSpPr>
              <p:cNvPr id="1874" name="Google Shape;1874;p6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5" name="Google Shape;1875;p6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76" name="Google Shape;1876;p67"/>
            <p:cNvGrpSpPr/>
            <p:nvPr/>
          </p:nvGrpSpPr>
          <p:grpSpPr>
            <a:xfrm>
              <a:off x="7992556" y="924170"/>
              <a:ext cx="334182" cy="334182"/>
              <a:chOff x="-83525" y="4333650"/>
              <a:chExt cx="539700" cy="539700"/>
            </a:xfrm>
          </p:grpSpPr>
          <p:sp>
            <p:nvSpPr>
              <p:cNvPr id="1877" name="Google Shape;1877;p6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8" name="Google Shape;1878;p6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79" name="Google Shape;1879;p67"/>
            <p:cNvGrpSpPr/>
            <p:nvPr/>
          </p:nvGrpSpPr>
          <p:grpSpPr>
            <a:xfrm>
              <a:off x="8809806" y="1398220"/>
              <a:ext cx="334182" cy="334182"/>
              <a:chOff x="-83525" y="4333650"/>
              <a:chExt cx="539700" cy="539700"/>
            </a:xfrm>
          </p:grpSpPr>
          <p:sp>
            <p:nvSpPr>
              <p:cNvPr id="1880" name="Google Shape;1880;p6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1" name="Google Shape;1881;p6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882" name="Google Shape;1882;p67"/>
          <p:cNvSpPr txBox="1"/>
          <p:nvPr>
            <p:ph idx="1" type="subTitle"/>
          </p:nvPr>
        </p:nvSpPr>
        <p:spPr>
          <a:xfrm>
            <a:off x="2211600" y="1818425"/>
            <a:ext cx="4720800" cy="233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4"/>
              </a:buClr>
              <a:buSzPts val="1400"/>
              <a:buChar char="●"/>
              <a:defRPr sz="1400"/>
            </a:lvl1pPr>
            <a:lvl2pPr lvl="1" algn="l">
              <a:lnSpc>
                <a:spcPct val="100000"/>
              </a:lnSpc>
              <a:spcBef>
                <a:spcPts val="160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p:txBody>
      </p:sp>
      <p:sp>
        <p:nvSpPr>
          <p:cNvPr id="1883" name="Google Shape;1883;p67"/>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884" name="Shape 1884"/>
        <p:cNvGrpSpPr/>
        <p:nvPr/>
      </p:nvGrpSpPr>
      <p:grpSpPr>
        <a:xfrm>
          <a:off x="0" y="0"/>
          <a:ext cx="0" cy="0"/>
          <a:chOff x="0" y="0"/>
          <a:chExt cx="0" cy="0"/>
        </a:xfrm>
      </p:grpSpPr>
      <p:grpSp>
        <p:nvGrpSpPr>
          <p:cNvPr id="1885" name="Google Shape;1885;p68"/>
          <p:cNvGrpSpPr/>
          <p:nvPr/>
        </p:nvGrpSpPr>
        <p:grpSpPr>
          <a:xfrm flipH="1" rot="10800000">
            <a:off x="0" y="0"/>
            <a:ext cx="9144000" cy="5143500"/>
            <a:chOff x="0" y="0"/>
            <a:chExt cx="9144000" cy="5143500"/>
          </a:xfrm>
        </p:grpSpPr>
        <p:sp>
          <p:nvSpPr>
            <p:cNvPr id="1886" name="Google Shape;1886;p68"/>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7" name="Google Shape;1887;p68"/>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88" name="Google Shape;1888;p68"/>
          <p:cNvGrpSpPr/>
          <p:nvPr/>
        </p:nvGrpSpPr>
        <p:grpSpPr>
          <a:xfrm>
            <a:off x="-49850" y="-92250"/>
            <a:ext cx="9311158" cy="5310575"/>
            <a:chOff x="-49850" y="-92250"/>
            <a:chExt cx="9311158" cy="5310575"/>
          </a:xfrm>
        </p:grpSpPr>
        <p:grpSp>
          <p:nvGrpSpPr>
            <p:cNvPr id="1889" name="Google Shape;1889;p68"/>
            <p:cNvGrpSpPr/>
            <p:nvPr/>
          </p:nvGrpSpPr>
          <p:grpSpPr>
            <a:xfrm>
              <a:off x="222781" y="149707"/>
              <a:ext cx="334182" cy="334182"/>
              <a:chOff x="-83525" y="4333650"/>
              <a:chExt cx="539700" cy="539700"/>
            </a:xfrm>
          </p:grpSpPr>
          <p:sp>
            <p:nvSpPr>
              <p:cNvPr id="1890" name="Google Shape;1890;p6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1" name="Google Shape;1891;p6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892" name="Google Shape;1892;p68"/>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1893" name="Google Shape;1893;p68"/>
            <p:cNvCxnSpPr/>
            <p:nvPr/>
          </p:nvCxnSpPr>
          <p:spPr>
            <a:xfrm>
              <a:off x="-24900" y="340700"/>
              <a:ext cx="617400" cy="2862900"/>
            </a:xfrm>
            <a:prstGeom prst="straightConnector1">
              <a:avLst/>
            </a:prstGeom>
            <a:noFill/>
            <a:ln cap="rnd" cmpd="sng" w="9525">
              <a:solidFill>
                <a:schemeClr val="accent4"/>
              </a:solidFill>
              <a:prstDash val="solid"/>
              <a:round/>
              <a:headEnd len="sm" w="sm" type="none"/>
              <a:tailEnd len="sm" w="sm" type="none"/>
            </a:ln>
          </p:spPr>
        </p:cxnSp>
        <p:cxnSp>
          <p:nvCxnSpPr>
            <p:cNvPr id="1894" name="Google Shape;1894;p68"/>
            <p:cNvCxnSpPr/>
            <p:nvPr/>
          </p:nvCxnSpPr>
          <p:spPr>
            <a:xfrm>
              <a:off x="7884100" y="-39775"/>
              <a:ext cx="1297500" cy="1715400"/>
            </a:xfrm>
            <a:prstGeom prst="straightConnector1">
              <a:avLst/>
            </a:prstGeom>
            <a:noFill/>
            <a:ln cap="rnd" cmpd="sng" w="9525">
              <a:solidFill>
                <a:schemeClr val="accent4"/>
              </a:solidFill>
              <a:prstDash val="solid"/>
              <a:round/>
              <a:headEnd len="sm" w="sm" type="none"/>
              <a:tailEnd len="sm" w="sm" type="none"/>
            </a:ln>
          </p:spPr>
        </p:cxnSp>
        <p:cxnSp>
          <p:nvCxnSpPr>
            <p:cNvPr id="1895" name="Google Shape;1895;p68"/>
            <p:cNvCxnSpPr/>
            <p:nvPr/>
          </p:nvCxnSpPr>
          <p:spPr>
            <a:xfrm flipH="1" rot="10800000">
              <a:off x="7890325" y="4501025"/>
              <a:ext cx="1303500" cy="717300"/>
            </a:xfrm>
            <a:prstGeom prst="straightConnector1">
              <a:avLst/>
            </a:prstGeom>
            <a:noFill/>
            <a:ln cap="rnd" cmpd="sng" w="9525">
              <a:solidFill>
                <a:schemeClr val="accent4"/>
              </a:solidFill>
              <a:prstDash val="solid"/>
              <a:round/>
              <a:headEnd len="sm" w="sm" type="none"/>
              <a:tailEnd len="sm" w="sm" type="none"/>
            </a:ln>
          </p:spPr>
        </p:cxnSp>
        <p:cxnSp>
          <p:nvCxnSpPr>
            <p:cNvPr id="1896" name="Google Shape;1896;p68"/>
            <p:cNvCxnSpPr/>
            <p:nvPr/>
          </p:nvCxnSpPr>
          <p:spPr>
            <a:xfrm rot="10800000">
              <a:off x="8751100" y="3758675"/>
              <a:ext cx="237000" cy="1416000"/>
            </a:xfrm>
            <a:prstGeom prst="straightConnector1">
              <a:avLst/>
            </a:prstGeom>
            <a:noFill/>
            <a:ln cap="rnd" cmpd="sng" w="9525">
              <a:solidFill>
                <a:schemeClr val="accent4"/>
              </a:solidFill>
              <a:prstDash val="solid"/>
              <a:round/>
              <a:headEnd len="sm" w="sm" type="none"/>
              <a:tailEnd len="sm" w="sm" type="none"/>
            </a:ln>
          </p:spPr>
        </p:cxnSp>
        <p:cxnSp>
          <p:nvCxnSpPr>
            <p:cNvPr id="1897" name="Google Shape;1897;p68"/>
            <p:cNvCxnSpPr/>
            <p:nvPr/>
          </p:nvCxnSpPr>
          <p:spPr>
            <a:xfrm flipH="1" rot="10800000">
              <a:off x="-49850" y="4900350"/>
              <a:ext cx="3449400" cy="105900"/>
            </a:xfrm>
            <a:prstGeom prst="straightConnector1">
              <a:avLst/>
            </a:prstGeom>
            <a:noFill/>
            <a:ln cap="rnd" cmpd="sng" w="9525">
              <a:solidFill>
                <a:schemeClr val="accent4"/>
              </a:solidFill>
              <a:prstDash val="solid"/>
              <a:round/>
              <a:headEnd len="sm" w="sm" type="none"/>
              <a:tailEnd len="sm" w="sm" type="none"/>
            </a:ln>
          </p:spPr>
        </p:cxnSp>
        <p:cxnSp>
          <p:nvCxnSpPr>
            <p:cNvPr id="1898" name="Google Shape;1898;p68"/>
            <p:cNvCxnSpPr/>
            <p:nvPr/>
          </p:nvCxnSpPr>
          <p:spPr>
            <a:xfrm>
              <a:off x="-43625" y="3652750"/>
              <a:ext cx="867000" cy="1528200"/>
            </a:xfrm>
            <a:prstGeom prst="straightConnector1">
              <a:avLst/>
            </a:prstGeom>
            <a:noFill/>
            <a:ln cap="rnd" cmpd="sng" w="9525">
              <a:solidFill>
                <a:schemeClr val="accent4"/>
              </a:solidFill>
              <a:prstDash val="solid"/>
              <a:round/>
              <a:headEnd len="sm" w="sm" type="none"/>
              <a:tailEnd len="sm" w="sm" type="none"/>
            </a:ln>
          </p:spPr>
        </p:cxnSp>
        <p:grpSp>
          <p:nvGrpSpPr>
            <p:cNvPr id="1899" name="Google Shape;1899;p68"/>
            <p:cNvGrpSpPr/>
            <p:nvPr/>
          </p:nvGrpSpPr>
          <p:grpSpPr>
            <a:xfrm>
              <a:off x="9004" y="1818648"/>
              <a:ext cx="718341" cy="718341"/>
              <a:chOff x="30975" y="3360397"/>
              <a:chExt cx="539700" cy="539700"/>
            </a:xfrm>
          </p:grpSpPr>
          <p:sp>
            <p:nvSpPr>
              <p:cNvPr id="1900" name="Google Shape;1900;p68"/>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p68"/>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02" name="Google Shape;1902;p68"/>
            <p:cNvGrpSpPr/>
            <p:nvPr/>
          </p:nvGrpSpPr>
          <p:grpSpPr>
            <a:xfrm>
              <a:off x="8542967" y="4287898"/>
              <a:ext cx="718341" cy="718341"/>
              <a:chOff x="30975" y="3360397"/>
              <a:chExt cx="539700" cy="539700"/>
            </a:xfrm>
          </p:grpSpPr>
          <p:sp>
            <p:nvSpPr>
              <p:cNvPr id="1903" name="Google Shape;1903;p68"/>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p68"/>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05" name="Google Shape;1905;p68"/>
            <p:cNvGrpSpPr/>
            <p:nvPr/>
          </p:nvGrpSpPr>
          <p:grpSpPr>
            <a:xfrm>
              <a:off x="201081" y="3758682"/>
              <a:ext cx="334182" cy="334182"/>
              <a:chOff x="-83525" y="4333650"/>
              <a:chExt cx="539700" cy="539700"/>
            </a:xfrm>
          </p:grpSpPr>
          <p:sp>
            <p:nvSpPr>
              <p:cNvPr id="1906" name="Google Shape;1906;p6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7" name="Google Shape;1907;p6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08" name="Google Shape;1908;p68"/>
            <p:cNvGrpSpPr/>
            <p:nvPr/>
          </p:nvGrpSpPr>
          <p:grpSpPr>
            <a:xfrm>
              <a:off x="58706" y="4436420"/>
              <a:ext cx="334182" cy="334182"/>
              <a:chOff x="-83525" y="4333650"/>
              <a:chExt cx="539700" cy="539700"/>
            </a:xfrm>
          </p:grpSpPr>
          <p:sp>
            <p:nvSpPr>
              <p:cNvPr id="1909" name="Google Shape;1909;p6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0" name="Google Shape;1910;p6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1" name="Google Shape;1911;p68"/>
            <p:cNvGrpSpPr/>
            <p:nvPr/>
          </p:nvGrpSpPr>
          <p:grpSpPr>
            <a:xfrm>
              <a:off x="8653906" y="340695"/>
              <a:ext cx="334182" cy="334182"/>
              <a:chOff x="-83525" y="4333650"/>
              <a:chExt cx="539700" cy="539700"/>
            </a:xfrm>
          </p:grpSpPr>
          <p:sp>
            <p:nvSpPr>
              <p:cNvPr id="1912" name="Google Shape;1912;p6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p6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4" name="Google Shape;1914;p68"/>
            <p:cNvGrpSpPr/>
            <p:nvPr/>
          </p:nvGrpSpPr>
          <p:grpSpPr>
            <a:xfrm>
              <a:off x="8460556" y="1450945"/>
              <a:ext cx="334182" cy="334182"/>
              <a:chOff x="-83525" y="4333650"/>
              <a:chExt cx="539700" cy="539700"/>
            </a:xfrm>
          </p:grpSpPr>
          <p:sp>
            <p:nvSpPr>
              <p:cNvPr id="1915" name="Google Shape;1915;p6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6" name="Google Shape;1916;p6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917" name="Google Shape;1917;p68"/>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1918" name="Google Shape;1918;p68"/>
          <p:cNvSpPr txBox="1"/>
          <p:nvPr>
            <p:ph idx="2" type="title"/>
          </p:nvPr>
        </p:nvSpPr>
        <p:spPr>
          <a:xfrm>
            <a:off x="720000" y="3610438"/>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19" name="Google Shape;1919;p68"/>
          <p:cNvSpPr txBox="1"/>
          <p:nvPr>
            <p:ph idx="1" type="subTitle"/>
          </p:nvPr>
        </p:nvSpPr>
        <p:spPr>
          <a:xfrm>
            <a:off x="720000" y="4000778"/>
            <a:ext cx="23364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20" name="Google Shape;1920;p68"/>
          <p:cNvSpPr txBox="1"/>
          <p:nvPr>
            <p:ph idx="3" type="title"/>
          </p:nvPr>
        </p:nvSpPr>
        <p:spPr>
          <a:xfrm>
            <a:off x="3403800" y="3610450"/>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21" name="Google Shape;1921;p68"/>
          <p:cNvSpPr txBox="1"/>
          <p:nvPr>
            <p:ph idx="4" type="subTitle"/>
          </p:nvPr>
        </p:nvSpPr>
        <p:spPr>
          <a:xfrm>
            <a:off x="3403800" y="4000791"/>
            <a:ext cx="23364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22" name="Google Shape;1922;p68"/>
          <p:cNvSpPr txBox="1"/>
          <p:nvPr>
            <p:ph idx="5" type="title"/>
          </p:nvPr>
        </p:nvSpPr>
        <p:spPr>
          <a:xfrm>
            <a:off x="6087600" y="3610438"/>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23" name="Google Shape;1923;p68"/>
          <p:cNvSpPr txBox="1"/>
          <p:nvPr>
            <p:ph idx="6" type="subTitle"/>
          </p:nvPr>
        </p:nvSpPr>
        <p:spPr>
          <a:xfrm>
            <a:off x="6087600" y="4000778"/>
            <a:ext cx="23364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BLANK_1_1_1_1_1_2">
    <p:spTree>
      <p:nvGrpSpPr>
        <p:cNvPr id="1924" name="Shape 1924"/>
        <p:cNvGrpSpPr/>
        <p:nvPr/>
      </p:nvGrpSpPr>
      <p:grpSpPr>
        <a:xfrm>
          <a:off x="0" y="0"/>
          <a:ext cx="0" cy="0"/>
          <a:chOff x="0" y="0"/>
          <a:chExt cx="0" cy="0"/>
        </a:xfrm>
      </p:grpSpPr>
      <p:sp>
        <p:nvSpPr>
          <p:cNvPr id="1925" name="Google Shape;1925;p69"/>
          <p:cNvSpPr/>
          <p:nvPr/>
        </p:nvSpPr>
        <p:spPr>
          <a:xfrm flipH="1">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26" name="Google Shape;1926;p69"/>
          <p:cNvGrpSpPr/>
          <p:nvPr/>
        </p:nvGrpSpPr>
        <p:grpSpPr>
          <a:xfrm flipH="1">
            <a:off x="-12824" y="-7250"/>
            <a:ext cx="9219397" cy="5308025"/>
            <a:chOff x="-12825" y="-83450"/>
            <a:chExt cx="9219397" cy="5308025"/>
          </a:xfrm>
        </p:grpSpPr>
        <p:cxnSp>
          <p:nvCxnSpPr>
            <p:cNvPr id="1927" name="Google Shape;1927;p69"/>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1928" name="Google Shape;1928;p69"/>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1929" name="Google Shape;1929;p69"/>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1930" name="Google Shape;1930;p69"/>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1931" name="Google Shape;1931;p69"/>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1932" name="Google Shape;1932;p69"/>
            <p:cNvGrpSpPr/>
            <p:nvPr/>
          </p:nvGrpSpPr>
          <p:grpSpPr>
            <a:xfrm>
              <a:off x="64804" y="834123"/>
              <a:ext cx="718341" cy="718341"/>
              <a:chOff x="-83525" y="4333650"/>
              <a:chExt cx="539700" cy="539700"/>
            </a:xfrm>
          </p:grpSpPr>
          <p:sp>
            <p:nvSpPr>
              <p:cNvPr id="1933" name="Google Shape;1933;p6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4" name="Google Shape;1934;p6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35" name="Google Shape;1935;p69"/>
            <p:cNvGrpSpPr/>
            <p:nvPr/>
          </p:nvGrpSpPr>
          <p:grpSpPr>
            <a:xfrm>
              <a:off x="8064829" y="180823"/>
              <a:ext cx="718341" cy="718341"/>
              <a:chOff x="-83525" y="4333650"/>
              <a:chExt cx="539700" cy="539700"/>
            </a:xfrm>
          </p:grpSpPr>
          <p:sp>
            <p:nvSpPr>
              <p:cNvPr id="1936" name="Google Shape;1936;p6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7" name="Google Shape;1937;p6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38" name="Google Shape;1938;p69"/>
            <p:cNvGrpSpPr/>
            <p:nvPr/>
          </p:nvGrpSpPr>
          <p:grpSpPr>
            <a:xfrm>
              <a:off x="108716" y="3627495"/>
              <a:ext cx="334182" cy="334182"/>
              <a:chOff x="-83525" y="4333650"/>
              <a:chExt cx="539700" cy="539700"/>
            </a:xfrm>
          </p:grpSpPr>
          <p:sp>
            <p:nvSpPr>
              <p:cNvPr id="1939" name="Google Shape;1939;p6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0" name="Google Shape;1940;p6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41" name="Google Shape;1941;p69"/>
            <p:cNvGrpSpPr/>
            <p:nvPr/>
          </p:nvGrpSpPr>
          <p:grpSpPr>
            <a:xfrm>
              <a:off x="8872390" y="3652444"/>
              <a:ext cx="334182" cy="334182"/>
              <a:chOff x="-83525" y="4333650"/>
              <a:chExt cx="539700" cy="539700"/>
            </a:xfrm>
          </p:grpSpPr>
          <p:sp>
            <p:nvSpPr>
              <p:cNvPr id="1942" name="Google Shape;1942;p6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3" name="Google Shape;1943;p6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44" name="Google Shape;1944;p69"/>
            <p:cNvGrpSpPr/>
            <p:nvPr/>
          </p:nvGrpSpPr>
          <p:grpSpPr>
            <a:xfrm>
              <a:off x="8538215" y="3184619"/>
              <a:ext cx="334182" cy="334182"/>
              <a:chOff x="-83525" y="4333650"/>
              <a:chExt cx="539700" cy="539700"/>
            </a:xfrm>
          </p:grpSpPr>
          <p:sp>
            <p:nvSpPr>
              <p:cNvPr id="1945" name="Google Shape;1945;p6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6" name="Google Shape;1946;p6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47" name="Google Shape;1947;p69"/>
            <p:cNvGrpSpPr/>
            <p:nvPr/>
          </p:nvGrpSpPr>
          <p:grpSpPr>
            <a:xfrm>
              <a:off x="8725315" y="1218294"/>
              <a:ext cx="334182" cy="334182"/>
              <a:chOff x="-83525" y="4333650"/>
              <a:chExt cx="539700" cy="539700"/>
            </a:xfrm>
          </p:grpSpPr>
          <p:sp>
            <p:nvSpPr>
              <p:cNvPr id="1948" name="Google Shape;1948;p6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9" name="Google Shape;1949;p6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50" name="Google Shape;1950;p69"/>
            <p:cNvGrpSpPr/>
            <p:nvPr/>
          </p:nvGrpSpPr>
          <p:grpSpPr>
            <a:xfrm>
              <a:off x="828790" y="126744"/>
              <a:ext cx="334182" cy="334182"/>
              <a:chOff x="-83525" y="4333650"/>
              <a:chExt cx="539700" cy="539700"/>
            </a:xfrm>
          </p:grpSpPr>
          <p:sp>
            <p:nvSpPr>
              <p:cNvPr id="1951" name="Google Shape;1951;p6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2" name="Google Shape;1952;p6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953" name="Google Shape;1953;p69"/>
          <p:cNvSpPr txBox="1"/>
          <p:nvPr>
            <p:ph type="title"/>
          </p:nvPr>
        </p:nvSpPr>
        <p:spPr>
          <a:xfrm>
            <a:off x="720000" y="2123650"/>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54" name="Google Shape;1954;p69"/>
          <p:cNvSpPr txBox="1"/>
          <p:nvPr>
            <p:ph idx="1" type="subTitle"/>
          </p:nvPr>
        </p:nvSpPr>
        <p:spPr>
          <a:xfrm>
            <a:off x="720000" y="2481575"/>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55" name="Google Shape;1955;p69"/>
          <p:cNvSpPr txBox="1"/>
          <p:nvPr>
            <p:ph idx="2" type="title"/>
          </p:nvPr>
        </p:nvSpPr>
        <p:spPr>
          <a:xfrm>
            <a:off x="3419269" y="2123650"/>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56" name="Google Shape;1956;p69"/>
          <p:cNvSpPr txBox="1"/>
          <p:nvPr>
            <p:ph idx="3" type="subTitle"/>
          </p:nvPr>
        </p:nvSpPr>
        <p:spPr>
          <a:xfrm>
            <a:off x="3419272" y="2481575"/>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57" name="Google Shape;1957;p69"/>
          <p:cNvSpPr txBox="1"/>
          <p:nvPr>
            <p:ph idx="4" type="title"/>
          </p:nvPr>
        </p:nvSpPr>
        <p:spPr>
          <a:xfrm>
            <a:off x="2094488" y="383802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58" name="Google Shape;1958;p69"/>
          <p:cNvSpPr txBox="1"/>
          <p:nvPr>
            <p:ph idx="5" type="subTitle"/>
          </p:nvPr>
        </p:nvSpPr>
        <p:spPr>
          <a:xfrm>
            <a:off x="2094500" y="4195950"/>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59" name="Google Shape;1959;p69"/>
          <p:cNvSpPr txBox="1"/>
          <p:nvPr>
            <p:ph idx="6" type="title"/>
          </p:nvPr>
        </p:nvSpPr>
        <p:spPr>
          <a:xfrm>
            <a:off x="4793757" y="383802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60" name="Google Shape;1960;p69"/>
          <p:cNvSpPr txBox="1"/>
          <p:nvPr>
            <p:ph idx="7" type="subTitle"/>
          </p:nvPr>
        </p:nvSpPr>
        <p:spPr>
          <a:xfrm>
            <a:off x="4793760" y="4195950"/>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61" name="Google Shape;1961;p69"/>
          <p:cNvSpPr txBox="1"/>
          <p:nvPr>
            <p:ph idx="8" type="title"/>
          </p:nvPr>
        </p:nvSpPr>
        <p:spPr>
          <a:xfrm>
            <a:off x="6118545" y="2123650"/>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62" name="Google Shape;1962;p69"/>
          <p:cNvSpPr txBox="1"/>
          <p:nvPr>
            <p:ph idx="9" type="subTitle"/>
          </p:nvPr>
        </p:nvSpPr>
        <p:spPr>
          <a:xfrm>
            <a:off x="6118550" y="2481575"/>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63" name="Google Shape;1963;p69"/>
          <p:cNvSpPr txBox="1"/>
          <p:nvPr>
            <p:ph idx="13"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964" name="Shape 1964"/>
        <p:cNvGrpSpPr/>
        <p:nvPr/>
      </p:nvGrpSpPr>
      <p:grpSpPr>
        <a:xfrm>
          <a:off x="0" y="0"/>
          <a:ext cx="0" cy="0"/>
          <a:chOff x="0" y="0"/>
          <a:chExt cx="0" cy="0"/>
        </a:xfrm>
      </p:grpSpPr>
      <p:sp>
        <p:nvSpPr>
          <p:cNvPr id="1965" name="Google Shape;1965;p70"/>
          <p:cNvSpPr/>
          <p:nvPr/>
        </p:nvSpPr>
        <p:spPr>
          <a:xfrm flipH="1">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66" name="Google Shape;1966;p70"/>
          <p:cNvGrpSpPr/>
          <p:nvPr/>
        </p:nvGrpSpPr>
        <p:grpSpPr>
          <a:xfrm flipH="1" rot="10800000">
            <a:off x="-12825" y="-7250"/>
            <a:ext cx="9219397" cy="5308025"/>
            <a:chOff x="-12825" y="-83450"/>
            <a:chExt cx="9219397" cy="5308025"/>
          </a:xfrm>
        </p:grpSpPr>
        <p:cxnSp>
          <p:nvCxnSpPr>
            <p:cNvPr id="1967" name="Google Shape;1967;p70"/>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1968" name="Google Shape;1968;p70"/>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1969" name="Google Shape;1969;p70"/>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1970" name="Google Shape;1970;p70"/>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1971" name="Google Shape;1971;p70"/>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1972" name="Google Shape;1972;p70"/>
            <p:cNvGrpSpPr/>
            <p:nvPr/>
          </p:nvGrpSpPr>
          <p:grpSpPr>
            <a:xfrm>
              <a:off x="64804" y="834123"/>
              <a:ext cx="718341" cy="718341"/>
              <a:chOff x="-83525" y="4333650"/>
              <a:chExt cx="539700" cy="539700"/>
            </a:xfrm>
          </p:grpSpPr>
          <p:sp>
            <p:nvSpPr>
              <p:cNvPr id="1973" name="Google Shape;1973;p7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4" name="Google Shape;1974;p7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75" name="Google Shape;1975;p70"/>
            <p:cNvGrpSpPr/>
            <p:nvPr/>
          </p:nvGrpSpPr>
          <p:grpSpPr>
            <a:xfrm>
              <a:off x="8064829" y="180823"/>
              <a:ext cx="718341" cy="718341"/>
              <a:chOff x="-83525" y="4333650"/>
              <a:chExt cx="539700" cy="539700"/>
            </a:xfrm>
          </p:grpSpPr>
          <p:sp>
            <p:nvSpPr>
              <p:cNvPr id="1976" name="Google Shape;1976;p7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p7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78" name="Google Shape;1978;p70"/>
            <p:cNvGrpSpPr/>
            <p:nvPr/>
          </p:nvGrpSpPr>
          <p:grpSpPr>
            <a:xfrm>
              <a:off x="108716" y="3627495"/>
              <a:ext cx="334182" cy="334182"/>
              <a:chOff x="-83525" y="4333650"/>
              <a:chExt cx="539700" cy="539700"/>
            </a:xfrm>
          </p:grpSpPr>
          <p:sp>
            <p:nvSpPr>
              <p:cNvPr id="1979" name="Google Shape;1979;p7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0" name="Google Shape;1980;p7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1" name="Google Shape;1981;p70"/>
            <p:cNvGrpSpPr/>
            <p:nvPr/>
          </p:nvGrpSpPr>
          <p:grpSpPr>
            <a:xfrm>
              <a:off x="8872390" y="3652444"/>
              <a:ext cx="334182" cy="334182"/>
              <a:chOff x="-83525" y="4333650"/>
              <a:chExt cx="539700" cy="539700"/>
            </a:xfrm>
          </p:grpSpPr>
          <p:sp>
            <p:nvSpPr>
              <p:cNvPr id="1982" name="Google Shape;1982;p7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7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4" name="Google Shape;1984;p70"/>
            <p:cNvGrpSpPr/>
            <p:nvPr/>
          </p:nvGrpSpPr>
          <p:grpSpPr>
            <a:xfrm>
              <a:off x="8538215" y="3184619"/>
              <a:ext cx="334182" cy="334182"/>
              <a:chOff x="-83525" y="4333650"/>
              <a:chExt cx="539700" cy="539700"/>
            </a:xfrm>
          </p:grpSpPr>
          <p:sp>
            <p:nvSpPr>
              <p:cNvPr id="1985" name="Google Shape;1985;p7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6" name="Google Shape;1986;p7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7" name="Google Shape;1987;p70"/>
            <p:cNvGrpSpPr/>
            <p:nvPr/>
          </p:nvGrpSpPr>
          <p:grpSpPr>
            <a:xfrm>
              <a:off x="8725315" y="1218294"/>
              <a:ext cx="334182" cy="334182"/>
              <a:chOff x="-83525" y="4333650"/>
              <a:chExt cx="539700" cy="539700"/>
            </a:xfrm>
          </p:grpSpPr>
          <p:sp>
            <p:nvSpPr>
              <p:cNvPr id="1988" name="Google Shape;1988;p7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9" name="Google Shape;1989;p7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90" name="Google Shape;1990;p70"/>
            <p:cNvGrpSpPr/>
            <p:nvPr/>
          </p:nvGrpSpPr>
          <p:grpSpPr>
            <a:xfrm>
              <a:off x="828790" y="126744"/>
              <a:ext cx="334182" cy="334182"/>
              <a:chOff x="-83525" y="4333650"/>
              <a:chExt cx="539700" cy="539700"/>
            </a:xfrm>
          </p:grpSpPr>
          <p:sp>
            <p:nvSpPr>
              <p:cNvPr id="1991" name="Google Shape;1991;p7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2" name="Google Shape;1992;p7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993" name="Google Shape;1993;p70"/>
          <p:cNvSpPr txBox="1"/>
          <p:nvPr>
            <p:ph type="title"/>
          </p:nvPr>
        </p:nvSpPr>
        <p:spPr>
          <a:xfrm>
            <a:off x="720000" y="18203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94" name="Google Shape;1994;p70"/>
          <p:cNvSpPr txBox="1"/>
          <p:nvPr>
            <p:ph idx="1" type="subTitle"/>
          </p:nvPr>
        </p:nvSpPr>
        <p:spPr>
          <a:xfrm>
            <a:off x="720000" y="22545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95" name="Google Shape;1995;p70"/>
          <p:cNvSpPr txBox="1"/>
          <p:nvPr>
            <p:ph idx="2" type="title"/>
          </p:nvPr>
        </p:nvSpPr>
        <p:spPr>
          <a:xfrm>
            <a:off x="3419269" y="18203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96" name="Google Shape;1996;p70"/>
          <p:cNvSpPr txBox="1"/>
          <p:nvPr>
            <p:ph idx="3" type="subTitle"/>
          </p:nvPr>
        </p:nvSpPr>
        <p:spPr>
          <a:xfrm>
            <a:off x="3419271" y="22545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97" name="Google Shape;1997;p70"/>
          <p:cNvSpPr txBox="1"/>
          <p:nvPr>
            <p:ph idx="4" type="title"/>
          </p:nvPr>
        </p:nvSpPr>
        <p:spPr>
          <a:xfrm>
            <a:off x="720000" y="35348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98" name="Google Shape;1998;p70"/>
          <p:cNvSpPr txBox="1"/>
          <p:nvPr>
            <p:ph idx="5" type="subTitle"/>
          </p:nvPr>
        </p:nvSpPr>
        <p:spPr>
          <a:xfrm>
            <a:off x="720000" y="39690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99" name="Google Shape;1999;p70"/>
          <p:cNvSpPr txBox="1"/>
          <p:nvPr>
            <p:ph idx="6" type="title"/>
          </p:nvPr>
        </p:nvSpPr>
        <p:spPr>
          <a:xfrm>
            <a:off x="3419269" y="35348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00" name="Google Shape;2000;p70"/>
          <p:cNvSpPr txBox="1"/>
          <p:nvPr>
            <p:ph idx="7" type="subTitle"/>
          </p:nvPr>
        </p:nvSpPr>
        <p:spPr>
          <a:xfrm>
            <a:off x="3419271" y="39690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01" name="Google Shape;2001;p70"/>
          <p:cNvSpPr txBox="1"/>
          <p:nvPr>
            <p:ph idx="8" type="title"/>
          </p:nvPr>
        </p:nvSpPr>
        <p:spPr>
          <a:xfrm>
            <a:off x="6118545" y="18203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02" name="Google Shape;2002;p70"/>
          <p:cNvSpPr txBox="1"/>
          <p:nvPr>
            <p:ph idx="9" type="subTitle"/>
          </p:nvPr>
        </p:nvSpPr>
        <p:spPr>
          <a:xfrm>
            <a:off x="6118550" y="22545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03" name="Google Shape;2003;p70"/>
          <p:cNvSpPr txBox="1"/>
          <p:nvPr>
            <p:ph idx="13" type="title"/>
          </p:nvPr>
        </p:nvSpPr>
        <p:spPr>
          <a:xfrm>
            <a:off x="6118545" y="35348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04" name="Google Shape;2004;p70"/>
          <p:cNvSpPr txBox="1"/>
          <p:nvPr>
            <p:ph idx="14" type="subTitle"/>
          </p:nvPr>
        </p:nvSpPr>
        <p:spPr>
          <a:xfrm>
            <a:off x="6118550" y="39690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05" name="Google Shape;2005;p70"/>
          <p:cNvSpPr txBox="1"/>
          <p:nvPr>
            <p:ph idx="15"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006" name="Shape 2006"/>
        <p:cNvGrpSpPr/>
        <p:nvPr/>
      </p:nvGrpSpPr>
      <p:grpSpPr>
        <a:xfrm>
          <a:off x="0" y="0"/>
          <a:ext cx="0" cy="0"/>
          <a:chOff x="0" y="0"/>
          <a:chExt cx="0" cy="0"/>
        </a:xfrm>
      </p:grpSpPr>
      <p:grpSp>
        <p:nvGrpSpPr>
          <p:cNvPr id="2007" name="Google Shape;2007;p71"/>
          <p:cNvGrpSpPr/>
          <p:nvPr/>
        </p:nvGrpSpPr>
        <p:grpSpPr>
          <a:xfrm flipH="1" rot="10800000">
            <a:off x="0" y="0"/>
            <a:ext cx="9144000" cy="5143500"/>
            <a:chOff x="0" y="0"/>
            <a:chExt cx="9144000" cy="5143500"/>
          </a:xfrm>
        </p:grpSpPr>
        <p:sp>
          <p:nvSpPr>
            <p:cNvPr id="2008" name="Google Shape;2008;p71"/>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9" name="Google Shape;2009;p71"/>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10" name="Google Shape;2010;p71"/>
          <p:cNvGrpSpPr/>
          <p:nvPr/>
        </p:nvGrpSpPr>
        <p:grpSpPr>
          <a:xfrm>
            <a:off x="-240525" y="-164575"/>
            <a:ext cx="9446850" cy="5376725"/>
            <a:chOff x="-240525" y="-164575"/>
            <a:chExt cx="9446850" cy="5376725"/>
          </a:xfrm>
        </p:grpSpPr>
        <p:cxnSp>
          <p:nvCxnSpPr>
            <p:cNvPr id="2011" name="Google Shape;2011;p71"/>
            <p:cNvCxnSpPr/>
            <p:nvPr/>
          </p:nvCxnSpPr>
          <p:spPr>
            <a:xfrm>
              <a:off x="5994150" y="-58550"/>
              <a:ext cx="3193500" cy="3455400"/>
            </a:xfrm>
            <a:prstGeom prst="straightConnector1">
              <a:avLst/>
            </a:prstGeom>
            <a:noFill/>
            <a:ln cap="rnd" cmpd="sng" w="9525">
              <a:solidFill>
                <a:schemeClr val="accent4"/>
              </a:solidFill>
              <a:prstDash val="solid"/>
              <a:round/>
              <a:headEnd len="sm" w="sm" type="none"/>
              <a:tailEnd len="sm" w="sm" type="none"/>
            </a:ln>
          </p:spPr>
        </p:cxnSp>
        <p:cxnSp>
          <p:nvCxnSpPr>
            <p:cNvPr id="2012" name="Google Shape;2012;p71"/>
            <p:cNvCxnSpPr/>
            <p:nvPr/>
          </p:nvCxnSpPr>
          <p:spPr>
            <a:xfrm flipH="1" rot="10800000">
              <a:off x="6075225" y="1245050"/>
              <a:ext cx="3131100" cy="361800"/>
            </a:xfrm>
            <a:prstGeom prst="straightConnector1">
              <a:avLst/>
            </a:prstGeom>
            <a:noFill/>
            <a:ln cap="rnd" cmpd="sng" w="9525">
              <a:solidFill>
                <a:schemeClr val="accent4"/>
              </a:solidFill>
              <a:prstDash val="solid"/>
              <a:round/>
              <a:headEnd len="sm" w="sm" type="none"/>
              <a:tailEnd len="sm" w="sm" type="none"/>
            </a:ln>
          </p:spPr>
        </p:cxnSp>
        <p:cxnSp>
          <p:nvCxnSpPr>
            <p:cNvPr id="2013" name="Google Shape;2013;p71"/>
            <p:cNvCxnSpPr/>
            <p:nvPr/>
          </p:nvCxnSpPr>
          <p:spPr>
            <a:xfrm>
              <a:off x="8102375" y="-58550"/>
              <a:ext cx="430500" cy="5270700"/>
            </a:xfrm>
            <a:prstGeom prst="straightConnector1">
              <a:avLst/>
            </a:prstGeom>
            <a:noFill/>
            <a:ln cap="rnd" cmpd="sng" w="9525">
              <a:solidFill>
                <a:schemeClr val="accent4"/>
              </a:solidFill>
              <a:prstDash val="solid"/>
              <a:round/>
              <a:headEnd len="sm" w="sm" type="none"/>
              <a:tailEnd len="sm" w="sm" type="none"/>
            </a:ln>
          </p:spPr>
        </p:cxnSp>
        <p:cxnSp>
          <p:nvCxnSpPr>
            <p:cNvPr id="2014" name="Google Shape;2014;p71"/>
            <p:cNvCxnSpPr/>
            <p:nvPr/>
          </p:nvCxnSpPr>
          <p:spPr>
            <a:xfrm flipH="1" rot="10800000">
              <a:off x="3711275" y="4688125"/>
              <a:ext cx="5476500" cy="505200"/>
            </a:xfrm>
            <a:prstGeom prst="straightConnector1">
              <a:avLst/>
            </a:prstGeom>
            <a:noFill/>
            <a:ln cap="rnd" cmpd="sng" w="9525">
              <a:solidFill>
                <a:schemeClr val="accent4"/>
              </a:solidFill>
              <a:prstDash val="solid"/>
              <a:round/>
              <a:headEnd len="sm" w="sm" type="none"/>
              <a:tailEnd len="sm" w="sm" type="none"/>
            </a:ln>
          </p:spPr>
        </p:cxnSp>
        <p:cxnSp>
          <p:nvCxnSpPr>
            <p:cNvPr id="2015" name="Google Shape;2015;p71"/>
            <p:cNvCxnSpPr/>
            <p:nvPr/>
          </p:nvCxnSpPr>
          <p:spPr>
            <a:xfrm flipH="1">
              <a:off x="1365950" y="2997775"/>
              <a:ext cx="2102100" cy="2164500"/>
            </a:xfrm>
            <a:prstGeom prst="straightConnector1">
              <a:avLst/>
            </a:prstGeom>
            <a:noFill/>
            <a:ln cap="rnd" cmpd="sng" w="9525">
              <a:solidFill>
                <a:schemeClr val="accent4"/>
              </a:solidFill>
              <a:prstDash val="solid"/>
              <a:round/>
              <a:headEnd len="sm" w="sm" type="none"/>
              <a:tailEnd len="sm" w="sm" type="none"/>
            </a:ln>
          </p:spPr>
        </p:cxnSp>
        <p:cxnSp>
          <p:nvCxnSpPr>
            <p:cNvPr id="2016" name="Google Shape;2016;p71"/>
            <p:cNvCxnSpPr/>
            <p:nvPr/>
          </p:nvCxnSpPr>
          <p:spPr>
            <a:xfrm>
              <a:off x="-31125" y="852125"/>
              <a:ext cx="2177100" cy="4353600"/>
            </a:xfrm>
            <a:prstGeom prst="straightConnector1">
              <a:avLst/>
            </a:prstGeom>
            <a:noFill/>
            <a:ln cap="rnd" cmpd="sng" w="9525">
              <a:solidFill>
                <a:schemeClr val="accent4"/>
              </a:solidFill>
              <a:prstDash val="solid"/>
              <a:round/>
              <a:headEnd len="sm" w="sm" type="none"/>
              <a:tailEnd len="sm" w="sm" type="none"/>
            </a:ln>
          </p:spPr>
        </p:cxnSp>
        <p:cxnSp>
          <p:nvCxnSpPr>
            <p:cNvPr id="2017" name="Google Shape;2017;p71"/>
            <p:cNvCxnSpPr/>
            <p:nvPr/>
          </p:nvCxnSpPr>
          <p:spPr>
            <a:xfrm>
              <a:off x="-31125" y="4020700"/>
              <a:ext cx="5725800" cy="1153800"/>
            </a:xfrm>
            <a:prstGeom prst="straightConnector1">
              <a:avLst/>
            </a:prstGeom>
            <a:noFill/>
            <a:ln cap="rnd" cmpd="sng" w="9525">
              <a:solidFill>
                <a:schemeClr val="accent4"/>
              </a:solidFill>
              <a:prstDash val="solid"/>
              <a:round/>
              <a:headEnd len="sm" w="sm" type="none"/>
              <a:tailEnd len="sm" w="sm" type="none"/>
            </a:ln>
          </p:spPr>
        </p:cxnSp>
        <p:cxnSp>
          <p:nvCxnSpPr>
            <p:cNvPr id="2018" name="Google Shape;2018;p71"/>
            <p:cNvCxnSpPr/>
            <p:nvPr/>
          </p:nvCxnSpPr>
          <p:spPr>
            <a:xfrm flipH="1" rot="10800000">
              <a:off x="-18650" y="-133500"/>
              <a:ext cx="1309800" cy="1952400"/>
            </a:xfrm>
            <a:prstGeom prst="straightConnector1">
              <a:avLst/>
            </a:prstGeom>
            <a:noFill/>
            <a:ln cap="rnd" cmpd="sng" w="9525">
              <a:solidFill>
                <a:schemeClr val="accent4"/>
              </a:solidFill>
              <a:prstDash val="solid"/>
              <a:round/>
              <a:headEnd len="sm" w="sm" type="none"/>
              <a:tailEnd len="sm" w="sm" type="none"/>
            </a:ln>
          </p:spPr>
        </p:cxnSp>
        <p:cxnSp>
          <p:nvCxnSpPr>
            <p:cNvPr id="2019" name="Google Shape;2019;p71"/>
            <p:cNvCxnSpPr/>
            <p:nvPr/>
          </p:nvCxnSpPr>
          <p:spPr>
            <a:xfrm>
              <a:off x="449150" y="-164575"/>
              <a:ext cx="1715400" cy="648600"/>
            </a:xfrm>
            <a:prstGeom prst="straightConnector1">
              <a:avLst/>
            </a:prstGeom>
            <a:noFill/>
            <a:ln cap="rnd" cmpd="sng" w="9525">
              <a:solidFill>
                <a:schemeClr val="accent4"/>
              </a:solidFill>
              <a:prstDash val="solid"/>
              <a:round/>
              <a:headEnd len="sm" w="sm" type="none"/>
              <a:tailEnd len="sm" w="sm" type="none"/>
            </a:ln>
          </p:spPr>
        </p:cxnSp>
        <p:grpSp>
          <p:nvGrpSpPr>
            <p:cNvPr id="2020" name="Google Shape;2020;p71"/>
            <p:cNvGrpSpPr/>
            <p:nvPr/>
          </p:nvGrpSpPr>
          <p:grpSpPr>
            <a:xfrm>
              <a:off x="7048151" y="1097948"/>
              <a:ext cx="718341" cy="718341"/>
              <a:chOff x="-83525" y="4333650"/>
              <a:chExt cx="539700" cy="539700"/>
            </a:xfrm>
          </p:grpSpPr>
          <p:sp>
            <p:nvSpPr>
              <p:cNvPr id="2021" name="Google Shape;2021;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2" name="Google Shape;2022;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23" name="Google Shape;2023;p71"/>
            <p:cNvGrpSpPr/>
            <p:nvPr/>
          </p:nvGrpSpPr>
          <p:grpSpPr>
            <a:xfrm>
              <a:off x="8365689" y="586475"/>
              <a:ext cx="265640" cy="265640"/>
              <a:chOff x="-83525" y="4333650"/>
              <a:chExt cx="539700" cy="539700"/>
            </a:xfrm>
          </p:grpSpPr>
          <p:sp>
            <p:nvSpPr>
              <p:cNvPr id="2024" name="Google Shape;2024;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5" name="Google Shape;2025;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26" name="Google Shape;2026;p71"/>
            <p:cNvGrpSpPr/>
            <p:nvPr/>
          </p:nvGrpSpPr>
          <p:grpSpPr>
            <a:xfrm>
              <a:off x="1204000" y="3827316"/>
              <a:ext cx="960558" cy="960558"/>
              <a:chOff x="-83525" y="4333650"/>
              <a:chExt cx="539700" cy="539700"/>
            </a:xfrm>
          </p:grpSpPr>
          <p:sp>
            <p:nvSpPr>
              <p:cNvPr id="2027" name="Google Shape;2027;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8" name="Google Shape;2028;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29" name="Google Shape;2029;p71"/>
            <p:cNvGrpSpPr/>
            <p:nvPr/>
          </p:nvGrpSpPr>
          <p:grpSpPr>
            <a:xfrm>
              <a:off x="-240525" y="945666"/>
              <a:ext cx="960558" cy="960558"/>
              <a:chOff x="-83525" y="4333650"/>
              <a:chExt cx="539700" cy="539700"/>
            </a:xfrm>
          </p:grpSpPr>
          <p:sp>
            <p:nvSpPr>
              <p:cNvPr id="2030" name="Google Shape;2030;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1" name="Google Shape;2031;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32" name="Google Shape;2032;p71"/>
            <p:cNvGrpSpPr/>
            <p:nvPr/>
          </p:nvGrpSpPr>
          <p:grpSpPr>
            <a:xfrm>
              <a:off x="8184801" y="2306100"/>
              <a:ext cx="265640" cy="265640"/>
              <a:chOff x="-83525" y="4333650"/>
              <a:chExt cx="539700" cy="539700"/>
            </a:xfrm>
          </p:grpSpPr>
          <p:sp>
            <p:nvSpPr>
              <p:cNvPr id="2033" name="Google Shape;2033;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4" name="Google Shape;2034;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35" name="Google Shape;2035;p71"/>
            <p:cNvGrpSpPr/>
            <p:nvPr/>
          </p:nvGrpSpPr>
          <p:grpSpPr>
            <a:xfrm>
              <a:off x="8283249" y="4562832"/>
              <a:ext cx="430519" cy="430519"/>
              <a:chOff x="-83525" y="4333650"/>
              <a:chExt cx="539700" cy="539700"/>
            </a:xfrm>
          </p:grpSpPr>
          <p:sp>
            <p:nvSpPr>
              <p:cNvPr id="2036" name="Google Shape;2036;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7" name="Google Shape;2037;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38" name="Google Shape;2038;p71"/>
            <p:cNvGrpSpPr/>
            <p:nvPr/>
          </p:nvGrpSpPr>
          <p:grpSpPr>
            <a:xfrm>
              <a:off x="8005924" y="1151532"/>
              <a:ext cx="430519" cy="430519"/>
              <a:chOff x="-83525" y="4333650"/>
              <a:chExt cx="539700" cy="539700"/>
            </a:xfrm>
          </p:grpSpPr>
          <p:sp>
            <p:nvSpPr>
              <p:cNvPr id="2039" name="Google Shape;2039;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0" name="Google Shape;2040;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41" name="Google Shape;2041;p71"/>
            <p:cNvGrpSpPr/>
            <p:nvPr/>
          </p:nvGrpSpPr>
          <p:grpSpPr>
            <a:xfrm>
              <a:off x="935424" y="-133493"/>
              <a:ext cx="430519" cy="430519"/>
              <a:chOff x="-83525" y="4333650"/>
              <a:chExt cx="539700" cy="539700"/>
            </a:xfrm>
          </p:grpSpPr>
          <p:sp>
            <p:nvSpPr>
              <p:cNvPr id="2042" name="Google Shape;2042;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3" name="Google Shape;2043;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44" name="Google Shape;2044;p71"/>
            <p:cNvGrpSpPr/>
            <p:nvPr/>
          </p:nvGrpSpPr>
          <p:grpSpPr>
            <a:xfrm>
              <a:off x="2192026" y="3249300"/>
              <a:ext cx="265640" cy="265640"/>
              <a:chOff x="-83525" y="4333650"/>
              <a:chExt cx="539700" cy="539700"/>
            </a:xfrm>
          </p:grpSpPr>
          <p:sp>
            <p:nvSpPr>
              <p:cNvPr id="2045" name="Google Shape;2045;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6" name="Google Shape;2046;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47" name="Google Shape;2047;p71"/>
            <p:cNvGrpSpPr/>
            <p:nvPr/>
          </p:nvGrpSpPr>
          <p:grpSpPr>
            <a:xfrm>
              <a:off x="1742915" y="4515988"/>
              <a:ext cx="265640" cy="265640"/>
              <a:chOff x="-83525" y="4333650"/>
              <a:chExt cx="539700" cy="539700"/>
            </a:xfrm>
          </p:grpSpPr>
          <p:sp>
            <p:nvSpPr>
              <p:cNvPr id="2048" name="Google Shape;2048;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9" name="Google Shape;2049;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0" name="Google Shape;2050;p71"/>
            <p:cNvGrpSpPr/>
            <p:nvPr/>
          </p:nvGrpSpPr>
          <p:grpSpPr>
            <a:xfrm>
              <a:off x="598599" y="3434282"/>
              <a:ext cx="430519" cy="430519"/>
              <a:chOff x="-83525" y="4333650"/>
              <a:chExt cx="539700" cy="539700"/>
            </a:xfrm>
          </p:grpSpPr>
          <p:sp>
            <p:nvSpPr>
              <p:cNvPr id="2051" name="Google Shape;2051;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2" name="Google Shape;2052;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3" name="Google Shape;2053;p71"/>
            <p:cNvGrpSpPr/>
            <p:nvPr/>
          </p:nvGrpSpPr>
          <p:grpSpPr>
            <a:xfrm>
              <a:off x="270876" y="4297175"/>
              <a:ext cx="265640" cy="265640"/>
              <a:chOff x="-83525" y="4333650"/>
              <a:chExt cx="539700" cy="539700"/>
            </a:xfrm>
          </p:grpSpPr>
          <p:sp>
            <p:nvSpPr>
              <p:cNvPr id="2054" name="Google Shape;2054;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5" name="Google Shape;2055;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6" name="Google Shape;2056;p71"/>
            <p:cNvGrpSpPr/>
            <p:nvPr/>
          </p:nvGrpSpPr>
          <p:grpSpPr>
            <a:xfrm>
              <a:off x="6848449" y="7"/>
              <a:ext cx="430519" cy="430519"/>
              <a:chOff x="-83525" y="4333650"/>
              <a:chExt cx="539700" cy="539700"/>
            </a:xfrm>
          </p:grpSpPr>
          <p:sp>
            <p:nvSpPr>
              <p:cNvPr id="2057" name="Google Shape;2057;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8" name="Google Shape;2058;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9" name="Google Shape;2059;p71"/>
            <p:cNvGrpSpPr/>
            <p:nvPr/>
          </p:nvGrpSpPr>
          <p:grpSpPr>
            <a:xfrm>
              <a:off x="5858264" y="885875"/>
              <a:ext cx="265640" cy="265640"/>
              <a:chOff x="-83525" y="4333650"/>
              <a:chExt cx="539700" cy="539700"/>
            </a:xfrm>
          </p:grpSpPr>
          <p:sp>
            <p:nvSpPr>
              <p:cNvPr id="2060" name="Google Shape;2060;p7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1" name="Google Shape;2061;p7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062" name="Google Shape;2062;p71"/>
          <p:cNvSpPr txBox="1"/>
          <p:nvPr>
            <p:ph type="title"/>
          </p:nvPr>
        </p:nvSpPr>
        <p:spPr>
          <a:xfrm rot="-255">
            <a:off x="1287559" y="540150"/>
            <a:ext cx="4049700" cy="14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8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063" name="Google Shape;2063;p71"/>
          <p:cNvSpPr txBox="1"/>
          <p:nvPr>
            <p:ph idx="1" type="subTitle"/>
          </p:nvPr>
        </p:nvSpPr>
        <p:spPr>
          <a:xfrm>
            <a:off x="1287638" y="1816288"/>
            <a:ext cx="4049700" cy="445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64" name="Google Shape;2064;p71"/>
          <p:cNvSpPr txBox="1"/>
          <p:nvPr>
            <p:ph idx="2" type="title"/>
          </p:nvPr>
        </p:nvSpPr>
        <p:spPr>
          <a:xfrm>
            <a:off x="3806688" y="2844700"/>
            <a:ext cx="4049700" cy="142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8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065" name="Google Shape;2065;p71"/>
          <p:cNvSpPr txBox="1"/>
          <p:nvPr>
            <p:ph idx="3" type="subTitle"/>
          </p:nvPr>
        </p:nvSpPr>
        <p:spPr>
          <a:xfrm>
            <a:off x="3806663" y="4158288"/>
            <a:ext cx="4049700" cy="445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AND_TWO_COLUMNS_1">
    <p:spTree>
      <p:nvGrpSpPr>
        <p:cNvPr id="2066" name="Shape 2066"/>
        <p:cNvGrpSpPr/>
        <p:nvPr/>
      </p:nvGrpSpPr>
      <p:grpSpPr>
        <a:xfrm>
          <a:off x="0" y="0"/>
          <a:ext cx="0" cy="0"/>
          <a:chOff x="0" y="0"/>
          <a:chExt cx="0" cy="0"/>
        </a:xfrm>
      </p:grpSpPr>
      <p:grpSp>
        <p:nvGrpSpPr>
          <p:cNvPr id="2067" name="Google Shape;2067;p72"/>
          <p:cNvGrpSpPr/>
          <p:nvPr/>
        </p:nvGrpSpPr>
        <p:grpSpPr>
          <a:xfrm>
            <a:off x="0" y="0"/>
            <a:ext cx="9144000" cy="5143500"/>
            <a:chOff x="0" y="0"/>
            <a:chExt cx="9144000" cy="5143500"/>
          </a:xfrm>
        </p:grpSpPr>
        <p:sp>
          <p:nvSpPr>
            <p:cNvPr id="2068" name="Google Shape;2068;p72"/>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9" name="Google Shape;2069;p72"/>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70" name="Google Shape;2070;p72"/>
          <p:cNvGrpSpPr/>
          <p:nvPr/>
        </p:nvGrpSpPr>
        <p:grpSpPr>
          <a:xfrm>
            <a:off x="-57340" y="-86000"/>
            <a:ext cx="9209740" cy="5293875"/>
            <a:chOff x="-57340" y="-86000"/>
            <a:chExt cx="9209740" cy="5293875"/>
          </a:xfrm>
        </p:grpSpPr>
        <p:cxnSp>
          <p:nvCxnSpPr>
            <p:cNvPr id="2071" name="Google Shape;2071;p72"/>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2072" name="Google Shape;2072;p72"/>
            <p:cNvCxnSpPr/>
            <p:nvPr/>
          </p:nvCxnSpPr>
          <p:spPr>
            <a:xfrm>
              <a:off x="2100" y="224950"/>
              <a:ext cx="9150300" cy="168300"/>
            </a:xfrm>
            <a:prstGeom prst="straightConnector1">
              <a:avLst/>
            </a:prstGeom>
            <a:noFill/>
            <a:ln cap="rnd" cmpd="sng" w="9525">
              <a:solidFill>
                <a:schemeClr val="accent4"/>
              </a:solidFill>
              <a:prstDash val="solid"/>
              <a:round/>
              <a:headEnd len="sm" w="sm" type="none"/>
              <a:tailEnd len="sm" w="sm" type="none"/>
            </a:ln>
          </p:spPr>
        </p:cxnSp>
        <p:cxnSp>
          <p:nvCxnSpPr>
            <p:cNvPr id="2073" name="Google Shape;2073;p72"/>
            <p:cNvCxnSpPr/>
            <p:nvPr/>
          </p:nvCxnSpPr>
          <p:spPr>
            <a:xfrm>
              <a:off x="7997725" y="-37700"/>
              <a:ext cx="1153800" cy="3187200"/>
            </a:xfrm>
            <a:prstGeom prst="straightConnector1">
              <a:avLst/>
            </a:prstGeom>
            <a:noFill/>
            <a:ln cap="rnd" cmpd="sng" w="9525">
              <a:solidFill>
                <a:schemeClr val="accent4"/>
              </a:solidFill>
              <a:prstDash val="solid"/>
              <a:round/>
              <a:headEnd len="sm" w="sm" type="none"/>
              <a:tailEnd len="sm" w="sm" type="none"/>
            </a:ln>
          </p:spPr>
        </p:cxnSp>
        <p:cxnSp>
          <p:nvCxnSpPr>
            <p:cNvPr id="2074" name="Google Shape;2074;p72"/>
            <p:cNvCxnSpPr/>
            <p:nvPr/>
          </p:nvCxnSpPr>
          <p:spPr>
            <a:xfrm>
              <a:off x="-11075" y="1777375"/>
              <a:ext cx="1284900" cy="3430500"/>
            </a:xfrm>
            <a:prstGeom prst="straightConnector1">
              <a:avLst/>
            </a:prstGeom>
            <a:noFill/>
            <a:ln cap="rnd" cmpd="sng" w="9525">
              <a:solidFill>
                <a:schemeClr val="accent4"/>
              </a:solidFill>
              <a:prstDash val="solid"/>
              <a:round/>
              <a:headEnd len="sm" w="sm" type="none"/>
              <a:tailEnd len="sm" w="sm" type="none"/>
            </a:ln>
          </p:spPr>
        </p:cxnSp>
        <p:cxnSp>
          <p:nvCxnSpPr>
            <p:cNvPr id="2075" name="Google Shape;2075;p72"/>
            <p:cNvCxnSpPr/>
            <p:nvPr/>
          </p:nvCxnSpPr>
          <p:spPr>
            <a:xfrm>
              <a:off x="-30475" y="4227975"/>
              <a:ext cx="3823500" cy="929400"/>
            </a:xfrm>
            <a:prstGeom prst="straightConnector1">
              <a:avLst/>
            </a:prstGeom>
            <a:noFill/>
            <a:ln cap="rnd" cmpd="sng" w="9525">
              <a:solidFill>
                <a:schemeClr val="accent4"/>
              </a:solidFill>
              <a:prstDash val="solid"/>
              <a:round/>
              <a:headEnd len="sm" w="sm" type="none"/>
              <a:tailEnd len="sm" w="sm" type="none"/>
            </a:ln>
          </p:spPr>
        </p:cxnSp>
        <p:grpSp>
          <p:nvGrpSpPr>
            <p:cNvPr id="2076" name="Google Shape;2076;p72"/>
            <p:cNvGrpSpPr/>
            <p:nvPr/>
          </p:nvGrpSpPr>
          <p:grpSpPr>
            <a:xfrm>
              <a:off x="525404" y="45405"/>
              <a:ext cx="389178" cy="389178"/>
              <a:chOff x="-83525" y="4333650"/>
              <a:chExt cx="539700" cy="539700"/>
            </a:xfrm>
          </p:grpSpPr>
          <p:sp>
            <p:nvSpPr>
              <p:cNvPr id="2077" name="Google Shape;2077;p7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8" name="Google Shape;2078;p7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79" name="Google Shape;2079;p72"/>
            <p:cNvGrpSpPr/>
            <p:nvPr/>
          </p:nvGrpSpPr>
          <p:grpSpPr>
            <a:xfrm>
              <a:off x="7894902" y="126996"/>
              <a:ext cx="482600" cy="482600"/>
              <a:chOff x="-83525" y="4333650"/>
              <a:chExt cx="539700" cy="539700"/>
            </a:xfrm>
          </p:grpSpPr>
          <p:sp>
            <p:nvSpPr>
              <p:cNvPr id="2080" name="Google Shape;2080;p7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1" name="Google Shape;2081;p7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82" name="Google Shape;2082;p72"/>
            <p:cNvGrpSpPr/>
            <p:nvPr/>
          </p:nvGrpSpPr>
          <p:grpSpPr>
            <a:xfrm>
              <a:off x="8668547" y="2101237"/>
              <a:ext cx="344976" cy="344976"/>
              <a:chOff x="-83525" y="4333650"/>
              <a:chExt cx="539700" cy="539700"/>
            </a:xfrm>
          </p:grpSpPr>
          <p:sp>
            <p:nvSpPr>
              <p:cNvPr id="2083" name="Google Shape;2083;p7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4" name="Google Shape;2084;p7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85" name="Google Shape;2085;p72"/>
            <p:cNvGrpSpPr/>
            <p:nvPr/>
          </p:nvGrpSpPr>
          <p:grpSpPr>
            <a:xfrm>
              <a:off x="758689" y="4234209"/>
              <a:ext cx="482600" cy="482600"/>
              <a:chOff x="-83525" y="4333650"/>
              <a:chExt cx="539700" cy="539700"/>
            </a:xfrm>
          </p:grpSpPr>
          <p:sp>
            <p:nvSpPr>
              <p:cNvPr id="2086" name="Google Shape;2086;p7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7" name="Google Shape;2087;p7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88" name="Google Shape;2088;p72"/>
            <p:cNvGrpSpPr/>
            <p:nvPr/>
          </p:nvGrpSpPr>
          <p:grpSpPr>
            <a:xfrm>
              <a:off x="-57340" y="1926600"/>
              <a:ext cx="344976" cy="344976"/>
              <a:chOff x="-83525" y="4333650"/>
              <a:chExt cx="539700" cy="539700"/>
            </a:xfrm>
          </p:grpSpPr>
          <p:sp>
            <p:nvSpPr>
              <p:cNvPr id="2089" name="Google Shape;2089;p7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0" name="Google Shape;2090;p7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091" name="Google Shape;2091;p72"/>
          <p:cNvSpPr txBox="1"/>
          <p:nvPr>
            <p:ph idx="1" type="subTitle"/>
          </p:nvPr>
        </p:nvSpPr>
        <p:spPr>
          <a:xfrm>
            <a:off x="720000" y="2996988"/>
            <a:ext cx="2239500" cy="78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92" name="Google Shape;2092;p72"/>
          <p:cNvSpPr txBox="1"/>
          <p:nvPr>
            <p:ph idx="2" type="subTitle"/>
          </p:nvPr>
        </p:nvSpPr>
        <p:spPr>
          <a:xfrm>
            <a:off x="6212450" y="2996988"/>
            <a:ext cx="2239500" cy="78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93" name="Google Shape;2093;p72"/>
          <p:cNvSpPr txBox="1"/>
          <p:nvPr>
            <p:ph type="title"/>
          </p:nvPr>
        </p:nvSpPr>
        <p:spPr>
          <a:xfrm>
            <a:off x="720000" y="2031948"/>
            <a:ext cx="2239500" cy="1113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solidFill>
                  <a:schemeClr val="accent4"/>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094" name="Google Shape;2094;p72"/>
          <p:cNvSpPr txBox="1"/>
          <p:nvPr>
            <p:ph idx="3" type="title"/>
          </p:nvPr>
        </p:nvSpPr>
        <p:spPr>
          <a:xfrm>
            <a:off x="6212450" y="2031948"/>
            <a:ext cx="2239500" cy="1113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095" name="Google Shape;2095;p72"/>
          <p:cNvSpPr txBox="1"/>
          <p:nvPr>
            <p:ph idx="4"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096" name="Shape 2096"/>
        <p:cNvGrpSpPr/>
        <p:nvPr/>
      </p:nvGrpSpPr>
      <p:grpSpPr>
        <a:xfrm>
          <a:off x="0" y="0"/>
          <a:ext cx="0" cy="0"/>
          <a:chOff x="0" y="0"/>
          <a:chExt cx="0" cy="0"/>
        </a:xfrm>
      </p:grpSpPr>
      <p:grpSp>
        <p:nvGrpSpPr>
          <p:cNvPr id="2097" name="Google Shape;2097;p73"/>
          <p:cNvGrpSpPr/>
          <p:nvPr/>
        </p:nvGrpSpPr>
        <p:grpSpPr>
          <a:xfrm>
            <a:off x="0" y="0"/>
            <a:ext cx="9144000" cy="5143500"/>
            <a:chOff x="0" y="0"/>
            <a:chExt cx="9144000" cy="5143500"/>
          </a:xfrm>
        </p:grpSpPr>
        <p:sp>
          <p:nvSpPr>
            <p:cNvPr id="2098" name="Google Shape;2098;p73"/>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9" name="Google Shape;2099;p73"/>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00" name="Google Shape;2100;p73"/>
          <p:cNvSpPr txBox="1"/>
          <p:nvPr/>
        </p:nvSpPr>
        <p:spPr>
          <a:xfrm>
            <a:off x="3925025" y="3203013"/>
            <a:ext cx="3216600" cy="70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100"/>
              <a:buFont typeface="Arial"/>
              <a:buNone/>
            </a:pPr>
            <a:r>
              <a:rPr b="1" i="0" lang="it-IT" sz="1100" u="none" cap="none" strike="noStrike">
                <a:solidFill>
                  <a:schemeClr val="accent4"/>
                </a:solidFill>
                <a:latin typeface="Overpass"/>
                <a:ea typeface="Overpass"/>
                <a:cs typeface="Overpass"/>
                <a:sym typeface="Overpass"/>
              </a:rPr>
              <a:t>CREDITS:</a:t>
            </a:r>
            <a:r>
              <a:rPr b="0" i="0" lang="it-IT" sz="1100" u="none" cap="none" strike="noStrike">
                <a:solidFill>
                  <a:schemeClr val="accent4"/>
                </a:solidFill>
                <a:latin typeface="Overpass"/>
                <a:ea typeface="Overpass"/>
                <a:cs typeface="Overpass"/>
                <a:sym typeface="Overpass"/>
              </a:rPr>
              <a:t> </a:t>
            </a:r>
            <a:r>
              <a:rPr b="0" i="0" lang="it-IT" sz="1100" u="none" cap="none" strike="noStrike">
                <a:solidFill>
                  <a:schemeClr val="lt1"/>
                </a:solidFill>
                <a:latin typeface="Overpass"/>
                <a:ea typeface="Overpass"/>
                <a:cs typeface="Overpass"/>
                <a:sym typeface="Overpass"/>
              </a:rPr>
              <a:t>This presentation template was created by </a:t>
            </a:r>
            <a:r>
              <a:rPr b="1" i="0" lang="it-IT" sz="1100" u="none" cap="none" strike="noStrike">
                <a:solidFill>
                  <a:schemeClr val="hlink"/>
                </a:solidFill>
                <a:uFill>
                  <a:noFill/>
                </a:uFill>
                <a:latin typeface="Overpass"/>
                <a:ea typeface="Overpass"/>
                <a:cs typeface="Overpass"/>
                <a:sym typeface="Overpass"/>
                <a:hlinkClick r:id="rId2"/>
              </a:rPr>
              <a:t>Slidesgo</a:t>
            </a:r>
            <a:r>
              <a:rPr b="1" i="0" lang="it-IT" sz="1100" u="none" cap="none" strike="noStrike">
                <a:solidFill>
                  <a:schemeClr val="accent4"/>
                </a:solidFill>
                <a:latin typeface="Overpass"/>
                <a:ea typeface="Overpass"/>
                <a:cs typeface="Overpass"/>
                <a:sym typeface="Overpass"/>
              </a:rPr>
              <a:t>,</a:t>
            </a:r>
            <a:r>
              <a:rPr b="0" i="0" lang="it-IT" sz="1100" u="none" cap="none" strike="noStrike">
                <a:solidFill>
                  <a:schemeClr val="lt1"/>
                </a:solidFill>
                <a:latin typeface="Overpass"/>
                <a:ea typeface="Overpass"/>
                <a:cs typeface="Overpass"/>
                <a:sym typeface="Overpass"/>
              </a:rPr>
              <a:t> including icons by </a:t>
            </a:r>
            <a:r>
              <a:rPr b="1" i="0" lang="it-IT" sz="1100" u="none" cap="none" strike="noStrike">
                <a:solidFill>
                  <a:schemeClr val="hlink"/>
                </a:solidFill>
                <a:uFill>
                  <a:noFill/>
                </a:uFill>
                <a:latin typeface="Overpass"/>
                <a:ea typeface="Overpass"/>
                <a:cs typeface="Overpass"/>
                <a:sym typeface="Overpass"/>
                <a:hlinkClick r:id="rId3"/>
              </a:rPr>
              <a:t>Flaticon</a:t>
            </a:r>
            <a:r>
              <a:rPr b="1" i="0" lang="it-IT" sz="1100" u="none" cap="none" strike="noStrike">
                <a:solidFill>
                  <a:schemeClr val="accent4"/>
                </a:solidFill>
                <a:latin typeface="Overpass"/>
                <a:ea typeface="Overpass"/>
                <a:cs typeface="Overpass"/>
                <a:sym typeface="Overpass"/>
              </a:rPr>
              <a:t>,</a:t>
            </a:r>
            <a:r>
              <a:rPr b="0" i="0" lang="it-IT" sz="1100" u="none" cap="none" strike="noStrike">
                <a:solidFill>
                  <a:schemeClr val="lt1"/>
                </a:solidFill>
                <a:latin typeface="Overpass"/>
                <a:ea typeface="Overpass"/>
                <a:cs typeface="Overpass"/>
                <a:sym typeface="Overpass"/>
              </a:rPr>
              <a:t> and infographics &amp; images by </a:t>
            </a:r>
            <a:r>
              <a:rPr b="1" i="0" lang="it-IT" sz="1100" u="none" cap="none" strike="noStrike">
                <a:solidFill>
                  <a:schemeClr val="hlink"/>
                </a:solidFill>
                <a:uFill>
                  <a:noFill/>
                </a:uFill>
                <a:latin typeface="Overpass"/>
                <a:ea typeface="Overpass"/>
                <a:cs typeface="Overpass"/>
                <a:sym typeface="Overpass"/>
                <a:hlinkClick r:id="rId4"/>
              </a:rPr>
              <a:t>Freepik</a:t>
            </a:r>
            <a:endParaRPr b="1" i="0" sz="1100" u="none" cap="none" strike="noStrike">
              <a:solidFill>
                <a:schemeClr val="accent4"/>
              </a:solidFill>
              <a:latin typeface="Overpass"/>
              <a:ea typeface="Overpass"/>
              <a:cs typeface="Overpass"/>
              <a:sym typeface="Overpass"/>
            </a:endParaRPr>
          </a:p>
        </p:txBody>
      </p:sp>
      <p:grpSp>
        <p:nvGrpSpPr>
          <p:cNvPr id="2101" name="Google Shape;2101;p73"/>
          <p:cNvGrpSpPr/>
          <p:nvPr/>
        </p:nvGrpSpPr>
        <p:grpSpPr>
          <a:xfrm>
            <a:off x="-198425" y="-124600"/>
            <a:ext cx="9393725" cy="5424592"/>
            <a:chOff x="-198425" y="-124600"/>
            <a:chExt cx="9393725" cy="5424592"/>
          </a:xfrm>
        </p:grpSpPr>
        <p:cxnSp>
          <p:nvCxnSpPr>
            <p:cNvPr id="2102" name="Google Shape;2102;p73"/>
            <p:cNvCxnSpPr/>
            <p:nvPr/>
          </p:nvCxnSpPr>
          <p:spPr>
            <a:xfrm>
              <a:off x="3506700" y="-28150"/>
              <a:ext cx="5688600" cy="327600"/>
            </a:xfrm>
            <a:prstGeom prst="straightConnector1">
              <a:avLst/>
            </a:prstGeom>
            <a:noFill/>
            <a:ln cap="rnd" cmpd="sng" w="9525">
              <a:solidFill>
                <a:schemeClr val="accent4"/>
              </a:solidFill>
              <a:prstDash val="solid"/>
              <a:round/>
              <a:headEnd len="sm" w="sm" type="none"/>
              <a:tailEnd len="sm" w="sm" type="none"/>
            </a:ln>
          </p:spPr>
        </p:cxnSp>
        <p:cxnSp>
          <p:nvCxnSpPr>
            <p:cNvPr id="2103" name="Google Shape;2103;p73"/>
            <p:cNvCxnSpPr/>
            <p:nvPr/>
          </p:nvCxnSpPr>
          <p:spPr>
            <a:xfrm>
              <a:off x="8609300" y="-124600"/>
              <a:ext cx="526800" cy="2563800"/>
            </a:xfrm>
            <a:prstGeom prst="straightConnector1">
              <a:avLst/>
            </a:prstGeom>
            <a:noFill/>
            <a:ln cap="rnd" cmpd="sng" w="9525">
              <a:solidFill>
                <a:schemeClr val="accent4"/>
              </a:solidFill>
              <a:prstDash val="solid"/>
              <a:round/>
              <a:headEnd len="sm" w="sm" type="none"/>
              <a:tailEnd len="sm" w="sm" type="none"/>
            </a:ln>
          </p:spPr>
        </p:cxnSp>
        <p:cxnSp>
          <p:nvCxnSpPr>
            <p:cNvPr id="2104" name="Google Shape;2104;p73"/>
            <p:cNvCxnSpPr/>
            <p:nvPr/>
          </p:nvCxnSpPr>
          <p:spPr>
            <a:xfrm flipH="1" rot="10800000">
              <a:off x="2703925" y="4662700"/>
              <a:ext cx="957600" cy="552600"/>
            </a:xfrm>
            <a:prstGeom prst="straightConnector1">
              <a:avLst/>
            </a:prstGeom>
            <a:noFill/>
            <a:ln cap="rnd" cmpd="sng" w="9525">
              <a:solidFill>
                <a:schemeClr val="accent4"/>
              </a:solidFill>
              <a:prstDash val="solid"/>
              <a:round/>
              <a:headEnd len="sm" w="sm" type="none"/>
              <a:tailEnd len="sm" w="sm" type="none"/>
            </a:ln>
          </p:spPr>
        </p:cxnSp>
        <p:cxnSp>
          <p:nvCxnSpPr>
            <p:cNvPr id="2105" name="Google Shape;2105;p73"/>
            <p:cNvCxnSpPr/>
            <p:nvPr/>
          </p:nvCxnSpPr>
          <p:spPr>
            <a:xfrm>
              <a:off x="3173025" y="4643400"/>
              <a:ext cx="2210400" cy="546300"/>
            </a:xfrm>
            <a:prstGeom prst="straightConnector1">
              <a:avLst/>
            </a:prstGeom>
            <a:noFill/>
            <a:ln cap="rnd" cmpd="sng" w="9525">
              <a:solidFill>
                <a:schemeClr val="accent4"/>
              </a:solidFill>
              <a:prstDash val="solid"/>
              <a:round/>
              <a:headEnd len="sm" w="sm" type="none"/>
              <a:tailEnd len="sm" w="sm" type="none"/>
            </a:ln>
          </p:spPr>
        </p:cxnSp>
        <p:cxnSp>
          <p:nvCxnSpPr>
            <p:cNvPr id="2106" name="Google Shape;2106;p73"/>
            <p:cNvCxnSpPr/>
            <p:nvPr/>
          </p:nvCxnSpPr>
          <p:spPr>
            <a:xfrm flipH="1" rot="10800000">
              <a:off x="4141900" y="4849025"/>
              <a:ext cx="5044200" cy="122100"/>
            </a:xfrm>
            <a:prstGeom prst="straightConnector1">
              <a:avLst/>
            </a:prstGeom>
            <a:noFill/>
            <a:ln cap="rnd" cmpd="sng" w="9525">
              <a:solidFill>
                <a:schemeClr val="accent4"/>
              </a:solidFill>
              <a:prstDash val="solid"/>
              <a:round/>
              <a:headEnd len="sm" w="sm" type="none"/>
              <a:tailEnd len="sm" w="sm" type="none"/>
            </a:ln>
          </p:spPr>
        </p:cxnSp>
        <p:cxnSp>
          <p:nvCxnSpPr>
            <p:cNvPr id="2107" name="Google Shape;2107;p73"/>
            <p:cNvCxnSpPr/>
            <p:nvPr/>
          </p:nvCxnSpPr>
          <p:spPr>
            <a:xfrm>
              <a:off x="-198425" y="2876200"/>
              <a:ext cx="796800" cy="2339100"/>
            </a:xfrm>
            <a:prstGeom prst="straightConnector1">
              <a:avLst/>
            </a:prstGeom>
            <a:noFill/>
            <a:ln cap="rnd" cmpd="sng" w="9525">
              <a:solidFill>
                <a:schemeClr val="accent4"/>
              </a:solidFill>
              <a:prstDash val="solid"/>
              <a:round/>
              <a:headEnd len="sm" w="sm" type="none"/>
              <a:tailEnd len="sm" w="sm" type="none"/>
            </a:ln>
          </p:spPr>
        </p:cxnSp>
        <p:cxnSp>
          <p:nvCxnSpPr>
            <p:cNvPr id="2108" name="Google Shape;2108;p73"/>
            <p:cNvCxnSpPr/>
            <p:nvPr/>
          </p:nvCxnSpPr>
          <p:spPr>
            <a:xfrm flipH="1">
              <a:off x="-146900" y="3737350"/>
              <a:ext cx="526800" cy="809700"/>
            </a:xfrm>
            <a:prstGeom prst="straightConnector1">
              <a:avLst/>
            </a:prstGeom>
            <a:noFill/>
            <a:ln cap="rnd" cmpd="sng" w="9525">
              <a:solidFill>
                <a:schemeClr val="accent4"/>
              </a:solidFill>
              <a:prstDash val="solid"/>
              <a:round/>
              <a:headEnd len="sm" w="sm" type="none"/>
              <a:tailEnd len="sm" w="sm" type="none"/>
            </a:ln>
          </p:spPr>
        </p:cxnSp>
        <p:grpSp>
          <p:nvGrpSpPr>
            <p:cNvPr id="2109" name="Google Shape;2109;p73"/>
            <p:cNvGrpSpPr/>
            <p:nvPr/>
          </p:nvGrpSpPr>
          <p:grpSpPr>
            <a:xfrm>
              <a:off x="-165624" y="3659499"/>
              <a:ext cx="718341" cy="718341"/>
              <a:chOff x="-83525" y="4333650"/>
              <a:chExt cx="539700" cy="539700"/>
            </a:xfrm>
          </p:grpSpPr>
          <p:sp>
            <p:nvSpPr>
              <p:cNvPr id="2110" name="Google Shape;2110;p7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1" name="Google Shape;2111;p7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12" name="Google Shape;2112;p73"/>
            <p:cNvGrpSpPr/>
            <p:nvPr/>
          </p:nvGrpSpPr>
          <p:grpSpPr>
            <a:xfrm>
              <a:off x="3322345" y="4509447"/>
              <a:ext cx="419725" cy="419725"/>
              <a:chOff x="-83525" y="4333650"/>
              <a:chExt cx="539700" cy="539700"/>
            </a:xfrm>
          </p:grpSpPr>
          <p:sp>
            <p:nvSpPr>
              <p:cNvPr id="2113" name="Google Shape;2113;p7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4" name="Google Shape;2114;p7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15" name="Google Shape;2115;p73"/>
            <p:cNvGrpSpPr/>
            <p:nvPr/>
          </p:nvGrpSpPr>
          <p:grpSpPr>
            <a:xfrm>
              <a:off x="8475894" y="68865"/>
              <a:ext cx="419725" cy="419725"/>
              <a:chOff x="-83525" y="4333650"/>
              <a:chExt cx="539700" cy="539700"/>
            </a:xfrm>
          </p:grpSpPr>
          <p:sp>
            <p:nvSpPr>
              <p:cNvPr id="2116" name="Google Shape;2116;p7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7" name="Google Shape;2117;p7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18" name="Google Shape;2118;p73"/>
            <p:cNvGrpSpPr/>
            <p:nvPr/>
          </p:nvGrpSpPr>
          <p:grpSpPr>
            <a:xfrm>
              <a:off x="4154182" y="4629037"/>
              <a:ext cx="670955" cy="670955"/>
              <a:chOff x="-83525" y="4333650"/>
              <a:chExt cx="539700" cy="539700"/>
            </a:xfrm>
          </p:grpSpPr>
          <p:sp>
            <p:nvSpPr>
              <p:cNvPr id="2119" name="Google Shape;2119;p7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0" name="Google Shape;2120;p7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121" name="Google Shape;2121;p73"/>
          <p:cNvSpPr txBox="1"/>
          <p:nvPr>
            <p:ph type="ctrTitle"/>
          </p:nvPr>
        </p:nvSpPr>
        <p:spPr>
          <a:xfrm>
            <a:off x="3498300" y="705863"/>
            <a:ext cx="4070100" cy="1165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65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122" name="Google Shape;2122;p73"/>
          <p:cNvSpPr txBox="1"/>
          <p:nvPr>
            <p:ph idx="1" type="subTitle"/>
          </p:nvPr>
        </p:nvSpPr>
        <p:spPr>
          <a:xfrm>
            <a:off x="3924975" y="1898032"/>
            <a:ext cx="3216600" cy="1227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123" name="Google Shape;2123;p73"/>
          <p:cNvSpPr txBox="1"/>
          <p:nvPr>
            <p:ph idx="2" type="subTitle"/>
          </p:nvPr>
        </p:nvSpPr>
        <p:spPr>
          <a:xfrm rot="-962">
            <a:off x="3924916" y="4018388"/>
            <a:ext cx="3216600" cy="41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100"/>
              <a:buNone/>
              <a:defRPr/>
            </a:lvl1pPr>
            <a:lvl2pPr lvl="1" algn="ctr">
              <a:lnSpc>
                <a:spcPct val="100000"/>
              </a:lnSpc>
              <a:spcBef>
                <a:spcPts val="0"/>
              </a:spcBef>
              <a:spcAft>
                <a:spcPts val="0"/>
              </a:spcAft>
              <a:buClr>
                <a:schemeClr val="dk1"/>
              </a:buClr>
              <a:buSzPts val="1100"/>
              <a:buNone/>
              <a:defRPr sz="1100">
                <a:solidFill>
                  <a:schemeClr val="dk1"/>
                </a:solidFill>
              </a:defRPr>
            </a:lvl2pPr>
            <a:lvl3pPr lvl="2" algn="ctr">
              <a:lnSpc>
                <a:spcPct val="100000"/>
              </a:lnSpc>
              <a:spcBef>
                <a:spcPts val="0"/>
              </a:spcBef>
              <a:spcAft>
                <a:spcPts val="0"/>
              </a:spcAft>
              <a:buClr>
                <a:schemeClr val="dk1"/>
              </a:buClr>
              <a:buSzPts val="1100"/>
              <a:buNone/>
              <a:defRPr sz="1100">
                <a:solidFill>
                  <a:schemeClr val="dk1"/>
                </a:solidFill>
              </a:defRPr>
            </a:lvl3pPr>
            <a:lvl4pPr lvl="3" algn="ctr">
              <a:lnSpc>
                <a:spcPct val="100000"/>
              </a:lnSpc>
              <a:spcBef>
                <a:spcPts val="0"/>
              </a:spcBef>
              <a:spcAft>
                <a:spcPts val="0"/>
              </a:spcAft>
              <a:buClr>
                <a:schemeClr val="dk1"/>
              </a:buClr>
              <a:buSzPts val="1100"/>
              <a:buNone/>
              <a:defRPr sz="1100">
                <a:solidFill>
                  <a:schemeClr val="dk1"/>
                </a:solidFill>
              </a:defRPr>
            </a:lvl4pPr>
            <a:lvl5pPr lvl="4" algn="ctr">
              <a:lnSpc>
                <a:spcPct val="100000"/>
              </a:lnSpc>
              <a:spcBef>
                <a:spcPts val="0"/>
              </a:spcBef>
              <a:spcAft>
                <a:spcPts val="0"/>
              </a:spcAft>
              <a:buClr>
                <a:schemeClr val="dk1"/>
              </a:buClr>
              <a:buSzPts val="1100"/>
              <a:buNone/>
              <a:defRPr sz="1100">
                <a:solidFill>
                  <a:schemeClr val="dk1"/>
                </a:solidFill>
              </a:defRPr>
            </a:lvl5pPr>
            <a:lvl6pPr lvl="5" algn="ctr">
              <a:lnSpc>
                <a:spcPct val="100000"/>
              </a:lnSpc>
              <a:spcBef>
                <a:spcPts val="0"/>
              </a:spcBef>
              <a:spcAft>
                <a:spcPts val="0"/>
              </a:spcAft>
              <a:buClr>
                <a:schemeClr val="dk1"/>
              </a:buClr>
              <a:buSzPts val="1100"/>
              <a:buNone/>
              <a:defRPr sz="1100">
                <a:solidFill>
                  <a:schemeClr val="dk1"/>
                </a:solidFill>
              </a:defRPr>
            </a:lvl6pPr>
            <a:lvl7pPr lvl="6" algn="ctr">
              <a:lnSpc>
                <a:spcPct val="100000"/>
              </a:lnSpc>
              <a:spcBef>
                <a:spcPts val="0"/>
              </a:spcBef>
              <a:spcAft>
                <a:spcPts val="0"/>
              </a:spcAft>
              <a:buClr>
                <a:schemeClr val="dk1"/>
              </a:buClr>
              <a:buSzPts val="1100"/>
              <a:buNone/>
              <a:defRPr sz="1100">
                <a:solidFill>
                  <a:schemeClr val="dk1"/>
                </a:solidFill>
              </a:defRPr>
            </a:lvl7pPr>
            <a:lvl8pPr lvl="7" algn="ctr">
              <a:lnSpc>
                <a:spcPct val="100000"/>
              </a:lnSpc>
              <a:spcBef>
                <a:spcPts val="0"/>
              </a:spcBef>
              <a:spcAft>
                <a:spcPts val="0"/>
              </a:spcAft>
              <a:buClr>
                <a:schemeClr val="dk1"/>
              </a:buClr>
              <a:buSzPts val="1100"/>
              <a:buNone/>
              <a:defRPr sz="1100">
                <a:solidFill>
                  <a:schemeClr val="dk1"/>
                </a:solidFill>
              </a:defRPr>
            </a:lvl8pPr>
            <a:lvl9pPr lvl="8" algn="ctr">
              <a:lnSpc>
                <a:spcPct val="100000"/>
              </a:lnSpc>
              <a:spcBef>
                <a:spcPts val="0"/>
              </a:spcBef>
              <a:spcAft>
                <a:spcPts val="0"/>
              </a:spcAft>
              <a:buClr>
                <a:schemeClr val="dk1"/>
              </a:buClr>
              <a:buSzPts val="1100"/>
              <a:buNone/>
              <a:defRPr sz="1100">
                <a:solidFill>
                  <a:schemeClr val="dk1"/>
                </a:solidFill>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124" name="Shape 2124"/>
        <p:cNvGrpSpPr/>
        <p:nvPr/>
      </p:nvGrpSpPr>
      <p:grpSpPr>
        <a:xfrm>
          <a:off x="0" y="0"/>
          <a:ext cx="0" cy="0"/>
          <a:chOff x="0" y="0"/>
          <a:chExt cx="0" cy="0"/>
        </a:xfrm>
      </p:grpSpPr>
      <p:sp>
        <p:nvSpPr>
          <p:cNvPr id="2125" name="Google Shape;2125;p74"/>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2_1_1_2">
    <p:spTree>
      <p:nvGrpSpPr>
        <p:cNvPr id="2126" name="Shape 2126"/>
        <p:cNvGrpSpPr/>
        <p:nvPr/>
      </p:nvGrpSpPr>
      <p:grpSpPr>
        <a:xfrm>
          <a:off x="0" y="0"/>
          <a:ext cx="0" cy="0"/>
          <a:chOff x="0" y="0"/>
          <a:chExt cx="0" cy="0"/>
        </a:xfrm>
      </p:grpSpPr>
      <p:grpSp>
        <p:nvGrpSpPr>
          <p:cNvPr id="2127" name="Google Shape;2127;p75"/>
          <p:cNvGrpSpPr/>
          <p:nvPr/>
        </p:nvGrpSpPr>
        <p:grpSpPr>
          <a:xfrm>
            <a:off x="0" y="0"/>
            <a:ext cx="9144000" cy="5143500"/>
            <a:chOff x="0" y="0"/>
            <a:chExt cx="9144000" cy="5143500"/>
          </a:xfrm>
        </p:grpSpPr>
        <p:sp>
          <p:nvSpPr>
            <p:cNvPr id="2128" name="Google Shape;2128;p75"/>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9" name="Google Shape;2129;p75"/>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30" name="Google Shape;2130;p75"/>
          <p:cNvGrpSpPr/>
          <p:nvPr/>
        </p:nvGrpSpPr>
        <p:grpSpPr>
          <a:xfrm>
            <a:off x="-211800" y="-216925"/>
            <a:ext cx="9518250" cy="5601275"/>
            <a:chOff x="-211800" y="-216925"/>
            <a:chExt cx="9518250" cy="5601275"/>
          </a:xfrm>
        </p:grpSpPr>
        <p:cxnSp>
          <p:nvCxnSpPr>
            <p:cNvPr id="2131" name="Google Shape;2131;p75"/>
            <p:cNvCxnSpPr/>
            <p:nvPr/>
          </p:nvCxnSpPr>
          <p:spPr>
            <a:xfrm>
              <a:off x="7116875" y="-52250"/>
              <a:ext cx="2033400" cy="1636200"/>
            </a:xfrm>
            <a:prstGeom prst="straightConnector1">
              <a:avLst/>
            </a:prstGeom>
            <a:noFill/>
            <a:ln cap="rnd" cmpd="sng" w="9525">
              <a:solidFill>
                <a:schemeClr val="accent4"/>
              </a:solidFill>
              <a:prstDash val="solid"/>
              <a:round/>
              <a:headEnd len="sm" w="sm" type="none"/>
              <a:tailEnd len="sm" w="sm" type="none"/>
            </a:ln>
          </p:spPr>
        </p:cxnSp>
        <p:grpSp>
          <p:nvGrpSpPr>
            <p:cNvPr id="2132" name="Google Shape;2132;p75"/>
            <p:cNvGrpSpPr/>
            <p:nvPr/>
          </p:nvGrpSpPr>
          <p:grpSpPr>
            <a:xfrm>
              <a:off x="263431" y="690170"/>
              <a:ext cx="334182" cy="334182"/>
              <a:chOff x="-83525" y="4333650"/>
              <a:chExt cx="539700" cy="539700"/>
            </a:xfrm>
          </p:grpSpPr>
          <p:sp>
            <p:nvSpPr>
              <p:cNvPr id="2133" name="Google Shape;2133;p7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4" name="Google Shape;2134;p7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135" name="Google Shape;2135;p75"/>
            <p:cNvCxnSpPr/>
            <p:nvPr/>
          </p:nvCxnSpPr>
          <p:spPr>
            <a:xfrm>
              <a:off x="7852875" y="-77200"/>
              <a:ext cx="1291200" cy="3935700"/>
            </a:xfrm>
            <a:prstGeom prst="straightConnector1">
              <a:avLst/>
            </a:prstGeom>
            <a:noFill/>
            <a:ln cap="rnd" cmpd="sng" w="9525">
              <a:solidFill>
                <a:schemeClr val="accent4"/>
              </a:solidFill>
              <a:prstDash val="solid"/>
              <a:round/>
              <a:headEnd len="sm" w="sm" type="none"/>
              <a:tailEnd len="sm" w="sm" type="none"/>
            </a:ln>
          </p:spPr>
        </p:cxnSp>
        <p:cxnSp>
          <p:nvCxnSpPr>
            <p:cNvPr id="2136" name="Google Shape;2136;p75"/>
            <p:cNvCxnSpPr/>
            <p:nvPr/>
          </p:nvCxnSpPr>
          <p:spPr>
            <a:xfrm flipH="1" rot="10800000">
              <a:off x="7921650" y="2826975"/>
              <a:ext cx="1384800" cy="2445000"/>
            </a:xfrm>
            <a:prstGeom prst="straightConnector1">
              <a:avLst/>
            </a:prstGeom>
            <a:noFill/>
            <a:ln cap="rnd" cmpd="sng" w="9525">
              <a:solidFill>
                <a:schemeClr val="accent4"/>
              </a:solidFill>
              <a:prstDash val="solid"/>
              <a:round/>
              <a:headEnd len="sm" w="sm" type="none"/>
              <a:tailEnd len="sm" w="sm" type="none"/>
            </a:ln>
          </p:spPr>
        </p:cxnSp>
        <p:cxnSp>
          <p:nvCxnSpPr>
            <p:cNvPr id="2137" name="Google Shape;2137;p75"/>
            <p:cNvCxnSpPr/>
            <p:nvPr/>
          </p:nvCxnSpPr>
          <p:spPr>
            <a:xfrm flipH="1">
              <a:off x="-211800" y="-216925"/>
              <a:ext cx="1634100" cy="3667500"/>
            </a:xfrm>
            <a:prstGeom prst="straightConnector1">
              <a:avLst/>
            </a:prstGeom>
            <a:noFill/>
            <a:ln cap="rnd" cmpd="sng" w="9525">
              <a:solidFill>
                <a:schemeClr val="accent4"/>
              </a:solidFill>
              <a:prstDash val="solid"/>
              <a:round/>
              <a:headEnd len="sm" w="sm" type="none"/>
              <a:tailEnd len="sm" w="sm" type="none"/>
            </a:ln>
          </p:spPr>
        </p:cxnSp>
        <p:cxnSp>
          <p:nvCxnSpPr>
            <p:cNvPr id="2138" name="Google Shape;2138;p75"/>
            <p:cNvCxnSpPr/>
            <p:nvPr/>
          </p:nvCxnSpPr>
          <p:spPr>
            <a:xfrm>
              <a:off x="-149525" y="1280050"/>
              <a:ext cx="1160100" cy="4104300"/>
            </a:xfrm>
            <a:prstGeom prst="straightConnector1">
              <a:avLst/>
            </a:prstGeom>
            <a:noFill/>
            <a:ln cap="rnd" cmpd="sng" w="9525">
              <a:solidFill>
                <a:schemeClr val="accent4"/>
              </a:solidFill>
              <a:prstDash val="solid"/>
              <a:round/>
              <a:headEnd len="sm" w="sm" type="none"/>
              <a:tailEnd len="sm" w="sm" type="none"/>
            </a:ln>
          </p:spPr>
        </p:cxnSp>
        <p:grpSp>
          <p:nvGrpSpPr>
            <p:cNvPr id="2139" name="Google Shape;2139;p75"/>
            <p:cNvGrpSpPr/>
            <p:nvPr/>
          </p:nvGrpSpPr>
          <p:grpSpPr>
            <a:xfrm>
              <a:off x="7774404" y="406673"/>
              <a:ext cx="718341" cy="718341"/>
              <a:chOff x="30975" y="3360397"/>
              <a:chExt cx="539700" cy="539700"/>
            </a:xfrm>
          </p:grpSpPr>
          <p:sp>
            <p:nvSpPr>
              <p:cNvPr id="2140" name="Google Shape;2140;p7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1" name="Google Shape;2141;p7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42" name="Google Shape;2142;p75"/>
            <p:cNvGrpSpPr/>
            <p:nvPr/>
          </p:nvGrpSpPr>
          <p:grpSpPr>
            <a:xfrm>
              <a:off x="360829" y="3949923"/>
              <a:ext cx="718341" cy="718341"/>
              <a:chOff x="30975" y="3360397"/>
              <a:chExt cx="539700" cy="539700"/>
            </a:xfrm>
          </p:grpSpPr>
          <p:sp>
            <p:nvSpPr>
              <p:cNvPr id="2143" name="Google Shape;2143;p7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4" name="Google Shape;2144;p7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45" name="Google Shape;2145;p75"/>
            <p:cNvGrpSpPr/>
            <p:nvPr/>
          </p:nvGrpSpPr>
          <p:grpSpPr>
            <a:xfrm>
              <a:off x="837256" y="1663220"/>
              <a:ext cx="334182" cy="334182"/>
              <a:chOff x="-83525" y="4333650"/>
              <a:chExt cx="539700" cy="539700"/>
            </a:xfrm>
          </p:grpSpPr>
          <p:sp>
            <p:nvSpPr>
              <p:cNvPr id="2146" name="Google Shape;2146;p7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7" name="Google Shape;2147;p7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48" name="Google Shape;2148;p75"/>
            <p:cNvGrpSpPr/>
            <p:nvPr/>
          </p:nvGrpSpPr>
          <p:grpSpPr>
            <a:xfrm>
              <a:off x="8158556" y="3680320"/>
              <a:ext cx="334182" cy="334182"/>
              <a:chOff x="-83525" y="4333650"/>
              <a:chExt cx="539700" cy="539700"/>
            </a:xfrm>
          </p:grpSpPr>
          <p:sp>
            <p:nvSpPr>
              <p:cNvPr id="2149" name="Google Shape;2149;p7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0" name="Google Shape;2150;p7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51" name="Google Shape;2151;p75"/>
            <p:cNvGrpSpPr/>
            <p:nvPr/>
          </p:nvGrpSpPr>
          <p:grpSpPr>
            <a:xfrm>
              <a:off x="7721931" y="2571745"/>
              <a:ext cx="334182" cy="334182"/>
              <a:chOff x="-83525" y="4333650"/>
              <a:chExt cx="539700" cy="539700"/>
            </a:xfrm>
          </p:grpSpPr>
          <p:sp>
            <p:nvSpPr>
              <p:cNvPr id="2152" name="Google Shape;2152;p7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3" name="Google Shape;2153;p7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2_1_1_1_1">
    <p:spTree>
      <p:nvGrpSpPr>
        <p:cNvPr id="2154" name="Shape 2154"/>
        <p:cNvGrpSpPr/>
        <p:nvPr/>
      </p:nvGrpSpPr>
      <p:grpSpPr>
        <a:xfrm>
          <a:off x="0" y="0"/>
          <a:ext cx="0" cy="0"/>
          <a:chOff x="0" y="0"/>
          <a:chExt cx="0" cy="0"/>
        </a:xfrm>
      </p:grpSpPr>
      <p:grpSp>
        <p:nvGrpSpPr>
          <p:cNvPr id="2155" name="Google Shape;2155;p76"/>
          <p:cNvGrpSpPr/>
          <p:nvPr/>
        </p:nvGrpSpPr>
        <p:grpSpPr>
          <a:xfrm flipH="1" rot="10800000">
            <a:off x="0" y="0"/>
            <a:ext cx="9144000" cy="5143500"/>
            <a:chOff x="0" y="0"/>
            <a:chExt cx="9144000" cy="5143500"/>
          </a:xfrm>
        </p:grpSpPr>
        <p:sp>
          <p:nvSpPr>
            <p:cNvPr id="2156" name="Google Shape;2156;p76"/>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7" name="Google Shape;2157;p76"/>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58" name="Google Shape;2158;p76"/>
          <p:cNvGrpSpPr/>
          <p:nvPr/>
        </p:nvGrpSpPr>
        <p:grpSpPr>
          <a:xfrm>
            <a:off x="-162000" y="-104750"/>
            <a:ext cx="9456100" cy="5526550"/>
            <a:chOff x="-162000" y="-104750"/>
            <a:chExt cx="9456100" cy="5526550"/>
          </a:xfrm>
        </p:grpSpPr>
        <p:cxnSp>
          <p:nvCxnSpPr>
            <p:cNvPr id="2159" name="Google Shape;2159;p76"/>
            <p:cNvCxnSpPr/>
            <p:nvPr/>
          </p:nvCxnSpPr>
          <p:spPr>
            <a:xfrm flipH="1">
              <a:off x="8046450" y="-53850"/>
              <a:ext cx="684900" cy="5275800"/>
            </a:xfrm>
            <a:prstGeom prst="straightConnector1">
              <a:avLst/>
            </a:prstGeom>
            <a:noFill/>
            <a:ln cap="rnd" cmpd="sng" w="9525">
              <a:solidFill>
                <a:schemeClr val="accent4"/>
              </a:solidFill>
              <a:prstDash val="solid"/>
              <a:round/>
              <a:headEnd len="sm" w="sm" type="none"/>
              <a:tailEnd len="sm" w="sm" type="none"/>
            </a:ln>
          </p:spPr>
        </p:cxnSp>
        <p:grpSp>
          <p:nvGrpSpPr>
            <p:cNvPr id="2160" name="Google Shape;2160;p76"/>
            <p:cNvGrpSpPr/>
            <p:nvPr/>
          </p:nvGrpSpPr>
          <p:grpSpPr>
            <a:xfrm>
              <a:off x="786069" y="205832"/>
              <a:ext cx="334182" cy="334182"/>
              <a:chOff x="-83525" y="4333650"/>
              <a:chExt cx="539700" cy="539700"/>
            </a:xfrm>
          </p:grpSpPr>
          <p:sp>
            <p:nvSpPr>
              <p:cNvPr id="2161" name="Google Shape;2161;p7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2" name="Google Shape;2162;p7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163" name="Google Shape;2163;p76"/>
            <p:cNvCxnSpPr/>
            <p:nvPr/>
          </p:nvCxnSpPr>
          <p:spPr>
            <a:xfrm flipH="1" rot="10800000">
              <a:off x="4341400" y="4174325"/>
              <a:ext cx="4952700" cy="1122600"/>
            </a:xfrm>
            <a:prstGeom prst="straightConnector1">
              <a:avLst/>
            </a:prstGeom>
            <a:noFill/>
            <a:ln cap="rnd" cmpd="sng" w="9525">
              <a:solidFill>
                <a:schemeClr val="accent4"/>
              </a:solidFill>
              <a:prstDash val="solid"/>
              <a:round/>
              <a:headEnd len="sm" w="sm" type="none"/>
              <a:tailEnd len="sm" w="sm" type="none"/>
            </a:ln>
          </p:spPr>
        </p:cxnSp>
        <p:cxnSp>
          <p:nvCxnSpPr>
            <p:cNvPr id="2164" name="Google Shape;2164;p76"/>
            <p:cNvCxnSpPr/>
            <p:nvPr/>
          </p:nvCxnSpPr>
          <p:spPr>
            <a:xfrm>
              <a:off x="-162000" y="3226100"/>
              <a:ext cx="1122600" cy="2195700"/>
            </a:xfrm>
            <a:prstGeom prst="straightConnector1">
              <a:avLst/>
            </a:prstGeom>
            <a:noFill/>
            <a:ln cap="rnd" cmpd="sng" w="9525">
              <a:solidFill>
                <a:schemeClr val="accent4"/>
              </a:solidFill>
              <a:prstDash val="solid"/>
              <a:round/>
              <a:headEnd len="sm" w="sm" type="none"/>
              <a:tailEnd len="sm" w="sm" type="none"/>
            </a:ln>
          </p:spPr>
        </p:cxnSp>
        <p:cxnSp>
          <p:nvCxnSpPr>
            <p:cNvPr id="2165" name="Google Shape;2165;p76"/>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2166" name="Google Shape;2166;p76"/>
            <p:cNvCxnSpPr/>
            <p:nvPr/>
          </p:nvCxnSpPr>
          <p:spPr>
            <a:xfrm flipH="1" rot="10800000">
              <a:off x="-124575" y="-104750"/>
              <a:ext cx="3729900" cy="1235100"/>
            </a:xfrm>
            <a:prstGeom prst="straightConnector1">
              <a:avLst/>
            </a:prstGeom>
            <a:noFill/>
            <a:ln cap="rnd" cmpd="sng" w="9525">
              <a:solidFill>
                <a:schemeClr val="accent4"/>
              </a:solidFill>
              <a:prstDash val="solid"/>
              <a:round/>
              <a:headEnd len="sm" w="sm" type="none"/>
              <a:tailEnd len="sm" w="sm" type="none"/>
            </a:ln>
          </p:spPr>
        </p:cxnSp>
        <p:cxnSp>
          <p:nvCxnSpPr>
            <p:cNvPr id="2167" name="Google Shape;2167;p76"/>
            <p:cNvCxnSpPr/>
            <p:nvPr/>
          </p:nvCxnSpPr>
          <p:spPr>
            <a:xfrm>
              <a:off x="8171150" y="-29800"/>
              <a:ext cx="1072800" cy="3742500"/>
            </a:xfrm>
            <a:prstGeom prst="straightConnector1">
              <a:avLst/>
            </a:prstGeom>
            <a:noFill/>
            <a:ln cap="rnd" cmpd="sng" w="9525">
              <a:solidFill>
                <a:schemeClr val="accent4"/>
              </a:solidFill>
              <a:prstDash val="solid"/>
              <a:round/>
              <a:headEnd len="sm" w="sm" type="none"/>
              <a:tailEnd len="sm" w="sm" type="none"/>
            </a:ln>
          </p:spPr>
        </p:cxnSp>
        <p:grpSp>
          <p:nvGrpSpPr>
            <p:cNvPr id="2168" name="Google Shape;2168;p76"/>
            <p:cNvGrpSpPr/>
            <p:nvPr/>
          </p:nvGrpSpPr>
          <p:grpSpPr>
            <a:xfrm>
              <a:off x="7800479" y="4080048"/>
              <a:ext cx="718341" cy="718341"/>
              <a:chOff x="30975" y="3360397"/>
              <a:chExt cx="539700" cy="539700"/>
            </a:xfrm>
          </p:grpSpPr>
          <p:sp>
            <p:nvSpPr>
              <p:cNvPr id="2169" name="Google Shape;2169;p76"/>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0" name="Google Shape;2170;p76"/>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71" name="Google Shape;2171;p76"/>
            <p:cNvGrpSpPr/>
            <p:nvPr/>
          </p:nvGrpSpPr>
          <p:grpSpPr>
            <a:xfrm>
              <a:off x="242254" y="539998"/>
              <a:ext cx="718341" cy="718341"/>
              <a:chOff x="30975" y="3360397"/>
              <a:chExt cx="539700" cy="539700"/>
            </a:xfrm>
          </p:grpSpPr>
          <p:sp>
            <p:nvSpPr>
              <p:cNvPr id="2172" name="Google Shape;2172;p76"/>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3" name="Google Shape;2173;p76"/>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74" name="Google Shape;2174;p76"/>
            <p:cNvGrpSpPr/>
            <p:nvPr/>
          </p:nvGrpSpPr>
          <p:grpSpPr>
            <a:xfrm>
              <a:off x="434331" y="3745882"/>
              <a:ext cx="334182" cy="334182"/>
              <a:chOff x="-83525" y="4333650"/>
              <a:chExt cx="539700" cy="539700"/>
            </a:xfrm>
          </p:grpSpPr>
          <p:sp>
            <p:nvSpPr>
              <p:cNvPr id="2175" name="Google Shape;2175;p7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6" name="Google Shape;2176;p7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77" name="Google Shape;2177;p76"/>
            <p:cNvGrpSpPr/>
            <p:nvPr/>
          </p:nvGrpSpPr>
          <p:grpSpPr>
            <a:xfrm>
              <a:off x="100131" y="4568545"/>
              <a:ext cx="334182" cy="334182"/>
              <a:chOff x="-83525" y="4333650"/>
              <a:chExt cx="539700" cy="539700"/>
            </a:xfrm>
          </p:grpSpPr>
          <p:sp>
            <p:nvSpPr>
              <p:cNvPr id="2178" name="Google Shape;2178;p7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9" name="Google Shape;2179;p7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80" name="Google Shape;2180;p76"/>
            <p:cNvGrpSpPr/>
            <p:nvPr/>
          </p:nvGrpSpPr>
          <p:grpSpPr>
            <a:xfrm>
              <a:off x="7992556" y="924170"/>
              <a:ext cx="334182" cy="334182"/>
              <a:chOff x="-83525" y="4333650"/>
              <a:chExt cx="539700" cy="539700"/>
            </a:xfrm>
          </p:grpSpPr>
          <p:sp>
            <p:nvSpPr>
              <p:cNvPr id="2181" name="Google Shape;2181;p7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2" name="Google Shape;2182;p7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83" name="Google Shape;2183;p76"/>
            <p:cNvGrpSpPr/>
            <p:nvPr/>
          </p:nvGrpSpPr>
          <p:grpSpPr>
            <a:xfrm>
              <a:off x="8809806" y="1398220"/>
              <a:ext cx="334182" cy="334182"/>
              <a:chOff x="-83525" y="4333650"/>
              <a:chExt cx="539700" cy="539700"/>
            </a:xfrm>
          </p:grpSpPr>
          <p:sp>
            <p:nvSpPr>
              <p:cNvPr id="2184" name="Google Shape;2184;p7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5" name="Google Shape;2185;p7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LANK_1_1_1_1_2">
    <p:spTree>
      <p:nvGrpSpPr>
        <p:cNvPr id="2186" name="Shape 2186"/>
        <p:cNvGrpSpPr/>
        <p:nvPr/>
      </p:nvGrpSpPr>
      <p:grpSpPr>
        <a:xfrm>
          <a:off x="0" y="0"/>
          <a:ext cx="0" cy="0"/>
          <a:chOff x="0" y="0"/>
          <a:chExt cx="0" cy="0"/>
        </a:xfrm>
      </p:grpSpPr>
      <p:sp>
        <p:nvSpPr>
          <p:cNvPr id="2187" name="Google Shape;2187;p77"/>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88" name="Google Shape;2188;p77"/>
          <p:cNvGrpSpPr/>
          <p:nvPr/>
        </p:nvGrpSpPr>
        <p:grpSpPr>
          <a:xfrm>
            <a:off x="-12825" y="-83450"/>
            <a:ext cx="9219397" cy="5308025"/>
            <a:chOff x="-12825" y="-83450"/>
            <a:chExt cx="9219397" cy="5308025"/>
          </a:xfrm>
        </p:grpSpPr>
        <p:cxnSp>
          <p:nvCxnSpPr>
            <p:cNvPr id="2189" name="Google Shape;2189;p77"/>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2190" name="Google Shape;2190;p77"/>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2191" name="Google Shape;2191;p77"/>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2192" name="Google Shape;2192;p77"/>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2193" name="Google Shape;2193;p77"/>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2194" name="Google Shape;2194;p77"/>
            <p:cNvGrpSpPr/>
            <p:nvPr/>
          </p:nvGrpSpPr>
          <p:grpSpPr>
            <a:xfrm>
              <a:off x="64804" y="834123"/>
              <a:ext cx="718341" cy="718341"/>
              <a:chOff x="-83525" y="4333650"/>
              <a:chExt cx="539700" cy="539700"/>
            </a:xfrm>
          </p:grpSpPr>
          <p:sp>
            <p:nvSpPr>
              <p:cNvPr id="2195" name="Google Shape;2195;p7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6" name="Google Shape;2196;p7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97" name="Google Shape;2197;p77"/>
            <p:cNvGrpSpPr/>
            <p:nvPr/>
          </p:nvGrpSpPr>
          <p:grpSpPr>
            <a:xfrm>
              <a:off x="8064829" y="180823"/>
              <a:ext cx="718341" cy="718341"/>
              <a:chOff x="-83525" y="4333650"/>
              <a:chExt cx="539700" cy="539700"/>
            </a:xfrm>
          </p:grpSpPr>
          <p:sp>
            <p:nvSpPr>
              <p:cNvPr id="2198" name="Google Shape;2198;p7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9" name="Google Shape;2199;p7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00" name="Google Shape;2200;p77"/>
            <p:cNvGrpSpPr/>
            <p:nvPr/>
          </p:nvGrpSpPr>
          <p:grpSpPr>
            <a:xfrm>
              <a:off x="108716" y="3627495"/>
              <a:ext cx="334182" cy="334182"/>
              <a:chOff x="-83525" y="4333650"/>
              <a:chExt cx="539700" cy="539700"/>
            </a:xfrm>
          </p:grpSpPr>
          <p:sp>
            <p:nvSpPr>
              <p:cNvPr id="2201" name="Google Shape;2201;p7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2" name="Google Shape;2202;p7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03" name="Google Shape;2203;p77"/>
            <p:cNvGrpSpPr/>
            <p:nvPr/>
          </p:nvGrpSpPr>
          <p:grpSpPr>
            <a:xfrm>
              <a:off x="8872390" y="3652444"/>
              <a:ext cx="334182" cy="334182"/>
              <a:chOff x="-83525" y="4333650"/>
              <a:chExt cx="539700" cy="539700"/>
            </a:xfrm>
          </p:grpSpPr>
          <p:sp>
            <p:nvSpPr>
              <p:cNvPr id="2204" name="Google Shape;2204;p7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5" name="Google Shape;2205;p7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06" name="Google Shape;2206;p77"/>
            <p:cNvGrpSpPr/>
            <p:nvPr/>
          </p:nvGrpSpPr>
          <p:grpSpPr>
            <a:xfrm>
              <a:off x="8538215" y="3184619"/>
              <a:ext cx="334182" cy="334182"/>
              <a:chOff x="-83525" y="4333650"/>
              <a:chExt cx="539700" cy="539700"/>
            </a:xfrm>
          </p:grpSpPr>
          <p:sp>
            <p:nvSpPr>
              <p:cNvPr id="2207" name="Google Shape;2207;p7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8" name="Google Shape;2208;p7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09" name="Google Shape;2209;p77"/>
            <p:cNvGrpSpPr/>
            <p:nvPr/>
          </p:nvGrpSpPr>
          <p:grpSpPr>
            <a:xfrm>
              <a:off x="8725315" y="1218294"/>
              <a:ext cx="334182" cy="334182"/>
              <a:chOff x="-83525" y="4333650"/>
              <a:chExt cx="539700" cy="539700"/>
            </a:xfrm>
          </p:grpSpPr>
          <p:sp>
            <p:nvSpPr>
              <p:cNvPr id="2210" name="Google Shape;2210;p7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1" name="Google Shape;2211;p7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12" name="Google Shape;2212;p77"/>
            <p:cNvGrpSpPr/>
            <p:nvPr/>
          </p:nvGrpSpPr>
          <p:grpSpPr>
            <a:xfrm>
              <a:off x="828790" y="126744"/>
              <a:ext cx="334182" cy="334182"/>
              <a:chOff x="-83525" y="4333650"/>
              <a:chExt cx="539700" cy="539700"/>
            </a:xfrm>
          </p:grpSpPr>
          <p:sp>
            <p:nvSpPr>
              <p:cNvPr id="2213" name="Google Shape;2213;p7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4" name="Google Shape;2214;p7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TITLE_AND_TWO_COLUMNS_1_1">
    <p:spTree>
      <p:nvGrpSpPr>
        <p:cNvPr id="2215" name="Shape 2215"/>
        <p:cNvGrpSpPr/>
        <p:nvPr/>
      </p:nvGrpSpPr>
      <p:grpSpPr>
        <a:xfrm>
          <a:off x="0" y="0"/>
          <a:ext cx="0" cy="0"/>
          <a:chOff x="0" y="0"/>
          <a:chExt cx="0" cy="0"/>
        </a:xfrm>
      </p:grpSpPr>
      <p:grpSp>
        <p:nvGrpSpPr>
          <p:cNvPr id="2216" name="Google Shape;2216;p78"/>
          <p:cNvGrpSpPr/>
          <p:nvPr/>
        </p:nvGrpSpPr>
        <p:grpSpPr>
          <a:xfrm>
            <a:off x="0" y="0"/>
            <a:ext cx="9144000" cy="5143500"/>
            <a:chOff x="0" y="0"/>
            <a:chExt cx="9144000" cy="5143500"/>
          </a:xfrm>
        </p:grpSpPr>
        <p:sp>
          <p:nvSpPr>
            <p:cNvPr id="2217" name="Google Shape;2217;p78"/>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8" name="Google Shape;2218;p78"/>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19" name="Google Shape;2219;p78"/>
          <p:cNvGrpSpPr/>
          <p:nvPr/>
        </p:nvGrpSpPr>
        <p:grpSpPr>
          <a:xfrm>
            <a:off x="-57340" y="-86000"/>
            <a:ext cx="9209740" cy="5293875"/>
            <a:chOff x="-57340" y="-86000"/>
            <a:chExt cx="9209740" cy="5293875"/>
          </a:xfrm>
        </p:grpSpPr>
        <p:cxnSp>
          <p:nvCxnSpPr>
            <p:cNvPr id="2220" name="Google Shape;2220;p78"/>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2221" name="Google Shape;2221;p78"/>
            <p:cNvCxnSpPr/>
            <p:nvPr/>
          </p:nvCxnSpPr>
          <p:spPr>
            <a:xfrm>
              <a:off x="2100" y="224950"/>
              <a:ext cx="9150300" cy="168300"/>
            </a:xfrm>
            <a:prstGeom prst="straightConnector1">
              <a:avLst/>
            </a:prstGeom>
            <a:noFill/>
            <a:ln cap="rnd" cmpd="sng" w="9525">
              <a:solidFill>
                <a:schemeClr val="accent4"/>
              </a:solidFill>
              <a:prstDash val="solid"/>
              <a:round/>
              <a:headEnd len="sm" w="sm" type="none"/>
              <a:tailEnd len="sm" w="sm" type="none"/>
            </a:ln>
          </p:spPr>
        </p:cxnSp>
        <p:cxnSp>
          <p:nvCxnSpPr>
            <p:cNvPr id="2222" name="Google Shape;2222;p78"/>
            <p:cNvCxnSpPr/>
            <p:nvPr/>
          </p:nvCxnSpPr>
          <p:spPr>
            <a:xfrm>
              <a:off x="7997725" y="-37700"/>
              <a:ext cx="1153800" cy="3187200"/>
            </a:xfrm>
            <a:prstGeom prst="straightConnector1">
              <a:avLst/>
            </a:prstGeom>
            <a:noFill/>
            <a:ln cap="rnd" cmpd="sng" w="9525">
              <a:solidFill>
                <a:schemeClr val="accent4"/>
              </a:solidFill>
              <a:prstDash val="solid"/>
              <a:round/>
              <a:headEnd len="sm" w="sm" type="none"/>
              <a:tailEnd len="sm" w="sm" type="none"/>
            </a:ln>
          </p:spPr>
        </p:cxnSp>
        <p:cxnSp>
          <p:nvCxnSpPr>
            <p:cNvPr id="2223" name="Google Shape;2223;p78"/>
            <p:cNvCxnSpPr/>
            <p:nvPr/>
          </p:nvCxnSpPr>
          <p:spPr>
            <a:xfrm>
              <a:off x="-11075" y="1777375"/>
              <a:ext cx="1284900" cy="3430500"/>
            </a:xfrm>
            <a:prstGeom prst="straightConnector1">
              <a:avLst/>
            </a:prstGeom>
            <a:noFill/>
            <a:ln cap="rnd" cmpd="sng" w="9525">
              <a:solidFill>
                <a:schemeClr val="accent4"/>
              </a:solidFill>
              <a:prstDash val="solid"/>
              <a:round/>
              <a:headEnd len="sm" w="sm" type="none"/>
              <a:tailEnd len="sm" w="sm" type="none"/>
            </a:ln>
          </p:spPr>
        </p:cxnSp>
        <p:cxnSp>
          <p:nvCxnSpPr>
            <p:cNvPr id="2224" name="Google Shape;2224;p78"/>
            <p:cNvCxnSpPr/>
            <p:nvPr/>
          </p:nvCxnSpPr>
          <p:spPr>
            <a:xfrm>
              <a:off x="-30475" y="4227975"/>
              <a:ext cx="3823500" cy="929400"/>
            </a:xfrm>
            <a:prstGeom prst="straightConnector1">
              <a:avLst/>
            </a:prstGeom>
            <a:noFill/>
            <a:ln cap="rnd" cmpd="sng" w="9525">
              <a:solidFill>
                <a:schemeClr val="accent4"/>
              </a:solidFill>
              <a:prstDash val="solid"/>
              <a:round/>
              <a:headEnd len="sm" w="sm" type="none"/>
              <a:tailEnd len="sm" w="sm" type="none"/>
            </a:ln>
          </p:spPr>
        </p:cxnSp>
        <p:grpSp>
          <p:nvGrpSpPr>
            <p:cNvPr id="2225" name="Google Shape;2225;p78"/>
            <p:cNvGrpSpPr/>
            <p:nvPr/>
          </p:nvGrpSpPr>
          <p:grpSpPr>
            <a:xfrm>
              <a:off x="525404" y="45405"/>
              <a:ext cx="389178" cy="389178"/>
              <a:chOff x="-83525" y="4333650"/>
              <a:chExt cx="539700" cy="539700"/>
            </a:xfrm>
          </p:grpSpPr>
          <p:sp>
            <p:nvSpPr>
              <p:cNvPr id="2226" name="Google Shape;2226;p7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7" name="Google Shape;2227;p7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28" name="Google Shape;2228;p78"/>
            <p:cNvGrpSpPr/>
            <p:nvPr/>
          </p:nvGrpSpPr>
          <p:grpSpPr>
            <a:xfrm>
              <a:off x="7894902" y="126996"/>
              <a:ext cx="482600" cy="482600"/>
              <a:chOff x="-83525" y="4333650"/>
              <a:chExt cx="539700" cy="539700"/>
            </a:xfrm>
          </p:grpSpPr>
          <p:sp>
            <p:nvSpPr>
              <p:cNvPr id="2229" name="Google Shape;2229;p7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0" name="Google Shape;2230;p7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31" name="Google Shape;2231;p78"/>
            <p:cNvGrpSpPr/>
            <p:nvPr/>
          </p:nvGrpSpPr>
          <p:grpSpPr>
            <a:xfrm>
              <a:off x="8668547" y="2101237"/>
              <a:ext cx="344976" cy="344976"/>
              <a:chOff x="-83525" y="4333650"/>
              <a:chExt cx="539700" cy="539700"/>
            </a:xfrm>
          </p:grpSpPr>
          <p:sp>
            <p:nvSpPr>
              <p:cNvPr id="2232" name="Google Shape;2232;p7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3" name="Google Shape;2233;p7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34" name="Google Shape;2234;p78"/>
            <p:cNvGrpSpPr/>
            <p:nvPr/>
          </p:nvGrpSpPr>
          <p:grpSpPr>
            <a:xfrm>
              <a:off x="758689" y="4234209"/>
              <a:ext cx="482600" cy="482600"/>
              <a:chOff x="-83525" y="4333650"/>
              <a:chExt cx="539700" cy="539700"/>
            </a:xfrm>
          </p:grpSpPr>
          <p:sp>
            <p:nvSpPr>
              <p:cNvPr id="2235" name="Google Shape;2235;p7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6" name="Google Shape;2236;p7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37" name="Google Shape;2237;p78"/>
            <p:cNvGrpSpPr/>
            <p:nvPr/>
          </p:nvGrpSpPr>
          <p:grpSpPr>
            <a:xfrm>
              <a:off x="-57340" y="1926600"/>
              <a:ext cx="344976" cy="344976"/>
              <a:chOff x="-83525" y="4333650"/>
              <a:chExt cx="539700" cy="539700"/>
            </a:xfrm>
          </p:grpSpPr>
          <p:sp>
            <p:nvSpPr>
              <p:cNvPr id="2238" name="Google Shape;2238;p7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9" name="Google Shape;2239;p7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TITLE_1">
    <p:spTree>
      <p:nvGrpSpPr>
        <p:cNvPr id="2240" name="Shape 2240"/>
        <p:cNvGrpSpPr/>
        <p:nvPr/>
      </p:nvGrpSpPr>
      <p:grpSpPr>
        <a:xfrm>
          <a:off x="0" y="0"/>
          <a:ext cx="0" cy="0"/>
          <a:chOff x="0" y="0"/>
          <a:chExt cx="0" cy="0"/>
        </a:xfrm>
      </p:grpSpPr>
      <p:sp>
        <p:nvSpPr>
          <p:cNvPr id="2241" name="Google Shape;2241;p79"/>
          <p:cNvSpPr/>
          <p:nvPr/>
        </p:nvSpPr>
        <p:spPr>
          <a:xfrm>
            <a:off x="1752600" y="1491853"/>
            <a:ext cx="6923100" cy="2862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1680"/>
              <a:buFont typeface="Noto Sans Symbols"/>
              <a:buNone/>
            </a:pPr>
            <a:r>
              <a:t/>
            </a:r>
            <a:endParaRPr b="0" i="0" sz="2400" u="none" cap="none" strike="noStrike">
              <a:solidFill>
                <a:schemeClr val="dk1"/>
              </a:solidFill>
              <a:latin typeface="Arial"/>
              <a:ea typeface="Arial"/>
              <a:cs typeface="Arial"/>
              <a:sym typeface="Arial"/>
            </a:endParaRPr>
          </a:p>
        </p:txBody>
      </p:sp>
      <p:sp>
        <p:nvSpPr>
          <p:cNvPr id="2242" name="Google Shape;2242;p79"/>
          <p:cNvSpPr/>
          <p:nvPr/>
        </p:nvSpPr>
        <p:spPr>
          <a:xfrm>
            <a:off x="2484438" y="303610"/>
            <a:ext cx="6624600" cy="1133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it-IT" sz="4000" u="none" cap="none" strike="noStrike">
                <a:solidFill>
                  <a:schemeClr val="dk2"/>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43" name="Google Shape;2243;p79"/>
          <p:cNvSpPr txBox="1"/>
          <p:nvPr/>
        </p:nvSpPr>
        <p:spPr>
          <a:xfrm>
            <a:off x="2339975" y="1600200"/>
            <a:ext cx="5976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44" name="Google Shape;2244;p79"/>
          <p:cNvSpPr txBox="1"/>
          <p:nvPr>
            <p:ph idx="10" type="dt"/>
          </p:nvPr>
        </p:nvSpPr>
        <p:spPr>
          <a:xfrm>
            <a:off x="457200" y="4683919"/>
            <a:ext cx="2133600" cy="3573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2245" name="Google Shape;2245;p79"/>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0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46" name="Google Shape;2246;p79"/>
          <p:cNvSpPr txBox="1"/>
          <p:nvPr>
            <p:ph idx="12" type="sldNum"/>
          </p:nvPr>
        </p:nvSpPr>
        <p:spPr>
          <a:xfrm>
            <a:off x="6553200" y="4683919"/>
            <a:ext cx="2133600" cy="357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247" name="Shape 2247"/>
        <p:cNvGrpSpPr/>
        <p:nvPr/>
      </p:nvGrpSpPr>
      <p:grpSpPr>
        <a:xfrm>
          <a:off x="0" y="0"/>
          <a:ext cx="0" cy="0"/>
          <a:chOff x="0" y="0"/>
          <a:chExt cx="0" cy="0"/>
        </a:xfrm>
      </p:grpSpPr>
      <p:sp>
        <p:nvSpPr>
          <p:cNvPr id="2248" name="Google Shape;2248;p8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2249" name="Google Shape;2249;p80"/>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50" name="Google Shape;2250;p80"/>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51" name="Google Shape;2251;p80"/>
          <p:cNvSpPr txBox="1"/>
          <p:nvPr>
            <p:ph idx="12" type="sldNum"/>
          </p:nvPr>
        </p:nvSpPr>
        <p:spPr>
          <a:xfrm>
            <a:off x="0" y="4786313"/>
            <a:ext cx="2133600" cy="3573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it-IT"/>
              <a:t>página </a:t>
            </a:r>
            <a:fld id="{00000000-1234-1234-1234-123412341234}" type="slidenum">
              <a:rPr lang="it-IT"/>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252" name="Shape 2252"/>
        <p:cNvGrpSpPr/>
        <p:nvPr/>
      </p:nvGrpSpPr>
      <p:grpSpPr>
        <a:xfrm>
          <a:off x="0" y="0"/>
          <a:ext cx="0" cy="0"/>
          <a:chOff x="0" y="0"/>
          <a:chExt cx="0" cy="0"/>
        </a:xfrm>
      </p:grpSpPr>
      <p:sp>
        <p:nvSpPr>
          <p:cNvPr id="2253" name="Google Shape;2253;p81"/>
          <p:cNvSpPr txBox="1"/>
          <p:nvPr>
            <p:ph type="title"/>
          </p:nvPr>
        </p:nvSpPr>
        <p:spPr>
          <a:xfrm>
            <a:off x="406400" y="171450"/>
            <a:ext cx="77724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2254" name="Google Shape;2254;p81"/>
          <p:cNvSpPr txBox="1"/>
          <p:nvPr>
            <p:ph idx="1" type="body"/>
          </p:nvPr>
        </p:nvSpPr>
        <p:spPr>
          <a:xfrm>
            <a:off x="468313" y="1383506"/>
            <a:ext cx="4013100" cy="3129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55" name="Google Shape;2255;p81"/>
          <p:cNvSpPr txBox="1"/>
          <p:nvPr>
            <p:ph idx="2" type="body"/>
          </p:nvPr>
        </p:nvSpPr>
        <p:spPr>
          <a:xfrm>
            <a:off x="4633913" y="1383506"/>
            <a:ext cx="4013100" cy="3129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56" name="Google Shape;2256;p81"/>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57" name="Google Shape;2257;p81"/>
          <p:cNvSpPr txBox="1"/>
          <p:nvPr>
            <p:ph idx="12" type="sldNum"/>
          </p:nvPr>
        </p:nvSpPr>
        <p:spPr>
          <a:xfrm>
            <a:off x="6731000" y="4672013"/>
            <a:ext cx="1905000" cy="342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61" name="Shape 2261"/>
        <p:cNvGrpSpPr/>
        <p:nvPr/>
      </p:nvGrpSpPr>
      <p:grpSpPr>
        <a:xfrm>
          <a:off x="0" y="0"/>
          <a:ext cx="0" cy="0"/>
          <a:chOff x="0" y="0"/>
          <a:chExt cx="0" cy="0"/>
        </a:xfrm>
      </p:grpSpPr>
      <p:grpSp>
        <p:nvGrpSpPr>
          <p:cNvPr id="2262" name="Google Shape;2262;p83"/>
          <p:cNvGrpSpPr/>
          <p:nvPr/>
        </p:nvGrpSpPr>
        <p:grpSpPr>
          <a:xfrm>
            <a:off x="0" y="0"/>
            <a:ext cx="9144000" cy="5143500"/>
            <a:chOff x="0" y="0"/>
            <a:chExt cx="9144000" cy="5143500"/>
          </a:xfrm>
        </p:grpSpPr>
        <p:sp>
          <p:nvSpPr>
            <p:cNvPr id="2263" name="Google Shape;2263;p83"/>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4" name="Google Shape;2264;p83"/>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65" name="Google Shape;2265;p83"/>
          <p:cNvGrpSpPr/>
          <p:nvPr/>
        </p:nvGrpSpPr>
        <p:grpSpPr>
          <a:xfrm>
            <a:off x="-83525" y="-233775"/>
            <a:ext cx="9339050" cy="5417100"/>
            <a:chOff x="-83525" y="-233775"/>
            <a:chExt cx="9339050" cy="5417100"/>
          </a:xfrm>
        </p:grpSpPr>
        <p:cxnSp>
          <p:nvCxnSpPr>
            <p:cNvPr id="2266" name="Google Shape;2266;p83"/>
            <p:cNvCxnSpPr/>
            <p:nvPr/>
          </p:nvCxnSpPr>
          <p:spPr>
            <a:xfrm flipH="1" rot="10800000">
              <a:off x="-83525" y="4026525"/>
              <a:ext cx="4902900" cy="610500"/>
            </a:xfrm>
            <a:prstGeom prst="straightConnector1">
              <a:avLst/>
            </a:prstGeom>
            <a:noFill/>
            <a:ln cap="rnd" cmpd="sng" w="9525">
              <a:solidFill>
                <a:schemeClr val="accent4"/>
              </a:solidFill>
              <a:prstDash val="solid"/>
              <a:round/>
              <a:headEnd len="sm" w="sm" type="none"/>
              <a:tailEnd len="sm" w="sm" type="none"/>
            </a:ln>
          </p:spPr>
        </p:cxnSp>
        <p:cxnSp>
          <p:nvCxnSpPr>
            <p:cNvPr id="2267" name="Google Shape;2267;p83"/>
            <p:cNvCxnSpPr/>
            <p:nvPr/>
          </p:nvCxnSpPr>
          <p:spPr>
            <a:xfrm>
              <a:off x="3297225" y="4026550"/>
              <a:ext cx="1927800" cy="1105200"/>
            </a:xfrm>
            <a:prstGeom prst="straightConnector1">
              <a:avLst/>
            </a:prstGeom>
            <a:noFill/>
            <a:ln cap="rnd" cmpd="sng" w="9525">
              <a:solidFill>
                <a:schemeClr val="accent4"/>
              </a:solidFill>
              <a:prstDash val="solid"/>
              <a:round/>
              <a:headEnd len="sm" w="sm" type="none"/>
              <a:tailEnd len="sm" w="sm" type="none"/>
            </a:ln>
          </p:spPr>
        </p:cxnSp>
        <p:cxnSp>
          <p:nvCxnSpPr>
            <p:cNvPr id="2268" name="Google Shape;2268;p83"/>
            <p:cNvCxnSpPr/>
            <p:nvPr/>
          </p:nvCxnSpPr>
          <p:spPr>
            <a:xfrm>
              <a:off x="6053925" y="3975"/>
              <a:ext cx="2345400" cy="1240200"/>
            </a:xfrm>
            <a:prstGeom prst="straightConnector1">
              <a:avLst/>
            </a:prstGeom>
            <a:noFill/>
            <a:ln cap="rnd" cmpd="sng" w="9525">
              <a:solidFill>
                <a:schemeClr val="accent4"/>
              </a:solidFill>
              <a:prstDash val="solid"/>
              <a:round/>
              <a:headEnd len="sm" w="sm" type="none"/>
              <a:tailEnd len="sm" w="sm" type="none"/>
            </a:ln>
          </p:spPr>
        </p:cxnSp>
        <p:cxnSp>
          <p:nvCxnSpPr>
            <p:cNvPr id="2269" name="Google Shape;2269;p83"/>
            <p:cNvCxnSpPr/>
            <p:nvPr/>
          </p:nvCxnSpPr>
          <p:spPr>
            <a:xfrm>
              <a:off x="4338225" y="-28150"/>
              <a:ext cx="4917300" cy="931800"/>
            </a:xfrm>
            <a:prstGeom prst="straightConnector1">
              <a:avLst/>
            </a:prstGeom>
            <a:noFill/>
            <a:ln cap="rnd" cmpd="sng" w="9525">
              <a:solidFill>
                <a:schemeClr val="accent4"/>
              </a:solidFill>
              <a:prstDash val="solid"/>
              <a:round/>
              <a:headEnd len="sm" w="sm" type="none"/>
              <a:tailEnd len="sm" w="sm" type="none"/>
            </a:ln>
          </p:spPr>
        </p:cxnSp>
        <p:cxnSp>
          <p:nvCxnSpPr>
            <p:cNvPr id="2270" name="Google Shape;2270;p83"/>
            <p:cNvCxnSpPr/>
            <p:nvPr/>
          </p:nvCxnSpPr>
          <p:spPr>
            <a:xfrm flipH="1">
              <a:off x="173650" y="-233775"/>
              <a:ext cx="173400" cy="5417100"/>
            </a:xfrm>
            <a:prstGeom prst="straightConnector1">
              <a:avLst/>
            </a:prstGeom>
            <a:noFill/>
            <a:ln cap="rnd" cmpd="sng" w="9525">
              <a:solidFill>
                <a:schemeClr val="accent4"/>
              </a:solidFill>
              <a:prstDash val="solid"/>
              <a:round/>
              <a:headEnd len="sm" w="sm" type="none"/>
              <a:tailEnd len="sm" w="sm" type="none"/>
            </a:ln>
          </p:spPr>
        </p:cxnSp>
        <p:grpSp>
          <p:nvGrpSpPr>
            <p:cNvPr id="2271" name="Google Shape;2271;p83"/>
            <p:cNvGrpSpPr/>
            <p:nvPr/>
          </p:nvGrpSpPr>
          <p:grpSpPr>
            <a:xfrm>
              <a:off x="-83525" y="4333650"/>
              <a:ext cx="539700" cy="539700"/>
              <a:chOff x="-83525" y="4333650"/>
              <a:chExt cx="539700" cy="539700"/>
            </a:xfrm>
          </p:grpSpPr>
          <p:sp>
            <p:nvSpPr>
              <p:cNvPr id="2272" name="Google Shape;2272;p8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3" name="Google Shape;2273;p8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74" name="Google Shape;2274;p83"/>
            <p:cNvGrpSpPr/>
            <p:nvPr/>
          </p:nvGrpSpPr>
          <p:grpSpPr>
            <a:xfrm>
              <a:off x="3297225" y="3935250"/>
              <a:ext cx="539700" cy="539700"/>
              <a:chOff x="-83525" y="4333650"/>
              <a:chExt cx="539700" cy="539700"/>
            </a:xfrm>
          </p:grpSpPr>
          <p:sp>
            <p:nvSpPr>
              <p:cNvPr id="2275" name="Google Shape;2275;p8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6" name="Google Shape;2276;p8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77" name="Google Shape;2277;p83"/>
            <p:cNvGrpSpPr/>
            <p:nvPr/>
          </p:nvGrpSpPr>
          <p:grpSpPr>
            <a:xfrm>
              <a:off x="6542926" y="112423"/>
              <a:ext cx="718341" cy="718341"/>
              <a:chOff x="-83525" y="4333650"/>
              <a:chExt cx="539700" cy="539700"/>
            </a:xfrm>
          </p:grpSpPr>
          <p:sp>
            <p:nvSpPr>
              <p:cNvPr id="2278" name="Google Shape;2278;p8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9" name="Google Shape;2279;p8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0" name="Google Shape;2280;p83"/>
            <p:cNvGrpSpPr/>
            <p:nvPr/>
          </p:nvGrpSpPr>
          <p:grpSpPr>
            <a:xfrm>
              <a:off x="7165201" y="112425"/>
              <a:ext cx="265640" cy="265640"/>
              <a:chOff x="-83525" y="4333650"/>
              <a:chExt cx="539700" cy="539700"/>
            </a:xfrm>
          </p:grpSpPr>
          <p:sp>
            <p:nvSpPr>
              <p:cNvPr id="2281" name="Google Shape;2281;p8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2" name="Google Shape;2282;p8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3" name="Google Shape;2283;p83"/>
            <p:cNvGrpSpPr/>
            <p:nvPr/>
          </p:nvGrpSpPr>
          <p:grpSpPr>
            <a:xfrm>
              <a:off x="7814201" y="1436150"/>
              <a:ext cx="265640" cy="265640"/>
              <a:chOff x="-83525" y="4333650"/>
              <a:chExt cx="539700" cy="539700"/>
            </a:xfrm>
          </p:grpSpPr>
          <p:sp>
            <p:nvSpPr>
              <p:cNvPr id="2284" name="Google Shape;2284;p8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5" name="Google Shape;2285;p8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6" name="Google Shape;2286;p83"/>
            <p:cNvGrpSpPr/>
            <p:nvPr/>
          </p:nvGrpSpPr>
          <p:grpSpPr>
            <a:xfrm>
              <a:off x="2718476" y="4603500"/>
              <a:ext cx="265640" cy="265640"/>
              <a:chOff x="-83525" y="4333650"/>
              <a:chExt cx="539700" cy="539700"/>
            </a:xfrm>
          </p:grpSpPr>
          <p:sp>
            <p:nvSpPr>
              <p:cNvPr id="2287" name="Google Shape;2287;p8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8" name="Google Shape;2288;p8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9" name="Google Shape;2289;p83"/>
            <p:cNvGrpSpPr/>
            <p:nvPr/>
          </p:nvGrpSpPr>
          <p:grpSpPr>
            <a:xfrm>
              <a:off x="546526" y="112425"/>
              <a:ext cx="265640" cy="265640"/>
              <a:chOff x="-83525" y="4333650"/>
              <a:chExt cx="539700" cy="539700"/>
            </a:xfrm>
          </p:grpSpPr>
          <p:sp>
            <p:nvSpPr>
              <p:cNvPr id="2290" name="Google Shape;2290;p8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1" name="Google Shape;2291;p8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92" name="Google Shape;2292;p83"/>
            <p:cNvGrpSpPr/>
            <p:nvPr/>
          </p:nvGrpSpPr>
          <p:grpSpPr>
            <a:xfrm>
              <a:off x="308751" y="767850"/>
              <a:ext cx="265640" cy="265640"/>
              <a:chOff x="-83525" y="4333650"/>
              <a:chExt cx="539700" cy="539700"/>
            </a:xfrm>
          </p:grpSpPr>
          <p:sp>
            <p:nvSpPr>
              <p:cNvPr id="2293" name="Google Shape;2293;p8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4" name="Google Shape;2294;p8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295" name="Google Shape;2295;p83"/>
          <p:cNvSpPr txBox="1"/>
          <p:nvPr>
            <p:ph idx="1" type="subTitle"/>
          </p:nvPr>
        </p:nvSpPr>
        <p:spPr>
          <a:xfrm rot="-615">
            <a:off x="719961" y="2993858"/>
            <a:ext cx="3354000" cy="426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296" name="Google Shape;2296;p83"/>
          <p:cNvSpPr txBox="1"/>
          <p:nvPr>
            <p:ph type="ctrTitle"/>
          </p:nvPr>
        </p:nvSpPr>
        <p:spPr>
          <a:xfrm>
            <a:off x="720000" y="540000"/>
            <a:ext cx="6378600" cy="255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6000"/>
              <a:buNone/>
              <a:defRPr sz="52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97" name="Shape 2297"/>
        <p:cNvGrpSpPr/>
        <p:nvPr/>
      </p:nvGrpSpPr>
      <p:grpSpPr>
        <a:xfrm>
          <a:off x="0" y="0"/>
          <a:ext cx="0" cy="0"/>
          <a:chOff x="0" y="0"/>
          <a:chExt cx="0" cy="0"/>
        </a:xfrm>
      </p:grpSpPr>
      <p:grpSp>
        <p:nvGrpSpPr>
          <p:cNvPr id="2298" name="Google Shape;2298;p84"/>
          <p:cNvGrpSpPr/>
          <p:nvPr/>
        </p:nvGrpSpPr>
        <p:grpSpPr>
          <a:xfrm>
            <a:off x="0" y="0"/>
            <a:ext cx="9144000" cy="5143500"/>
            <a:chOff x="0" y="0"/>
            <a:chExt cx="9144000" cy="5143500"/>
          </a:xfrm>
        </p:grpSpPr>
        <p:sp>
          <p:nvSpPr>
            <p:cNvPr id="2299" name="Google Shape;2299;p84"/>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0" name="Google Shape;2300;p84"/>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01" name="Google Shape;2301;p84"/>
          <p:cNvGrpSpPr/>
          <p:nvPr/>
        </p:nvGrpSpPr>
        <p:grpSpPr>
          <a:xfrm>
            <a:off x="-38625" y="-124550"/>
            <a:ext cx="9277700" cy="5339850"/>
            <a:chOff x="-38625" y="-124550"/>
            <a:chExt cx="9277700" cy="5339850"/>
          </a:xfrm>
        </p:grpSpPr>
        <p:cxnSp>
          <p:nvCxnSpPr>
            <p:cNvPr id="2302" name="Google Shape;2302;p84"/>
            <p:cNvCxnSpPr/>
            <p:nvPr/>
          </p:nvCxnSpPr>
          <p:spPr>
            <a:xfrm>
              <a:off x="7441175" y="-66725"/>
              <a:ext cx="1733700" cy="2596200"/>
            </a:xfrm>
            <a:prstGeom prst="straightConnector1">
              <a:avLst/>
            </a:prstGeom>
            <a:noFill/>
            <a:ln cap="rnd" cmpd="sng" w="9525">
              <a:solidFill>
                <a:schemeClr val="accent4"/>
              </a:solidFill>
              <a:prstDash val="solid"/>
              <a:round/>
              <a:headEnd len="sm" w="sm" type="none"/>
              <a:tailEnd len="sm" w="sm" type="none"/>
            </a:ln>
          </p:spPr>
        </p:cxnSp>
        <p:cxnSp>
          <p:nvCxnSpPr>
            <p:cNvPr id="2303" name="Google Shape;2303;p84"/>
            <p:cNvCxnSpPr/>
            <p:nvPr/>
          </p:nvCxnSpPr>
          <p:spPr>
            <a:xfrm flipH="1">
              <a:off x="2350325" y="4547050"/>
              <a:ext cx="6824400" cy="610500"/>
            </a:xfrm>
            <a:prstGeom prst="straightConnector1">
              <a:avLst/>
            </a:prstGeom>
            <a:noFill/>
            <a:ln cap="rnd" cmpd="sng" w="9525">
              <a:solidFill>
                <a:schemeClr val="accent4"/>
              </a:solidFill>
              <a:prstDash val="solid"/>
              <a:round/>
              <a:headEnd len="sm" w="sm" type="none"/>
              <a:tailEnd len="sm" w="sm" type="none"/>
            </a:ln>
          </p:spPr>
        </p:cxnSp>
        <p:cxnSp>
          <p:nvCxnSpPr>
            <p:cNvPr id="2304" name="Google Shape;2304;p84"/>
            <p:cNvCxnSpPr/>
            <p:nvPr/>
          </p:nvCxnSpPr>
          <p:spPr>
            <a:xfrm>
              <a:off x="6533700" y="4694850"/>
              <a:ext cx="2255400" cy="462600"/>
            </a:xfrm>
            <a:prstGeom prst="straightConnector1">
              <a:avLst/>
            </a:prstGeom>
            <a:noFill/>
            <a:ln cap="rnd" cmpd="sng" w="9525">
              <a:solidFill>
                <a:schemeClr val="accent4"/>
              </a:solidFill>
              <a:prstDash val="solid"/>
              <a:round/>
              <a:headEnd len="sm" w="sm" type="none"/>
              <a:tailEnd len="sm" w="sm" type="none"/>
            </a:ln>
          </p:spPr>
        </p:cxnSp>
        <p:cxnSp>
          <p:nvCxnSpPr>
            <p:cNvPr id="2305" name="Google Shape;2305;p84"/>
            <p:cNvCxnSpPr/>
            <p:nvPr/>
          </p:nvCxnSpPr>
          <p:spPr>
            <a:xfrm flipH="1">
              <a:off x="8911300" y="-73150"/>
              <a:ext cx="32100" cy="1516500"/>
            </a:xfrm>
            <a:prstGeom prst="straightConnector1">
              <a:avLst/>
            </a:prstGeom>
            <a:noFill/>
            <a:ln cap="rnd" cmpd="sng" w="9525">
              <a:solidFill>
                <a:schemeClr val="accent4"/>
              </a:solidFill>
              <a:prstDash val="solid"/>
              <a:round/>
              <a:headEnd len="sm" w="sm" type="none"/>
              <a:tailEnd len="sm" w="sm" type="none"/>
            </a:ln>
          </p:spPr>
        </p:cxnSp>
        <p:cxnSp>
          <p:nvCxnSpPr>
            <p:cNvPr id="2306" name="Google Shape;2306;p84"/>
            <p:cNvCxnSpPr/>
            <p:nvPr/>
          </p:nvCxnSpPr>
          <p:spPr>
            <a:xfrm>
              <a:off x="7420475" y="241725"/>
              <a:ext cx="1818600" cy="533400"/>
            </a:xfrm>
            <a:prstGeom prst="straightConnector1">
              <a:avLst/>
            </a:prstGeom>
            <a:noFill/>
            <a:ln cap="rnd" cmpd="sng" w="9525">
              <a:solidFill>
                <a:schemeClr val="accent4"/>
              </a:solidFill>
              <a:prstDash val="solid"/>
              <a:round/>
              <a:headEnd len="sm" w="sm" type="none"/>
              <a:tailEnd len="sm" w="sm" type="none"/>
            </a:ln>
          </p:spPr>
        </p:cxnSp>
        <p:cxnSp>
          <p:nvCxnSpPr>
            <p:cNvPr id="2307" name="Google Shape;2307;p84"/>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2308" name="Google Shape;2308;p84"/>
            <p:cNvCxnSpPr/>
            <p:nvPr/>
          </p:nvCxnSpPr>
          <p:spPr>
            <a:xfrm>
              <a:off x="337800" y="-124550"/>
              <a:ext cx="289200" cy="5288400"/>
            </a:xfrm>
            <a:prstGeom prst="straightConnector1">
              <a:avLst/>
            </a:prstGeom>
            <a:noFill/>
            <a:ln cap="rnd" cmpd="sng" w="9525">
              <a:solidFill>
                <a:schemeClr val="accent4"/>
              </a:solidFill>
              <a:prstDash val="solid"/>
              <a:round/>
              <a:headEnd len="sm" w="sm" type="none"/>
              <a:tailEnd len="sm" w="sm" type="none"/>
            </a:ln>
          </p:spPr>
        </p:cxnSp>
        <p:cxnSp>
          <p:nvCxnSpPr>
            <p:cNvPr id="2309" name="Google Shape;2309;p84"/>
            <p:cNvCxnSpPr/>
            <p:nvPr/>
          </p:nvCxnSpPr>
          <p:spPr>
            <a:xfrm>
              <a:off x="-28475" y="4707700"/>
              <a:ext cx="1767000" cy="507600"/>
            </a:xfrm>
            <a:prstGeom prst="straightConnector1">
              <a:avLst/>
            </a:prstGeom>
            <a:noFill/>
            <a:ln cap="rnd" cmpd="sng" w="9525">
              <a:solidFill>
                <a:schemeClr val="accent4"/>
              </a:solidFill>
              <a:prstDash val="solid"/>
              <a:round/>
              <a:headEnd len="sm" w="sm" type="none"/>
              <a:tailEnd len="sm" w="sm" type="none"/>
            </a:ln>
          </p:spPr>
        </p:cxnSp>
        <p:grpSp>
          <p:nvGrpSpPr>
            <p:cNvPr id="2310" name="Google Shape;2310;p84"/>
            <p:cNvGrpSpPr/>
            <p:nvPr/>
          </p:nvGrpSpPr>
          <p:grpSpPr>
            <a:xfrm>
              <a:off x="8673562" y="431299"/>
              <a:ext cx="507588" cy="507588"/>
              <a:chOff x="-83525" y="4333650"/>
              <a:chExt cx="539700" cy="539700"/>
            </a:xfrm>
          </p:grpSpPr>
          <p:sp>
            <p:nvSpPr>
              <p:cNvPr id="2311" name="Google Shape;2311;p8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2" name="Google Shape;2312;p8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13" name="Google Shape;2313;p84"/>
            <p:cNvGrpSpPr/>
            <p:nvPr/>
          </p:nvGrpSpPr>
          <p:grpSpPr>
            <a:xfrm>
              <a:off x="7364046" y="-29919"/>
              <a:ext cx="723360" cy="723360"/>
              <a:chOff x="-83525" y="4333650"/>
              <a:chExt cx="539700" cy="539700"/>
            </a:xfrm>
          </p:grpSpPr>
          <p:sp>
            <p:nvSpPr>
              <p:cNvPr id="2314" name="Google Shape;2314;p8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5" name="Google Shape;2315;p8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16" name="Google Shape;2316;p84"/>
            <p:cNvGrpSpPr/>
            <p:nvPr/>
          </p:nvGrpSpPr>
          <p:grpSpPr>
            <a:xfrm>
              <a:off x="244196" y="4490619"/>
              <a:ext cx="723360" cy="723360"/>
              <a:chOff x="-83525" y="4333650"/>
              <a:chExt cx="539700" cy="539700"/>
            </a:xfrm>
          </p:grpSpPr>
          <p:sp>
            <p:nvSpPr>
              <p:cNvPr id="2317" name="Google Shape;2317;p84"/>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8" name="Google Shape;2318;p8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19" name="Google Shape;2319;p84"/>
            <p:cNvGrpSpPr/>
            <p:nvPr/>
          </p:nvGrpSpPr>
          <p:grpSpPr>
            <a:xfrm>
              <a:off x="206291" y="1036780"/>
              <a:ext cx="389178" cy="389178"/>
              <a:chOff x="-83525" y="4333650"/>
              <a:chExt cx="539700" cy="539700"/>
            </a:xfrm>
          </p:grpSpPr>
          <p:sp>
            <p:nvSpPr>
              <p:cNvPr id="2320" name="Google Shape;2320;p84"/>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1" name="Google Shape;2321;p8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22" name="Google Shape;2322;p84"/>
            <p:cNvGrpSpPr/>
            <p:nvPr/>
          </p:nvGrpSpPr>
          <p:grpSpPr>
            <a:xfrm>
              <a:off x="1009541" y="107780"/>
              <a:ext cx="389178" cy="389178"/>
              <a:chOff x="-83525" y="4333650"/>
              <a:chExt cx="539700" cy="539700"/>
            </a:xfrm>
          </p:grpSpPr>
          <p:sp>
            <p:nvSpPr>
              <p:cNvPr id="2323" name="Google Shape;2323;p84"/>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4" name="Google Shape;2324;p8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25" name="Google Shape;2325;p84"/>
            <p:cNvGrpSpPr/>
            <p:nvPr/>
          </p:nvGrpSpPr>
          <p:grpSpPr>
            <a:xfrm>
              <a:off x="6501546" y="4420131"/>
              <a:ext cx="723360" cy="723360"/>
              <a:chOff x="-83525" y="4333650"/>
              <a:chExt cx="539700" cy="539700"/>
            </a:xfrm>
          </p:grpSpPr>
          <p:sp>
            <p:nvSpPr>
              <p:cNvPr id="2326" name="Google Shape;2326;p8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7" name="Google Shape;2327;p8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328" name="Google Shape;2328;p84"/>
          <p:cNvSpPr txBox="1"/>
          <p:nvPr>
            <p:ph type="title"/>
          </p:nvPr>
        </p:nvSpPr>
        <p:spPr>
          <a:xfrm>
            <a:off x="720000" y="3257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2329" name="Google Shape;2329;p84"/>
          <p:cNvSpPr txBox="1"/>
          <p:nvPr>
            <p:ph idx="1" type="body"/>
          </p:nvPr>
        </p:nvSpPr>
        <p:spPr>
          <a:xfrm>
            <a:off x="720000" y="1217550"/>
            <a:ext cx="7704000" cy="36996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chemeClr val="accent2"/>
              </a:buClr>
              <a:buSzPts val="1400"/>
              <a:buChar char="●"/>
              <a:defRPr sz="105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330" name="Shape 2330"/>
        <p:cNvGrpSpPr/>
        <p:nvPr/>
      </p:nvGrpSpPr>
      <p:grpSpPr>
        <a:xfrm>
          <a:off x="0" y="0"/>
          <a:ext cx="0" cy="0"/>
          <a:chOff x="0" y="0"/>
          <a:chExt cx="0" cy="0"/>
        </a:xfrm>
      </p:grpSpPr>
      <p:grpSp>
        <p:nvGrpSpPr>
          <p:cNvPr id="2331" name="Google Shape;2331;p85"/>
          <p:cNvGrpSpPr/>
          <p:nvPr/>
        </p:nvGrpSpPr>
        <p:grpSpPr>
          <a:xfrm flipH="1" rot="10800000">
            <a:off x="0" y="0"/>
            <a:ext cx="9144000" cy="5143500"/>
            <a:chOff x="0" y="0"/>
            <a:chExt cx="9144000" cy="5143500"/>
          </a:xfrm>
        </p:grpSpPr>
        <p:sp>
          <p:nvSpPr>
            <p:cNvPr id="2332" name="Google Shape;2332;p85"/>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3" name="Google Shape;2333;p85"/>
            <p:cNvSpPr/>
            <p:nvPr/>
          </p:nvSpPr>
          <p:spPr>
            <a:xfrm>
              <a:off x="0" y="0"/>
              <a:ext cx="9144000" cy="5143500"/>
            </a:xfrm>
            <a:prstGeom prst="rect">
              <a:avLst/>
            </a:prstGeom>
            <a:gradFill>
              <a:gsLst>
                <a:gs pos="0">
                  <a:srgbClr val="20F8FD">
                    <a:alpha val="28235"/>
                  </a:srgbClr>
                </a:gs>
                <a:gs pos="50000">
                  <a:srgbClr val="0182AA">
                    <a:alpha val="35294"/>
                  </a:srgbClr>
                </a:gs>
                <a:gs pos="63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34" name="Google Shape;2334;p85"/>
          <p:cNvGrpSpPr/>
          <p:nvPr/>
        </p:nvGrpSpPr>
        <p:grpSpPr>
          <a:xfrm>
            <a:off x="-24925" y="-58550"/>
            <a:ext cx="9280375" cy="5214400"/>
            <a:chOff x="-24925" y="-58550"/>
            <a:chExt cx="9280375" cy="5214400"/>
          </a:xfrm>
        </p:grpSpPr>
        <p:cxnSp>
          <p:nvCxnSpPr>
            <p:cNvPr id="2335" name="Google Shape;2335;p85"/>
            <p:cNvCxnSpPr/>
            <p:nvPr/>
          </p:nvCxnSpPr>
          <p:spPr>
            <a:xfrm>
              <a:off x="6519450" y="-46075"/>
              <a:ext cx="2736000" cy="949800"/>
            </a:xfrm>
            <a:prstGeom prst="straightConnector1">
              <a:avLst/>
            </a:prstGeom>
            <a:noFill/>
            <a:ln cap="rnd" cmpd="sng" w="9525">
              <a:solidFill>
                <a:schemeClr val="accent4"/>
              </a:solidFill>
              <a:prstDash val="solid"/>
              <a:round/>
              <a:headEnd len="sm" w="sm" type="none"/>
              <a:tailEnd len="sm" w="sm" type="none"/>
            </a:ln>
          </p:spPr>
        </p:cxnSp>
        <p:grpSp>
          <p:nvGrpSpPr>
            <p:cNvPr id="2336" name="Google Shape;2336;p85"/>
            <p:cNvGrpSpPr/>
            <p:nvPr/>
          </p:nvGrpSpPr>
          <p:grpSpPr>
            <a:xfrm>
              <a:off x="8355390" y="368161"/>
              <a:ext cx="718341" cy="718341"/>
              <a:chOff x="-83525" y="4333650"/>
              <a:chExt cx="539700" cy="539700"/>
            </a:xfrm>
          </p:grpSpPr>
          <p:sp>
            <p:nvSpPr>
              <p:cNvPr id="2337" name="Google Shape;2337;p8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8" name="Google Shape;2338;p8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39" name="Google Shape;2339;p85"/>
            <p:cNvGrpSpPr/>
            <p:nvPr/>
          </p:nvGrpSpPr>
          <p:grpSpPr>
            <a:xfrm>
              <a:off x="8100801" y="168550"/>
              <a:ext cx="265640" cy="265640"/>
              <a:chOff x="-83525" y="4333650"/>
              <a:chExt cx="539700" cy="539700"/>
            </a:xfrm>
          </p:grpSpPr>
          <p:sp>
            <p:nvSpPr>
              <p:cNvPr id="2340" name="Google Shape;2340;p8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1" name="Google Shape;2341;p8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342" name="Google Shape;2342;p85"/>
            <p:cNvCxnSpPr/>
            <p:nvPr/>
          </p:nvCxnSpPr>
          <p:spPr>
            <a:xfrm>
              <a:off x="8552850" y="-58550"/>
              <a:ext cx="613500" cy="3070800"/>
            </a:xfrm>
            <a:prstGeom prst="straightConnector1">
              <a:avLst/>
            </a:prstGeom>
            <a:noFill/>
            <a:ln cap="rnd" cmpd="sng" w="9525">
              <a:solidFill>
                <a:schemeClr val="accent4"/>
              </a:solidFill>
              <a:prstDash val="solid"/>
              <a:round/>
              <a:headEnd len="sm" w="sm" type="none"/>
              <a:tailEnd len="sm" w="sm" type="none"/>
            </a:ln>
          </p:spPr>
        </p:cxnSp>
        <p:cxnSp>
          <p:nvCxnSpPr>
            <p:cNvPr id="2343" name="Google Shape;2343;p85"/>
            <p:cNvCxnSpPr/>
            <p:nvPr/>
          </p:nvCxnSpPr>
          <p:spPr>
            <a:xfrm>
              <a:off x="406150" y="-46075"/>
              <a:ext cx="261900" cy="5195700"/>
            </a:xfrm>
            <a:prstGeom prst="straightConnector1">
              <a:avLst/>
            </a:prstGeom>
            <a:noFill/>
            <a:ln cap="rnd" cmpd="sng" w="9525">
              <a:solidFill>
                <a:schemeClr val="accent4"/>
              </a:solidFill>
              <a:prstDash val="solid"/>
              <a:round/>
              <a:headEnd len="sm" w="sm" type="none"/>
              <a:tailEnd len="sm" w="sm" type="none"/>
            </a:ln>
          </p:spPr>
        </p:cxnSp>
        <p:cxnSp>
          <p:nvCxnSpPr>
            <p:cNvPr id="2344" name="Google Shape;2344;p85"/>
            <p:cNvCxnSpPr/>
            <p:nvPr/>
          </p:nvCxnSpPr>
          <p:spPr>
            <a:xfrm>
              <a:off x="-24925" y="4326350"/>
              <a:ext cx="6293400" cy="829500"/>
            </a:xfrm>
            <a:prstGeom prst="straightConnector1">
              <a:avLst/>
            </a:prstGeom>
            <a:noFill/>
            <a:ln cap="rnd" cmpd="sng" w="9525">
              <a:solidFill>
                <a:schemeClr val="accent4"/>
              </a:solidFill>
              <a:prstDash val="solid"/>
              <a:round/>
              <a:headEnd len="sm" w="sm" type="none"/>
              <a:tailEnd len="sm" w="sm" type="none"/>
            </a:ln>
          </p:spPr>
        </p:cxnSp>
        <p:grpSp>
          <p:nvGrpSpPr>
            <p:cNvPr id="2345" name="Google Shape;2345;p85"/>
            <p:cNvGrpSpPr/>
            <p:nvPr/>
          </p:nvGrpSpPr>
          <p:grpSpPr>
            <a:xfrm>
              <a:off x="952751" y="4809150"/>
              <a:ext cx="265640" cy="265640"/>
              <a:chOff x="-83525" y="4333650"/>
              <a:chExt cx="539700" cy="539700"/>
            </a:xfrm>
          </p:grpSpPr>
          <p:sp>
            <p:nvSpPr>
              <p:cNvPr id="2346" name="Google Shape;2346;p8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7" name="Google Shape;2347;p8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48" name="Google Shape;2348;p85"/>
            <p:cNvGrpSpPr/>
            <p:nvPr/>
          </p:nvGrpSpPr>
          <p:grpSpPr>
            <a:xfrm>
              <a:off x="216751" y="4572125"/>
              <a:ext cx="265640" cy="265640"/>
              <a:chOff x="-83525" y="4333650"/>
              <a:chExt cx="539700" cy="539700"/>
            </a:xfrm>
          </p:grpSpPr>
          <p:sp>
            <p:nvSpPr>
              <p:cNvPr id="2349" name="Google Shape;2349;p8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0" name="Google Shape;2350;p8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51" name="Google Shape;2351;p85"/>
            <p:cNvGrpSpPr/>
            <p:nvPr/>
          </p:nvGrpSpPr>
          <p:grpSpPr>
            <a:xfrm>
              <a:off x="3553751" y="4470675"/>
              <a:ext cx="265640" cy="265640"/>
              <a:chOff x="-83525" y="4333650"/>
              <a:chExt cx="539700" cy="539700"/>
            </a:xfrm>
          </p:grpSpPr>
          <p:sp>
            <p:nvSpPr>
              <p:cNvPr id="2352" name="Google Shape;2352;p8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3" name="Google Shape;2353;p8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54" name="Google Shape;2354;p85"/>
            <p:cNvGrpSpPr/>
            <p:nvPr/>
          </p:nvGrpSpPr>
          <p:grpSpPr>
            <a:xfrm>
              <a:off x="852951" y="168550"/>
              <a:ext cx="265640" cy="265640"/>
              <a:chOff x="-83525" y="4333650"/>
              <a:chExt cx="539700" cy="539700"/>
            </a:xfrm>
          </p:grpSpPr>
          <p:sp>
            <p:nvSpPr>
              <p:cNvPr id="2355" name="Google Shape;2355;p8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6" name="Google Shape;2356;p8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57" name="Google Shape;2357;p85"/>
            <p:cNvGrpSpPr/>
            <p:nvPr/>
          </p:nvGrpSpPr>
          <p:grpSpPr>
            <a:xfrm>
              <a:off x="185551" y="1478400"/>
              <a:ext cx="265640" cy="265640"/>
              <a:chOff x="-83525" y="4333650"/>
              <a:chExt cx="539700" cy="539700"/>
            </a:xfrm>
          </p:grpSpPr>
          <p:sp>
            <p:nvSpPr>
              <p:cNvPr id="2358" name="Google Shape;2358;p8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9" name="Google Shape;2359;p8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60" name="Google Shape;2360;p85"/>
            <p:cNvGrpSpPr/>
            <p:nvPr/>
          </p:nvGrpSpPr>
          <p:grpSpPr>
            <a:xfrm>
              <a:off x="89588" y="456148"/>
              <a:ext cx="718341" cy="718341"/>
              <a:chOff x="-83525" y="4333650"/>
              <a:chExt cx="539700" cy="539700"/>
            </a:xfrm>
          </p:grpSpPr>
          <p:sp>
            <p:nvSpPr>
              <p:cNvPr id="2361" name="Google Shape;2361;p8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2" name="Google Shape;2362;p8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63" name="Google Shape;2363;p85"/>
            <p:cNvGrpSpPr/>
            <p:nvPr/>
          </p:nvGrpSpPr>
          <p:grpSpPr>
            <a:xfrm>
              <a:off x="403375" y="4187468"/>
              <a:ext cx="477473" cy="477473"/>
              <a:chOff x="-83525" y="4333650"/>
              <a:chExt cx="539700" cy="539700"/>
            </a:xfrm>
          </p:grpSpPr>
          <p:sp>
            <p:nvSpPr>
              <p:cNvPr id="2364" name="Google Shape;2364;p8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5" name="Google Shape;2365;p8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366" name="Google Shape;2366;p85"/>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2367" name="Google Shape;2367;p85"/>
          <p:cNvSpPr txBox="1"/>
          <p:nvPr>
            <p:ph idx="1" type="subTitle"/>
          </p:nvPr>
        </p:nvSpPr>
        <p:spPr>
          <a:xfrm rot="-232">
            <a:off x="719929" y="1994206"/>
            <a:ext cx="4451700" cy="2103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4"/>
              </a:buClr>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1600"/>
              </a:spcBef>
              <a:spcAft>
                <a:spcPts val="0"/>
              </a:spcAft>
              <a:buSzPts val="1400"/>
              <a:buChar char="■"/>
              <a:defRPr/>
            </a:lvl3pPr>
            <a:lvl4pPr lvl="3" algn="ctr">
              <a:lnSpc>
                <a:spcPct val="100000"/>
              </a:lnSpc>
              <a:spcBef>
                <a:spcPts val="1600"/>
              </a:spcBef>
              <a:spcAft>
                <a:spcPts val="0"/>
              </a:spcAft>
              <a:buSzPts val="1400"/>
              <a:buChar char="●"/>
              <a:defRPr/>
            </a:lvl4pPr>
            <a:lvl5pPr lvl="4" algn="ctr">
              <a:lnSpc>
                <a:spcPct val="100000"/>
              </a:lnSpc>
              <a:spcBef>
                <a:spcPts val="1600"/>
              </a:spcBef>
              <a:spcAft>
                <a:spcPts val="0"/>
              </a:spcAft>
              <a:buSzPts val="1400"/>
              <a:buChar char="○"/>
              <a:defRPr/>
            </a:lvl5pPr>
            <a:lvl6pPr lvl="5" algn="ctr">
              <a:lnSpc>
                <a:spcPct val="100000"/>
              </a:lnSpc>
              <a:spcBef>
                <a:spcPts val="1600"/>
              </a:spcBef>
              <a:spcAft>
                <a:spcPts val="0"/>
              </a:spcAft>
              <a:buSzPts val="1400"/>
              <a:buChar char="■"/>
              <a:defRPr/>
            </a:lvl6pPr>
            <a:lvl7pPr lvl="6" algn="ctr">
              <a:lnSpc>
                <a:spcPct val="100000"/>
              </a:lnSpc>
              <a:spcBef>
                <a:spcPts val="1600"/>
              </a:spcBef>
              <a:spcAft>
                <a:spcPts val="0"/>
              </a:spcAft>
              <a:buSzPts val="1400"/>
              <a:buChar char="●"/>
              <a:defRPr/>
            </a:lvl7pPr>
            <a:lvl8pPr lvl="7" algn="ctr">
              <a:lnSpc>
                <a:spcPct val="100000"/>
              </a:lnSpc>
              <a:spcBef>
                <a:spcPts val="1600"/>
              </a:spcBef>
              <a:spcAft>
                <a:spcPts val="0"/>
              </a:spcAft>
              <a:buSzPts val="1400"/>
              <a:buChar char="○"/>
              <a:defRPr/>
            </a:lvl8pPr>
            <a:lvl9pPr lvl="8" algn="ctr">
              <a:lnSpc>
                <a:spcPct val="100000"/>
              </a:lnSpc>
              <a:spcBef>
                <a:spcPts val="1600"/>
              </a:spcBef>
              <a:spcAft>
                <a:spcPts val="1600"/>
              </a:spcAft>
              <a:buSzPts val="14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68" name="Shape 2368"/>
        <p:cNvGrpSpPr/>
        <p:nvPr/>
      </p:nvGrpSpPr>
      <p:grpSpPr>
        <a:xfrm>
          <a:off x="0" y="0"/>
          <a:ext cx="0" cy="0"/>
          <a:chOff x="0" y="0"/>
          <a:chExt cx="0" cy="0"/>
        </a:xfrm>
      </p:grpSpPr>
      <p:grpSp>
        <p:nvGrpSpPr>
          <p:cNvPr id="2369" name="Google Shape;2369;p86"/>
          <p:cNvGrpSpPr/>
          <p:nvPr/>
        </p:nvGrpSpPr>
        <p:grpSpPr>
          <a:xfrm>
            <a:off x="0" y="0"/>
            <a:ext cx="9144000" cy="5143500"/>
            <a:chOff x="0" y="0"/>
            <a:chExt cx="9144000" cy="5143500"/>
          </a:xfrm>
        </p:grpSpPr>
        <p:sp>
          <p:nvSpPr>
            <p:cNvPr id="2370" name="Google Shape;2370;p86"/>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1" name="Google Shape;2371;p86"/>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72" name="Google Shape;2372;p86"/>
          <p:cNvGrpSpPr/>
          <p:nvPr/>
        </p:nvGrpSpPr>
        <p:grpSpPr>
          <a:xfrm>
            <a:off x="-12750" y="-92425"/>
            <a:ext cx="9188775" cy="5282075"/>
            <a:chOff x="-12750" y="-92425"/>
            <a:chExt cx="9188775" cy="5282075"/>
          </a:xfrm>
        </p:grpSpPr>
        <p:cxnSp>
          <p:nvCxnSpPr>
            <p:cNvPr id="2373" name="Google Shape;2373;p86"/>
            <p:cNvCxnSpPr/>
            <p:nvPr/>
          </p:nvCxnSpPr>
          <p:spPr>
            <a:xfrm>
              <a:off x="7254825" y="-73150"/>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2374" name="Google Shape;2374;p86"/>
            <p:cNvCxnSpPr/>
            <p:nvPr/>
          </p:nvCxnSpPr>
          <p:spPr>
            <a:xfrm flipH="1">
              <a:off x="-6475" y="-53850"/>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2375" name="Google Shape;2375;p86"/>
            <p:cNvCxnSpPr/>
            <p:nvPr/>
          </p:nvCxnSpPr>
          <p:spPr>
            <a:xfrm flipH="1">
              <a:off x="-12750" y="-92425"/>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2376" name="Google Shape;2376;p86"/>
            <p:cNvCxnSpPr/>
            <p:nvPr/>
          </p:nvCxnSpPr>
          <p:spPr>
            <a:xfrm flipH="1" rot="10800000">
              <a:off x="8604325" y="2561350"/>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2377" name="Google Shape;2377;p86"/>
            <p:cNvGrpSpPr/>
            <p:nvPr/>
          </p:nvGrpSpPr>
          <p:grpSpPr>
            <a:xfrm>
              <a:off x="120119" y="996240"/>
              <a:ext cx="419725" cy="419725"/>
              <a:chOff x="-83525" y="4333650"/>
              <a:chExt cx="539700" cy="539700"/>
            </a:xfrm>
          </p:grpSpPr>
          <p:sp>
            <p:nvSpPr>
              <p:cNvPr id="2378" name="Google Shape;2378;p8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9" name="Google Shape;2379;p8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80" name="Google Shape;2380;p86"/>
            <p:cNvGrpSpPr/>
            <p:nvPr/>
          </p:nvGrpSpPr>
          <p:grpSpPr>
            <a:xfrm>
              <a:off x="8126742" y="240024"/>
              <a:ext cx="599661" cy="599607"/>
              <a:chOff x="-83525" y="4333650"/>
              <a:chExt cx="539700" cy="539700"/>
            </a:xfrm>
          </p:grpSpPr>
          <p:sp>
            <p:nvSpPr>
              <p:cNvPr id="2381" name="Google Shape;2381;p8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2" name="Google Shape;2382;p8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83" name="Google Shape;2383;p86"/>
            <p:cNvGrpSpPr/>
            <p:nvPr/>
          </p:nvGrpSpPr>
          <p:grpSpPr>
            <a:xfrm>
              <a:off x="8756294" y="3264590"/>
              <a:ext cx="419725" cy="419725"/>
              <a:chOff x="-83525" y="4333650"/>
              <a:chExt cx="539700" cy="539700"/>
            </a:xfrm>
          </p:grpSpPr>
          <p:sp>
            <p:nvSpPr>
              <p:cNvPr id="2384" name="Google Shape;2384;p8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5" name="Google Shape;2385;p8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386" name="Google Shape;2386;p86"/>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2387" name="Shape 2387"/>
        <p:cNvGrpSpPr/>
        <p:nvPr/>
      </p:nvGrpSpPr>
      <p:grpSpPr>
        <a:xfrm>
          <a:off x="0" y="0"/>
          <a:ext cx="0" cy="0"/>
          <a:chOff x="0" y="0"/>
          <a:chExt cx="0" cy="0"/>
        </a:xfrm>
      </p:grpSpPr>
      <p:sp>
        <p:nvSpPr>
          <p:cNvPr id="2388" name="Google Shape;2388;p87"/>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89" name="Google Shape;2389;p87"/>
          <p:cNvGrpSpPr/>
          <p:nvPr/>
        </p:nvGrpSpPr>
        <p:grpSpPr>
          <a:xfrm>
            <a:off x="-12825" y="-83450"/>
            <a:ext cx="9219397" cy="5308025"/>
            <a:chOff x="-12825" y="-83450"/>
            <a:chExt cx="9219397" cy="5308025"/>
          </a:xfrm>
        </p:grpSpPr>
        <p:cxnSp>
          <p:nvCxnSpPr>
            <p:cNvPr id="2390" name="Google Shape;2390;p87"/>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2391" name="Google Shape;2391;p87"/>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2392" name="Google Shape;2392;p87"/>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2393" name="Google Shape;2393;p87"/>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2394" name="Google Shape;2394;p87"/>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2395" name="Google Shape;2395;p87"/>
            <p:cNvGrpSpPr/>
            <p:nvPr/>
          </p:nvGrpSpPr>
          <p:grpSpPr>
            <a:xfrm>
              <a:off x="64804" y="834123"/>
              <a:ext cx="718341" cy="718341"/>
              <a:chOff x="-83525" y="4333650"/>
              <a:chExt cx="539700" cy="539700"/>
            </a:xfrm>
          </p:grpSpPr>
          <p:sp>
            <p:nvSpPr>
              <p:cNvPr id="2396" name="Google Shape;2396;p8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7" name="Google Shape;2397;p8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98" name="Google Shape;2398;p87"/>
            <p:cNvGrpSpPr/>
            <p:nvPr/>
          </p:nvGrpSpPr>
          <p:grpSpPr>
            <a:xfrm>
              <a:off x="8064829" y="180823"/>
              <a:ext cx="718341" cy="718341"/>
              <a:chOff x="-83525" y="4333650"/>
              <a:chExt cx="539700" cy="539700"/>
            </a:xfrm>
          </p:grpSpPr>
          <p:sp>
            <p:nvSpPr>
              <p:cNvPr id="2399" name="Google Shape;2399;p8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0" name="Google Shape;2400;p8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01" name="Google Shape;2401;p87"/>
            <p:cNvGrpSpPr/>
            <p:nvPr/>
          </p:nvGrpSpPr>
          <p:grpSpPr>
            <a:xfrm>
              <a:off x="108716" y="3627495"/>
              <a:ext cx="334182" cy="334182"/>
              <a:chOff x="-83525" y="4333650"/>
              <a:chExt cx="539700" cy="539700"/>
            </a:xfrm>
          </p:grpSpPr>
          <p:sp>
            <p:nvSpPr>
              <p:cNvPr id="2402" name="Google Shape;2402;p8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3" name="Google Shape;2403;p8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04" name="Google Shape;2404;p87"/>
            <p:cNvGrpSpPr/>
            <p:nvPr/>
          </p:nvGrpSpPr>
          <p:grpSpPr>
            <a:xfrm>
              <a:off x="8872390" y="3652444"/>
              <a:ext cx="334182" cy="334182"/>
              <a:chOff x="-83525" y="4333650"/>
              <a:chExt cx="539700" cy="539700"/>
            </a:xfrm>
          </p:grpSpPr>
          <p:sp>
            <p:nvSpPr>
              <p:cNvPr id="2405" name="Google Shape;2405;p8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6" name="Google Shape;2406;p8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07" name="Google Shape;2407;p87"/>
            <p:cNvGrpSpPr/>
            <p:nvPr/>
          </p:nvGrpSpPr>
          <p:grpSpPr>
            <a:xfrm>
              <a:off x="8538215" y="3184619"/>
              <a:ext cx="334182" cy="334182"/>
              <a:chOff x="-83525" y="4333650"/>
              <a:chExt cx="539700" cy="539700"/>
            </a:xfrm>
          </p:grpSpPr>
          <p:sp>
            <p:nvSpPr>
              <p:cNvPr id="2408" name="Google Shape;2408;p8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9" name="Google Shape;2409;p8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10" name="Google Shape;2410;p87"/>
            <p:cNvGrpSpPr/>
            <p:nvPr/>
          </p:nvGrpSpPr>
          <p:grpSpPr>
            <a:xfrm>
              <a:off x="8725315" y="1218294"/>
              <a:ext cx="334182" cy="334182"/>
              <a:chOff x="-83525" y="4333650"/>
              <a:chExt cx="539700" cy="539700"/>
            </a:xfrm>
          </p:grpSpPr>
          <p:sp>
            <p:nvSpPr>
              <p:cNvPr id="2411" name="Google Shape;2411;p8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2" name="Google Shape;2412;p8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13" name="Google Shape;2413;p87"/>
            <p:cNvGrpSpPr/>
            <p:nvPr/>
          </p:nvGrpSpPr>
          <p:grpSpPr>
            <a:xfrm>
              <a:off x="828790" y="126744"/>
              <a:ext cx="334182" cy="334182"/>
              <a:chOff x="-83525" y="4333650"/>
              <a:chExt cx="539700" cy="539700"/>
            </a:xfrm>
          </p:grpSpPr>
          <p:sp>
            <p:nvSpPr>
              <p:cNvPr id="2414" name="Google Shape;2414;p8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5" name="Google Shape;2415;p8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416" name="Google Shape;2416;p87"/>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2417" name="Google Shape;2417;p87"/>
          <p:cNvSpPr txBox="1"/>
          <p:nvPr>
            <p:ph idx="2" type="title"/>
          </p:nvPr>
        </p:nvSpPr>
        <p:spPr>
          <a:xfrm>
            <a:off x="1845637" y="18524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418" name="Google Shape;2418;p87"/>
          <p:cNvSpPr txBox="1"/>
          <p:nvPr>
            <p:ph idx="1" type="subTitle"/>
          </p:nvPr>
        </p:nvSpPr>
        <p:spPr>
          <a:xfrm>
            <a:off x="1845649" y="22104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419" name="Google Shape;2419;p87"/>
          <p:cNvSpPr txBox="1"/>
          <p:nvPr>
            <p:ph idx="3" type="title"/>
          </p:nvPr>
        </p:nvSpPr>
        <p:spPr>
          <a:xfrm>
            <a:off x="5713462" y="18524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420" name="Google Shape;2420;p87"/>
          <p:cNvSpPr txBox="1"/>
          <p:nvPr>
            <p:ph idx="4" type="subTitle"/>
          </p:nvPr>
        </p:nvSpPr>
        <p:spPr>
          <a:xfrm>
            <a:off x="5713471" y="22104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421" name="Google Shape;2421;p87"/>
          <p:cNvSpPr txBox="1"/>
          <p:nvPr>
            <p:ph idx="5" type="title"/>
          </p:nvPr>
        </p:nvSpPr>
        <p:spPr>
          <a:xfrm>
            <a:off x="1845625" y="34526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422" name="Google Shape;2422;p87"/>
          <p:cNvSpPr txBox="1"/>
          <p:nvPr>
            <p:ph idx="6" type="subTitle"/>
          </p:nvPr>
        </p:nvSpPr>
        <p:spPr>
          <a:xfrm>
            <a:off x="1845637" y="38106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423" name="Google Shape;2423;p87"/>
          <p:cNvSpPr txBox="1"/>
          <p:nvPr>
            <p:ph idx="7" type="title"/>
          </p:nvPr>
        </p:nvSpPr>
        <p:spPr>
          <a:xfrm>
            <a:off x="5713450" y="34526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424" name="Google Shape;2424;p87"/>
          <p:cNvSpPr txBox="1"/>
          <p:nvPr>
            <p:ph idx="8" type="subTitle"/>
          </p:nvPr>
        </p:nvSpPr>
        <p:spPr>
          <a:xfrm>
            <a:off x="5713459" y="38106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25" name="Shape 2425"/>
        <p:cNvGrpSpPr/>
        <p:nvPr/>
      </p:nvGrpSpPr>
      <p:grpSpPr>
        <a:xfrm>
          <a:off x="0" y="0"/>
          <a:ext cx="0" cy="0"/>
          <a:chOff x="0" y="0"/>
          <a:chExt cx="0" cy="0"/>
        </a:xfrm>
      </p:grpSpPr>
      <p:grpSp>
        <p:nvGrpSpPr>
          <p:cNvPr id="2426" name="Google Shape;2426;p88"/>
          <p:cNvGrpSpPr/>
          <p:nvPr/>
        </p:nvGrpSpPr>
        <p:grpSpPr>
          <a:xfrm>
            <a:off x="0" y="0"/>
            <a:ext cx="9144000" cy="5143500"/>
            <a:chOff x="0" y="0"/>
            <a:chExt cx="9144000" cy="5143500"/>
          </a:xfrm>
        </p:grpSpPr>
        <p:sp>
          <p:nvSpPr>
            <p:cNvPr id="2427" name="Google Shape;2427;p88"/>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8" name="Google Shape;2428;p88"/>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29" name="Google Shape;2429;p88"/>
          <p:cNvGrpSpPr/>
          <p:nvPr/>
        </p:nvGrpSpPr>
        <p:grpSpPr>
          <a:xfrm>
            <a:off x="-57340" y="-86000"/>
            <a:ext cx="9209740" cy="5293875"/>
            <a:chOff x="-57340" y="-86000"/>
            <a:chExt cx="9209740" cy="5293875"/>
          </a:xfrm>
        </p:grpSpPr>
        <p:cxnSp>
          <p:nvCxnSpPr>
            <p:cNvPr id="2430" name="Google Shape;2430;p88"/>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2431" name="Google Shape;2431;p88"/>
            <p:cNvCxnSpPr/>
            <p:nvPr/>
          </p:nvCxnSpPr>
          <p:spPr>
            <a:xfrm>
              <a:off x="2100" y="224950"/>
              <a:ext cx="9150300" cy="168300"/>
            </a:xfrm>
            <a:prstGeom prst="straightConnector1">
              <a:avLst/>
            </a:prstGeom>
            <a:noFill/>
            <a:ln cap="rnd" cmpd="sng" w="9525">
              <a:solidFill>
                <a:schemeClr val="accent4"/>
              </a:solidFill>
              <a:prstDash val="solid"/>
              <a:round/>
              <a:headEnd len="sm" w="sm" type="none"/>
              <a:tailEnd len="sm" w="sm" type="none"/>
            </a:ln>
          </p:spPr>
        </p:cxnSp>
        <p:cxnSp>
          <p:nvCxnSpPr>
            <p:cNvPr id="2432" name="Google Shape;2432;p88"/>
            <p:cNvCxnSpPr/>
            <p:nvPr/>
          </p:nvCxnSpPr>
          <p:spPr>
            <a:xfrm>
              <a:off x="7997725" y="-37700"/>
              <a:ext cx="1153800" cy="3187200"/>
            </a:xfrm>
            <a:prstGeom prst="straightConnector1">
              <a:avLst/>
            </a:prstGeom>
            <a:noFill/>
            <a:ln cap="rnd" cmpd="sng" w="9525">
              <a:solidFill>
                <a:schemeClr val="accent4"/>
              </a:solidFill>
              <a:prstDash val="solid"/>
              <a:round/>
              <a:headEnd len="sm" w="sm" type="none"/>
              <a:tailEnd len="sm" w="sm" type="none"/>
            </a:ln>
          </p:spPr>
        </p:cxnSp>
        <p:cxnSp>
          <p:nvCxnSpPr>
            <p:cNvPr id="2433" name="Google Shape;2433;p88"/>
            <p:cNvCxnSpPr/>
            <p:nvPr/>
          </p:nvCxnSpPr>
          <p:spPr>
            <a:xfrm>
              <a:off x="-11075" y="1777375"/>
              <a:ext cx="1284900" cy="3430500"/>
            </a:xfrm>
            <a:prstGeom prst="straightConnector1">
              <a:avLst/>
            </a:prstGeom>
            <a:noFill/>
            <a:ln cap="rnd" cmpd="sng" w="9525">
              <a:solidFill>
                <a:schemeClr val="accent4"/>
              </a:solidFill>
              <a:prstDash val="solid"/>
              <a:round/>
              <a:headEnd len="sm" w="sm" type="none"/>
              <a:tailEnd len="sm" w="sm" type="none"/>
            </a:ln>
          </p:spPr>
        </p:cxnSp>
        <p:cxnSp>
          <p:nvCxnSpPr>
            <p:cNvPr id="2434" name="Google Shape;2434;p88"/>
            <p:cNvCxnSpPr/>
            <p:nvPr/>
          </p:nvCxnSpPr>
          <p:spPr>
            <a:xfrm>
              <a:off x="-30475" y="4227975"/>
              <a:ext cx="3823500" cy="929400"/>
            </a:xfrm>
            <a:prstGeom prst="straightConnector1">
              <a:avLst/>
            </a:prstGeom>
            <a:noFill/>
            <a:ln cap="rnd" cmpd="sng" w="9525">
              <a:solidFill>
                <a:schemeClr val="accent4"/>
              </a:solidFill>
              <a:prstDash val="solid"/>
              <a:round/>
              <a:headEnd len="sm" w="sm" type="none"/>
              <a:tailEnd len="sm" w="sm" type="none"/>
            </a:ln>
          </p:spPr>
        </p:cxnSp>
        <p:grpSp>
          <p:nvGrpSpPr>
            <p:cNvPr id="2435" name="Google Shape;2435;p88"/>
            <p:cNvGrpSpPr/>
            <p:nvPr/>
          </p:nvGrpSpPr>
          <p:grpSpPr>
            <a:xfrm>
              <a:off x="525404" y="45405"/>
              <a:ext cx="389178" cy="389178"/>
              <a:chOff x="-83525" y="4333650"/>
              <a:chExt cx="539700" cy="539700"/>
            </a:xfrm>
          </p:grpSpPr>
          <p:sp>
            <p:nvSpPr>
              <p:cNvPr id="2436" name="Google Shape;2436;p8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7" name="Google Shape;2437;p8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38" name="Google Shape;2438;p88"/>
            <p:cNvGrpSpPr/>
            <p:nvPr/>
          </p:nvGrpSpPr>
          <p:grpSpPr>
            <a:xfrm>
              <a:off x="7894902" y="126996"/>
              <a:ext cx="482600" cy="482600"/>
              <a:chOff x="-83525" y="4333650"/>
              <a:chExt cx="539700" cy="539700"/>
            </a:xfrm>
          </p:grpSpPr>
          <p:sp>
            <p:nvSpPr>
              <p:cNvPr id="2439" name="Google Shape;2439;p8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0" name="Google Shape;2440;p8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41" name="Google Shape;2441;p88"/>
            <p:cNvGrpSpPr/>
            <p:nvPr/>
          </p:nvGrpSpPr>
          <p:grpSpPr>
            <a:xfrm>
              <a:off x="8668547" y="2101237"/>
              <a:ext cx="344976" cy="344976"/>
              <a:chOff x="-83525" y="4333650"/>
              <a:chExt cx="539700" cy="539700"/>
            </a:xfrm>
          </p:grpSpPr>
          <p:sp>
            <p:nvSpPr>
              <p:cNvPr id="2442" name="Google Shape;2442;p8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3" name="Google Shape;2443;p8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44" name="Google Shape;2444;p88"/>
            <p:cNvGrpSpPr/>
            <p:nvPr/>
          </p:nvGrpSpPr>
          <p:grpSpPr>
            <a:xfrm>
              <a:off x="758689" y="4234209"/>
              <a:ext cx="482600" cy="482600"/>
              <a:chOff x="-83525" y="4333650"/>
              <a:chExt cx="539700" cy="539700"/>
            </a:xfrm>
          </p:grpSpPr>
          <p:sp>
            <p:nvSpPr>
              <p:cNvPr id="2445" name="Google Shape;2445;p8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6" name="Google Shape;2446;p8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47" name="Google Shape;2447;p88"/>
            <p:cNvGrpSpPr/>
            <p:nvPr/>
          </p:nvGrpSpPr>
          <p:grpSpPr>
            <a:xfrm>
              <a:off x="-57340" y="1926600"/>
              <a:ext cx="344976" cy="344976"/>
              <a:chOff x="-83525" y="4333650"/>
              <a:chExt cx="539700" cy="539700"/>
            </a:xfrm>
          </p:grpSpPr>
          <p:sp>
            <p:nvSpPr>
              <p:cNvPr id="2448" name="Google Shape;2448;p8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9" name="Google Shape;2449;p8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450" name="Google Shape;2450;p88"/>
          <p:cNvSpPr txBox="1"/>
          <p:nvPr>
            <p:ph type="title"/>
          </p:nvPr>
        </p:nvSpPr>
        <p:spPr>
          <a:xfrm>
            <a:off x="4063800" y="2677350"/>
            <a:ext cx="4360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451" name="Google Shape;2451;p88"/>
          <p:cNvSpPr txBox="1"/>
          <p:nvPr>
            <p:ph idx="2" type="title"/>
          </p:nvPr>
        </p:nvSpPr>
        <p:spPr>
          <a:xfrm>
            <a:off x="5468750" y="7317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2452" name="Google Shape;2452;p88"/>
          <p:cNvSpPr txBox="1"/>
          <p:nvPr>
            <p:ph idx="1" type="subTitle"/>
          </p:nvPr>
        </p:nvSpPr>
        <p:spPr>
          <a:xfrm rot="462">
            <a:off x="5127418" y="3972750"/>
            <a:ext cx="2233200" cy="63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53" name="Shape 2453"/>
        <p:cNvGrpSpPr/>
        <p:nvPr/>
      </p:nvGrpSpPr>
      <p:grpSpPr>
        <a:xfrm>
          <a:off x="0" y="0"/>
          <a:ext cx="0" cy="0"/>
          <a:chOff x="0" y="0"/>
          <a:chExt cx="0" cy="0"/>
        </a:xfrm>
      </p:grpSpPr>
      <p:sp>
        <p:nvSpPr>
          <p:cNvPr id="2454" name="Google Shape;2454;p89"/>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55" name="Google Shape;2455;p89"/>
          <p:cNvGrpSpPr/>
          <p:nvPr/>
        </p:nvGrpSpPr>
        <p:grpSpPr>
          <a:xfrm>
            <a:off x="-12825" y="-92425"/>
            <a:ext cx="9277475" cy="5339875"/>
            <a:chOff x="-12825" y="-92425"/>
            <a:chExt cx="9277475" cy="5339875"/>
          </a:xfrm>
        </p:grpSpPr>
        <p:cxnSp>
          <p:nvCxnSpPr>
            <p:cNvPr id="2456" name="Google Shape;2456;p89"/>
            <p:cNvCxnSpPr/>
            <p:nvPr/>
          </p:nvCxnSpPr>
          <p:spPr>
            <a:xfrm>
              <a:off x="7595400" y="-15300"/>
              <a:ext cx="1566600" cy="3649800"/>
            </a:xfrm>
            <a:prstGeom prst="straightConnector1">
              <a:avLst/>
            </a:prstGeom>
            <a:noFill/>
            <a:ln cap="rnd" cmpd="sng" w="9525">
              <a:solidFill>
                <a:schemeClr val="accent4"/>
              </a:solidFill>
              <a:prstDash val="solid"/>
              <a:round/>
              <a:headEnd len="sm" w="sm" type="none"/>
              <a:tailEnd len="sm" w="sm" type="none"/>
            </a:ln>
          </p:spPr>
        </p:cxnSp>
        <p:cxnSp>
          <p:nvCxnSpPr>
            <p:cNvPr id="2457" name="Google Shape;2457;p89"/>
            <p:cNvCxnSpPr/>
            <p:nvPr/>
          </p:nvCxnSpPr>
          <p:spPr>
            <a:xfrm flipH="1">
              <a:off x="8397150" y="-53850"/>
              <a:ext cx="334200" cy="5301300"/>
            </a:xfrm>
            <a:prstGeom prst="straightConnector1">
              <a:avLst/>
            </a:prstGeom>
            <a:noFill/>
            <a:ln cap="rnd" cmpd="sng" w="9525">
              <a:solidFill>
                <a:schemeClr val="accent4"/>
              </a:solidFill>
              <a:prstDash val="solid"/>
              <a:round/>
              <a:headEnd len="sm" w="sm" type="none"/>
              <a:tailEnd len="sm" w="sm" type="none"/>
            </a:ln>
          </p:spPr>
        </p:cxnSp>
        <p:cxnSp>
          <p:nvCxnSpPr>
            <p:cNvPr id="2458" name="Google Shape;2458;p89"/>
            <p:cNvCxnSpPr/>
            <p:nvPr/>
          </p:nvCxnSpPr>
          <p:spPr>
            <a:xfrm flipH="1" rot="10800000">
              <a:off x="3442850" y="4604900"/>
              <a:ext cx="5821800" cy="552600"/>
            </a:xfrm>
            <a:prstGeom prst="straightConnector1">
              <a:avLst/>
            </a:prstGeom>
            <a:noFill/>
            <a:ln cap="rnd" cmpd="sng" w="9525">
              <a:solidFill>
                <a:schemeClr val="accent4"/>
              </a:solidFill>
              <a:prstDash val="solid"/>
              <a:round/>
              <a:headEnd len="sm" w="sm" type="none"/>
              <a:tailEnd len="sm" w="sm" type="none"/>
            </a:ln>
          </p:spPr>
        </p:cxnSp>
        <p:cxnSp>
          <p:nvCxnSpPr>
            <p:cNvPr id="2459" name="Google Shape;2459;p89"/>
            <p:cNvCxnSpPr/>
            <p:nvPr/>
          </p:nvCxnSpPr>
          <p:spPr>
            <a:xfrm>
              <a:off x="-12825" y="3075525"/>
              <a:ext cx="2949600" cy="2127000"/>
            </a:xfrm>
            <a:prstGeom prst="straightConnector1">
              <a:avLst/>
            </a:prstGeom>
            <a:noFill/>
            <a:ln cap="rnd" cmpd="sng" w="9525">
              <a:solidFill>
                <a:schemeClr val="accent4"/>
              </a:solidFill>
              <a:prstDash val="solid"/>
              <a:round/>
              <a:headEnd len="sm" w="sm" type="none"/>
              <a:tailEnd len="sm" w="sm" type="none"/>
            </a:ln>
          </p:spPr>
        </p:cxnSp>
        <p:cxnSp>
          <p:nvCxnSpPr>
            <p:cNvPr id="2460" name="Google Shape;2460;p89"/>
            <p:cNvCxnSpPr/>
            <p:nvPr/>
          </p:nvCxnSpPr>
          <p:spPr>
            <a:xfrm flipH="1" rot="10800000">
              <a:off x="147875" y="3962200"/>
              <a:ext cx="2750400" cy="1266000"/>
            </a:xfrm>
            <a:prstGeom prst="straightConnector1">
              <a:avLst/>
            </a:prstGeom>
            <a:noFill/>
            <a:ln cap="rnd" cmpd="sng" w="9525">
              <a:solidFill>
                <a:schemeClr val="accent4"/>
              </a:solidFill>
              <a:prstDash val="solid"/>
              <a:round/>
              <a:headEnd len="sm" w="sm" type="none"/>
              <a:tailEnd len="sm" w="sm" type="none"/>
            </a:ln>
          </p:spPr>
        </p:cxnSp>
        <p:cxnSp>
          <p:nvCxnSpPr>
            <p:cNvPr id="2461" name="Google Shape;2461;p89"/>
            <p:cNvCxnSpPr/>
            <p:nvPr/>
          </p:nvCxnSpPr>
          <p:spPr>
            <a:xfrm flipH="1">
              <a:off x="-12650" y="-92425"/>
              <a:ext cx="1047300" cy="3887700"/>
            </a:xfrm>
            <a:prstGeom prst="straightConnector1">
              <a:avLst/>
            </a:prstGeom>
            <a:noFill/>
            <a:ln cap="rnd" cmpd="sng" w="9525">
              <a:solidFill>
                <a:schemeClr val="accent4"/>
              </a:solidFill>
              <a:prstDash val="solid"/>
              <a:round/>
              <a:headEnd len="sm" w="sm" type="none"/>
              <a:tailEnd len="sm" w="sm" type="none"/>
            </a:ln>
          </p:spPr>
        </p:cxnSp>
        <p:grpSp>
          <p:nvGrpSpPr>
            <p:cNvPr id="2462" name="Google Shape;2462;p89"/>
            <p:cNvGrpSpPr/>
            <p:nvPr/>
          </p:nvGrpSpPr>
          <p:grpSpPr>
            <a:xfrm>
              <a:off x="8224354" y="1932423"/>
              <a:ext cx="718341" cy="718341"/>
              <a:chOff x="-83525" y="4333650"/>
              <a:chExt cx="539700" cy="539700"/>
            </a:xfrm>
          </p:grpSpPr>
          <p:sp>
            <p:nvSpPr>
              <p:cNvPr id="2463" name="Google Shape;2463;p8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4" name="Google Shape;2464;p8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65" name="Google Shape;2465;p89"/>
            <p:cNvGrpSpPr/>
            <p:nvPr/>
          </p:nvGrpSpPr>
          <p:grpSpPr>
            <a:xfrm>
              <a:off x="8197378" y="4416358"/>
              <a:ext cx="533979" cy="533979"/>
              <a:chOff x="-83525" y="4333650"/>
              <a:chExt cx="539700" cy="539700"/>
            </a:xfrm>
          </p:grpSpPr>
          <p:sp>
            <p:nvSpPr>
              <p:cNvPr id="2466" name="Google Shape;2466;p8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7" name="Google Shape;2467;p8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68" name="Google Shape;2468;p89"/>
            <p:cNvGrpSpPr/>
            <p:nvPr/>
          </p:nvGrpSpPr>
          <p:grpSpPr>
            <a:xfrm>
              <a:off x="1483629" y="4040123"/>
              <a:ext cx="718341" cy="718341"/>
              <a:chOff x="-83525" y="4333650"/>
              <a:chExt cx="539700" cy="539700"/>
            </a:xfrm>
          </p:grpSpPr>
          <p:sp>
            <p:nvSpPr>
              <p:cNvPr id="2469" name="Google Shape;2469;p8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0" name="Google Shape;2470;p8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71" name="Google Shape;2471;p89"/>
            <p:cNvGrpSpPr/>
            <p:nvPr/>
          </p:nvGrpSpPr>
          <p:grpSpPr>
            <a:xfrm>
              <a:off x="-12648" y="3015157"/>
              <a:ext cx="334182" cy="334182"/>
              <a:chOff x="-83525" y="4333650"/>
              <a:chExt cx="539700" cy="539700"/>
            </a:xfrm>
          </p:grpSpPr>
          <p:sp>
            <p:nvSpPr>
              <p:cNvPr id="2472" name="Google Shape;2472;p8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3" name="Google Shape;2473;p8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74" name="Google Shape;2474;p89"/>
            <p:cNvGrpSpPr/>
            <p:nvPr/>
          </p:nvGrpSpPr>
          <p:grpSpPr>
            <a:xfrm>
              <a:off x="705394" y="372757"/>
              <a:ext cx="334182" cy="334182"/>
              <a:chOff x="-83525" y="4333650"/>
              <a:chExt cx="539700" cy="539700"/>
            </a:xfrm>
          </p:grpSpPr>
          <p:sp>
            <p:nvSpPr>
              <p:cNvPr id="2475" name="Google Shape;2475;p8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6" name="Google Shape;2476;p8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477" name="Google Shape;2477;p89"/>
          <p:cNvSpPr txBox="1"/>
          <p:nvPr>
            <p:ph idx="1" type="subTitle"/>
          </p:nvPr>
        </p:nvSpPr>
        <p:spPr>
          <a:xfrm>
            <a:off x="720000" y="1692750"/>
            <a:ext cx="2907600" cy="4773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000"/>
              <a:buFont typeface="Jua"/>
              <a:buNone/>
              <a:defRPr b="1" sz="2000">
                <a:latin typeface="Oxanium"/>
                <a:ea typeface="Oxanium"/>
                <a:cs typeface="Oxanium"/>
                <a:sym typeface="Oxanium"/>
              </a:defRPr>
            </a:lvl1pPr>
            <a:lvl2pPr lvl="1" algn="ctr">
              <a:lnSpc>
                <a:spcPct val="100000"/>
              </a:lnSpc>
              <a:spcBef>
                <a:spcPts val="0"/>
              </a:spcBef>
              <a:spcAft>
                <a:spcPts val="0"/>
              </a:spcAft>
              <a:buSzPts val="2000"/>
              <a:buFont typeface="Jua"/>
              <a:buNone/>
              <a:defRPr b="1" sz="2000">
                <a:latin typeface="Jua"/>
                <a:ea typeface="Jua"/>
                <a:cs typeface="Jua"/>
                <a:sym typeface="Jua"/>
              </a:defRPr>
            </a:lvl2pPr>
            <a:lvl3pPr lvl="2" algn="ctr">
              <a:lnSpc>
                <a:spcPct val="100000"/>
              </a:lnSpc>
              <a:spcBef>
                <a:spcPts val="1600"/>
              </a:spcBef>
              <a:spcAft>
                <a:spcPts val="0"/>
              </a:spcAft>
              <a:buSzPts val="2000"/>
              <a:buFont typeface="Jua"/>
              <a:buNone/>
              <a:defRPr b="1" sz="2000">
                <a:latin typeface="Jua"/>
                <a:ea typeface="Jua"/>
                <a:cs typeface="Jua"/>
                <a:sym typeface="Jua"/>
              </a:defRPr>
            </a:lvl3pPr>
            <a:lvl4pPr lvl="3" algn="ctr">
              <a:lnSpc>
                <a:spcPct val="100000"/>
              </a:lnSpc>
              <a:spcBef>
                <a:spcPts val="1600"/>
              </a:spcBef>
              <a:spcAft>
                <a:spcPts val="0"/>
              </a:spcAft>
              <a:buSzPts val="2000"/>
              <a:buFont typeface="Jua"/>
              <a:buNone/>
              <a:defRPr b="1" sz="2000">
                <a:latin typeface="Jua"/>
                <a:ea typeface="Jua"/>
                <a:cs typeface="Jua"/>
                <a:sym typeface="Jua"/>
              </a:defRPr>
            </a:lvl4pPr>
            <a:lvl5pPr lvl="4" algn="ctr">
              <a:lnSpc>
                <a:spcPct val="100000"/>
              </a:lnSpc>
              <a:spcBef>
                <a:spcPts val="1600"/>
              </a:spcBef>
              <a:spcAft>
                <a:spcPts val="0"/>
              </a:spcAft>
              <a:buSzPts val="2000"/>
              <a:buFont typeface="Jua"/>
              <a:buNone/>
              <a:defRPr b="1" sz="2000">
                <a:latin typeface="Jua"/>
                <a:ea typeface="Jua"/>
                <a:cs typeface="Jua"/>
                <a:sym typeface="Jua"/>
              </a:defRPr>
            </a:lvl5pPr>
            <a:lvl6pPr lvl="5" algn="ctr">
              <a:lnSpc>
                <a:spcPct val="100000"/>
              </a:lnSpc>
              <a:spcBef>
                <a:spcPts val="1600"/>
              </a:spcBef>
              <a:spcAft>
                <a:spcPts val="0"/>
              </a:spcAft>
              <a:buSzPts val="2000"/>
              <a:buFont typeface="Jua"/>
              <a:buNone/>
              <a:defRPr b="1" sz="2000">
                <a:latin typeface="Jua"/>
                <a:ea typeface="Jua"/>
                <a:cs typeface="Jua"/>
                <a:sym typeface="Jua"/>
              </a:defRPr>
            </a:lvl6pPr>
            <a:lvl7pPr lvl="6" algn="ctr">
              <a:lnSpc>
                <a:spcPct val="100000"/>
              </a:lnSpc>
              <a:spcBef>
                <a:spcPts val="1600"/>
              </a:spcBef>
              <a:spcAft>
                <a:spcPts val="0"/>
              </a:spcAft>
              <a:buSzPts val="2000"/>
              <a:buFont typeface="Jua"/>
              <a:buNone/>
              <a:defRPr b="1" sz="2000">
                <a:latin typeface="Jua"/>
                <a:ea typeface="Jua"/>
                <a:cs typeface="Jua"/>
                <a:sym typeface="Jua"/>
              </a:defRPr>
            </a:lvl7pPr>
            <a:lvl8pPr lvl="7" algn="ctr">
              <a:lnSpc>
                <a:spcPct val="100000"/>
              </a:lnSpc>
              <a:spcBef>
                <a:spcPts val="1600"/>
              </a:spcBef>
              <a:spcAft>
                <a:spcPts val="0"/>
              </a:spcAft>
              <a:buSzPts val="2000"/>
              <a:buFont typeface="Jua"/>
              <a:buNone/>
              <a:defRPr b="1" sz="2000">
                <a:latin typeface="Jua"/>
                <a:ea typeface="Jua"/>
                <a:cs typeface="Jua"/>
                <a:sym typeface="Jua"/>
              </a:defRPr>
            </a:lvl8pPr>
            <a:lvl9pPr lvl="8" algn="ctr">
              <a:lnSpc>
                <a:spcPct val="100000"/>
              </a:lnSpc>
              <a:spcBef>
                <a:spcPts val="1600"/>
              </a:spcBef>
              <a:spcAft>
                <a:spcPts val="1600"/>
              </a:spcAft>
              <a:buSzPts val="2000"/>
              <a:buFont typeface="Jua"/>
              <a:buNone/>
              <a:defRPr b="1" sz="2000">
                <a:latin typeface="Jua"/>
                <a:ea typeface="Jua"/>
                <a:cs typeface="Jua"/>
                <a:sym typeface="Jua"/>
              </a:defRPr>
            </a:lvl9pPr>
          </a:lstStyle>
          <a:p/>
        </p:txBody>
      </p:sp>
      <p:sp>
        <p:nvSpPr>
          <p:cNvPr id="2478" name="Google Shape;2478;p89"/>
          <p:cNvSpPr txBox="1"/>
          <p:nvPr>
            <p:ph idx="2" type="subTitle"/>
          </p:nvPr>
        </p:nvSpPr>
        <p:spPr>
          <a:xfrm>
            <a:off x="5516400" y="3158775"/>
            <a:ext cx="2907600" cy="477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Font typeface="Jua"/>
              <a:buNone/>
              <a:defRPr b="1" sz="2000">
                <a:latin typeface="Oxanium"/>
                <a:ea typeface="Oxanium"/>
                <a:cs typeface="Oxanium"/>
                <a:sym typeface="Oxanium"/>
              </a:defRPr>
            </a:lvl1pPr>
            <a:lvl2pPr lvl="1" algn="ctr">
              <a:lnSpc>
                <a:spcPct val="100000"/>
              </a:lnSpc>
              <a:spcBef>
                <a:spcPts val="0"/>
              </a:spcBef>
              <a:spcAft>
                <a:spcPts val="0"/>
              </a:spcAft>
              <a:buSzPts val="2000"/>
              <a:buFont typeface="Jua"/>
              <a:buNone/>
              <a:defRPr b="1" sz="2000">
                <a:latin typeface="Jua"/>
                <a:ea typeface="Jua"/>
                <a:cs typeface="Jua"/>
                <a:sym typeface="Jua"/>
              </a:defRPr>
            </a:lvl2pPr>
            <a:lvl3pPr lvl="2" algn="ctr">
              <a:lnSpc>
                <a:spcPct val="100000"/>
              </a:lnSpc>
              <a:spcBef>
                <a:spcPts val="1600"/>
              </a:spcBef>
              <a:spcAft>
                <a:spcPts val="0"/>
              </a:spcAft>
              <a:buSzPts val="2000"/>
              <a:buFont typeface="Jua"/>
              <a:buNone/>
              <a:defRPr b="1" sz="2000">
                <a:latin typeface="Jua"/>
                <a:ea typeface="Jua"/>
                <a:cs typeface="Jua"/>
                <a:sym typeface="Jua"/>
              </a:defRPr>
            </a:lvl3pPr>
            <a:lvl4pPr lvl="3" algn="ctr">
              <a:lnSpc>
                <a:spcPct val="100000"/>
              </a:lnSpc>
              <a:spcBef>
                <a:spcPts val="1600"/>
              </a:spcBef>
              <a:spcAft>
                <a:spcPts val="0"/>
              </a:spcAft>
              <a:buSzPts val="2000"/>
              <a:buFont typeface="Jua"/>
              <a:buNone/>
              <a:defRPr b="1" sz="2000">
                <a:latin typeface="Jua"/>
                <a:ea typeface="Jua"/>
                <a:cs typeface="Jua"/>
                <a:sym typeface="Jua"/>
              </a:defRPr>
            </a:lvl4pPr>
            <a:lvl5pPr lvl="4" algn="ctr">
              <a:lnSpc>
                <a:spcPct val="100000"/>
              </a:lnSpc>
              <a:spcBef>
                <a:spcPts val="1600"/>
              </a:spcBef>
              <a:spcAft>
                <a:spcPts val="0"/>
              </a:spcAft>
              <a:buSzPts val="2000"/>
              <a:buFont typeface="Jua"/>
              <a:buNone/>
              <a:defRPr b="1" sz="2000">
                <a:latin typeface="Jua"/>
                <a:ea typeface="Jua"/>
                <a:cs typeface="Jua"/>
                <a:sym typeface="Jua"/>
              </a:defRPr>
            </a:lvl5pPr>
            <a:lvl6pPr lvl="5" algn="ctr">
              <a:lnSpc>
                <a:spcPct val="100000"/>
              </a:lnSpc>
              <a:spcBef>
                <a:spcPts val="1600"/>
              </a:spcBef>
              <a:spcAft>
                <a:spcPts val="0"/>
              </a:spcAft>
              <a:buSzPts val="2000"/>
              <a:buFont typeface="Jua"/>
              <a:buNone/>
              <a:defRPr b="1" sz="2000">
                <a:latin typeface="Jua"/>
                <a:ea typeface="Jua"/>
                <a:cs typeface="Jua"/>
                <a:sym typeface="Jua"/>
              </a:defRPr>
            </a:lvl6pPr>
            <a:lvl7pPr lvl="6" algn="ctr">
              <a:lnSpc>
                <a:spcPct val="100000"/>
              </a:lnSpc>
              <a:spcBef>
                <a:spcPts val="1600"/>
              </a:spcBef>
              <a:spcAft>
                <a:spcPts val="0"/>
              </a:spcAft>
              <a:buSzPts val="2000"/>
              <a:buFont typeface="Jua"/>
              <a:buNone/>
              <a:defRPr b="1" sz="2000">
                <a:latin typeface="Jua"/>
                <a:ea typeface="Jua"/>
                <a:cs typeface="Jua"/>
                <a:sym typeface="Jua"/>
              </a:defRPr>
            </a:lvl7pPr>
            <a:lvl8pPr lvl="7" algn="ctr">
              <a:lnSpc>
                <a:spcPct val="100000"/>
              </a:lnSpc>
              <a:spcBef>
                <a:spcPts val="1600"/>
              </a:spcBef>
              <a:spcAft>
                <a:spcPts val="0"/>
              </a:spcAft>
              <a:buSzPts val="2000"/>
              <a:buFont typeface="Jua"/>
              <a:buNone/>
              <a:defRPr b="1" sz="2000">
                <a:latin typeface="Jua"/>
                <a:ea typeface="Jua"/>
                <a:cs typeface="Jua"/>
                <a:sym typeface="Jua"/>
              </a:defRPr>
            </a:lvl8pPr>
            <a:lvl9pPr lvl="8" algn="ctr">
              <a:lnSpc>
                <a:spcPct val="100000"/>
              </a:lnSpc>
              <a:spcBef>
                <a:spcPts val="1600"/>
              </a:spcBef>
              <a:spcAft>
                <a:spcPts val="1600"/>
              </a:spcAft>
              <a:buSzPts val="2000"/>
              <a:buFont typeface="Jua"/>
              <a:buNone/>
              <a:defRPr b="1" sz="2000">
                <a:latin typeface="Jua"/>
                <a:ea typeface="Jua"/>
                <a:cs typeface="Jua"/>
                <a:sym typeface="Jua"/>
              </a:defRPr>
            </a:lvl9pPr>
          </a:lstStyle>
          <a:p/>
        </p:txBody>
      </p:sp>
      <p:sp>
        <p:nvSpPr>
          <p:cNvPr id="2479" name="Google Shape;2479;p89"/>
          <p:cNvSpPr txBox="1"/>
          <p:nvPr>
            <p:ph idx="3" type="subTitle"/>
          </p:nvPr>
        </p:nvSpPr>
        <p:spPr>
          <a:xfrm>
            <a:off x="720000" y="2073850"/>
            <a:ext cx="2907600" cy="816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480" name="Google Shape;2480;p89"/>
          <p:cNvSpPr txBox="1"/>
          <p:nvPr>
            <p:ph idx="4" type="subTitle"/>
          </p:nvPr>
        </p:nvSpPr>
        <p:spPr>
          <a:xfrm>
            <a:off x="5516400" y="3539875"/>
            <a:ext cx="2907600" cy="81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481" name="Google Shape;2481;p89"/>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82" name="Shape 2482"/>
        <p:cNvGrpSpPr/>
        <p:nvPr/>
      </p:nvGrpSpPr>
      <p:grpSpPr>
        <a:xfrm>
          <a:off x="0" y="0"/>
          <a:ext cx="0" cy="0"/>
          <a:chOff x="0" y="0"/>
          <a:chExt cx="0" cy="0"/>
        </a:xfrm>
      </p:grpSpPr>
      <p:grpSp>
        <p:nvGrpSpPr>
          <p:cNvPr id="2483" name="Google Shape;2483;p90"/>
          <p:cNvGrpSpPr/>
          <p:nvPr/>
        </p:nvGrpSpPr>
        <p:grpSpPr>
          <a:xfrm flipH="1" rot="10800000">
            <a:off x="0" y="0"/>
            <a:ext cx="9144000" cy="5143500"/>
            <a:chOff x="0" y="0"/>
            <a:chExt cx="9144000" cy="5143500"/>
          </a:xfrm>
        </p:grpSpPr>
        <p:sp>
          <p:nvSpPr>
            <p:cNvPr id="2484" name="Google Shape;2484;p90"/>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5" name="Google Shape;2485;p90"/>
            <p:cNvSpPr/>
            <p:nvPr/>
          </p:nvSpPr>
          <p:spPr>
            <a:xfrm>
              <a:off x="0" y="0"/>
              <a:ext cx="9144000" cy="5143500"/>
            </a:xfrm>
            <a:prstGeom prst="rect">
              <a:avLst/>
            </a:prstGeom>
            <a:gradFill>
              <a:gsLst>
                <a:gs pos="0">
                  <a:srgbClr val="20F8FD">
                    <a:alpha val="28235"/>
                  </a:srgbClr>
                </a:gs>
                <a:gs pos="50000">
                  <a:srgbClr val="0182AA">
                    <a:alpha val="35294"/>
                  </a:srgbClr>
                </a:gs>
                <a:gs pos="63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86" name="Google Shape;2486;p90"/>
          <p:cNvGrpSpPr/>
          <p:nvPr/>
        </p:nvGrpSpPr>
        <p:grpSpPr>
          <a:xfrm rot="10800000">
            <a:off x="-24925" y="-37705"/>
            <a:ext cx="9280375" cy="5214400"/>
            <a:chOff x="-24925" y="-58550"/>
            <a:chExt cx="9280375" cy="5214400"/>
          </a:xfrm>
        </p:grpSpPr>
        <p:cxnSp>
          <p:nvCxnSpPr>
            <p:cNvPr id="2487" name="Google Shape;2487;p90"/>
            <p:cNvCxnSpPr/>
            <p:nvPr/>
          </p:nvCxnSpPr>
          <p:spPr>
            <a:xfrm>
              <a:off x="6519450" y="-46075"/>
              <a:ext cx="2736000" cy="949800"/>
            </a:xfrm>
            <a:prstGeom prst="straightConnector1">
              <a:avLst/>
            </a:prstGeom>
            <a:noFill/>
            <a:ln cap="rnd" cmpd="sng" w="9525">
              <a:solidFill>
                <a:schemeClr val="accent4"/>
              </a:solidFill>
              <a:prstDash val="solid"/>
              <a:round/>
              <a:headEnd len="sm" w="sm" type="none"/>
              <a:tailEnd len="sm" w="sm" type="none"/>
            </a:ln>
          </p:spPr>
        </p:cxnSp>
        <p:grpSp>
          <p:nvGrpSpPr>
            <p:cNvPr id="2488" name="Google Shape;2488;p90"/>
            <p:cNvGrpSpPr/>
            <p:nvPr/>
          </p:nvGrpSpPr>
          <p:grpSpPr>
            <a:xfrm>
              <a:off x="8355390" y="368161"/>
              <a:ext cx="718341" cy="718341"/>
              <a:chOff x="-83525" y="4333650"/>
              <a:chExt cx="539700" cy="539700"/>
            </a:xfrm>
          </p:grpSpPr>
          <p:sp>
            <p:nvSpPr>
              <p:cNvPr id="2489" name="Google Shape;2489;p9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0" name="Google Shape;2490;p9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91" name="Google Shape;2491;p90"/>
            <p:cNvGrpSpPr/>
            <p:nvPr/>
          </p:nvGrpSpPr>
          <p:grpSpPr>
            <a:xfrm>
              <a:off x="8100801" y="168550"/>
              <a:ext cx="265640" cy="265640"/>
              <a:chOff x="-83525" y="4333650"/>
              <a:chExt cx="539700" cy="539700"/>
            </a:xfrm>
          </p:grpSpPr>
          <p:sp>
            <p:nvSpPr>
              <p:cNvPr id="2492" name="Google Shape;2492;p9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3" name="Google Shape;2493;p9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494" name="Google Shape;2494;p90"/>
            <p:cNvCxnSpPr/>
            <p:nvPr/>
          </p:nvCxnSpPr>
          <p:spPr>
            <a:xfrm>
              <a:off x="8552850" y="-58550"/>
              <a:ext cx="690000" cy="3040200"/>
            </a:xfrm>
            <a:prstGeom prst="straightConnector1">
              <a:avLst/>
            </a:prstGeom>
            <a:noFill/>
            <a:ln cap="rnd" cmpd="sng" w="9525">
              <a:solidFill>
                <a:schemeClr val="accent4"/>
              </a:solidFill>
              <a:prstDash val="solid"/>
              <a:round/>
              <a:headEnd len="sm" w="sm" type="none"/>
              <a:tailEnd len="sm" w="sm" type="none"/>
            </a:ln>
          </p:spPr>
        </p:cxnSp>
        <p:cxnSp>
          <p:nvCxnSpPr>
            <p:cNvPr id="2495" name="Google Shape;2495;p90"/>
            <p:cNvCxnSpPr/>
            <p:nvPr/>
          </p:nvCxnSpPr>
          <p:spPr>
            <a:xfrm>
              <a:off x="406150" y="-46075"/>
              <a:ext cx="261900" cy="5195700"/>
            </a:xfrm>
            <a:prstGeom prst="straightConnector1">
              <a:avLst/>
            </a:prstGeom>
            <a:noFill/>
            <a:ln cap="rnd" cmpd="sng" w="9525">
              <a:solidFill>
                <a:schemeClr val="accent4"/>
              </a:solidFill>
              <a:prstDash val="solid"/>
              <a:round/>
              <a:headEnd len="sm" w="sm" type="none"/>
              <a:tailEnd len="sm" w="sm" type="none"/>
            </a:ln>
          </p:spPr>
        </p:cxnSp>
        <p:cxnSp>
          <p:nvCxnSpPr>
            <p:cNvPr id="2496" name="Google Shape;2496;p90"/>
            <p:cNvCxnSpPr/>
            <p:nvPr/>
          </p:nvCxnSpPr>
          <p:spPr>
            <a:xfrm>
              <a:off x="-24925" y="4326350"/>
              <a:ext cx="6293400" cy="829500"/>
            </a:xfrm>
            <a:prstGeom prst="straightConnector1">
              <a:avLst/>
            </a:prstGeom>
            <a:noFill/>
            <a:ln cap="rnd" cmpd="sng" w="9525">
              <a:solidFill>
                <a:schemeClr val="accent4"/>
              </a:solidFill>
              <a:prstDash val="solid"/>
              <a:round/>
              <a:headEnd len="sm" w="sm" type="none"/>
              <a:tailEnd len="sm" w="sm" type="none"/>
            </a:ln>
          </p:spPr>
        </p:cxnSp>
        <p:grpSp>
          <p:nvGrpSpPr>
            <p:cNvPr id="2497" name="Google Shape;2497;p90"/>
            <p:cNvGrpSpPr/>
            <p:nvPr/>
          </p:nvGrpSpPr>
          <p:grpSpPr>
            <a:xfrm>
              <a:off x="952751" y="4809150"/>
              <a:ext cx="265640" cy="265640"/>
              <a:chOff x="-83525" y="4333650"/>
              <a:chExt cx="539700" cy="539700"/>
            </a:xfrm>
          </p:grpSpPr>
          <p:sp>
            <p:nvSpPr>
              <p:cNvPr id="2498" name="Google Shape;2498;p9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9" name="Google Shape;2499;p9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00" name="Google Shape;2500;p90"/>
            <p:cNvGrpSpPr/>
            <p:nvPr/>
          </p:nvGrpSpPr>
          <p:grpSpPr>
            <a:xfrm>
              <a:off x="216751" y="4572125"/>
              <a:ext cx="265640" cy="265640"/>
              <a:chOff x="-83525" y="4333650"/>
              <a:chExt cx="539700" cy="539700"/>
            </a:xfrm>
          </p:grpSpPr>
          <p:sp>
            <p:nvSpPr>
              <p:cNvPr id="2501" name="Google Shape;2501;p9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2" name="Google Shape;2502;p9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03" name="Google Shape;2503;p90"/>
            <p:cNvGrpSpPr/>
            <p:nvPr/>
          </p:nvGrpSpPr>
          <p:grpSpPr>
            <a:xfrm>
              <a:off x="3553751" y="4470675"/>
              <a:ext cx="265640" cy="265640"/>
              <a:chOff x="-83525" y="4333650"/>
              <a:chExt cx="539700" cy="539700"/>
            </a:xfrm>
          </p:grpSpPr>
          <p:sp>
            <p:nvSpPr>
              <p:cNvPr id="2504" name="Google Shape;2504;p9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5" name="Google Shape;2505;p9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06" name="Google Shape;2506;p90"/>
            <p:cNvGrpSpPr/>
            <p:nvPr/>
          </p:nvGrpSpPr>
          <p:grpSpPr>
            <a:xfrm>
              <a:off x="852951" y="168550"/>
              <a:ext cx="265640" cy="265640"/>
              <a:chOff x="-83525" y="4333650"/>
              <a:chExt cx="539700" cy="539700"/>
            </a:xfrm>
          </p:grpSpPr>
          <p:sp>
            <p:nvSpPr>
              <p:cNvPr id="2507" name="Google Shape;2507;p9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8" name="Google Shape;2508;p9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09" name="Google Shape;2509;p90"/>
            <p:cNvGrpSpPr/>
            <p:nvPr/>
          </p:nvGrpSpPr>
          <p:grpSpPr>
            <a:xfrm>
              <a:off x="185551" y="1478400"/>
              <a:ext cx="265640" cy="265640"/>
              <a:chOff x="-83525" y="4333650"/>
              <a:chExt cx="539700" cy="539700"/>
            </a:xfrm>
          </p:grpSpPr>
          <p:sp>
            <p:nvSpPr>
              <p:cNvPr id="2510" name="Google Shape;2510;p9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1" name="Google Shape;2511;p9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12" name="Google Shape;2512;p90"/>
            <p:cNvGrpSpPr/>
            <p:nvPr/>
          </p:nvGrpSpPr>
          <p:grpSpPr>
            <a:xfrm>
              <a:off x="89588" y="456148"/>
              <a:ext cx="718341" cy="718341"/>
              <a:chOff x="-83525" y="4333650"/>
              <a:chExt cx="539700" cy="539700"/>
            </a:xfrm>
          </p:grpSpPr>
          <p:sp>
            <p:nvSpPr>
              <p:cNvPr id="2513" name="Google Shape;2513;p9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4" name="Google Shape;2514;p9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15" name="Google Shape;2515;p90"/>
            <p:cNvGrpSpPr/>
            <p:nvPr/>
          </p:nvGrpSpPr>
          <p:grpSpPr>
            <a:xfrm>
              <a:off x="403375" y="4187468"/>
              <a:ext cx="477473" cy="477473"/>
              <a:chOff x="-83525" y="4333650"/>
              <a:chExt cx="539700" cy="539700"/>
            </a:xfrm>
          </p:grpSpPr>
          <p:sp>
            <p:nvSpPr>
              <p:cNvPr id="2516" name="Google Shape;2516;p9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7" name="Google Shape;2517;p9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518" name="Google Shape;2518;p90"/>
          <p:cNvSpPr txBox="1"/>
          <p:nvPr>
            <p:ph type="title"/>
          </p:nvPr>
        </p:nvSpPr>
        <p:spPr>
          <a:xfrm>
            <a:off x="1178850" y="970500"/>
            <a:ext cx="6786300" cy="320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9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19" name="Shape 2519"/>
        <p:cNvGrpSpPr/>
        <p:nvPr/>
      </p:nvGrpSpPr>
      <p:grpSpPr>
        <a:xfrm>
          <a:off x="0" y="0"/>
          <a:ext cx="0" cy="0"/>
          <a:chOff x="0" y="0"/>
          <a:chExt cx="0" cy="0"/>
        </a:xfrm>
      </p:grpSpPr>
      <p:grpSp>
        <p:nvGrpSpPr>
          <p:cNvPr id="2520" name="Google Shape;2520;p91"/>
          <p:cNvGrpSpPr/>
          <p:nvPr/>
        </p:nvGrpSpPr>
        <p:grpSpPr>
          <a:xfrm flipH="1" rot="10800000">
            <a:off x="0" y="0"/>
            <a:ext cx="9144000" cy="5143500"/>
            <a:chOff x="0" y="0"/>
            <a:chExt cx="9144000" cy="5143500"/>
          </a:xfrm>
        </p:grpSpPr>
        <p:sp>
          <p:nvSpPr>
            <p:cNvPr id="2521" name="Google Shape;2521;p91"/>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2" name="Google Shape;2522;p91"/>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23" name="Google Shape;2523;p91"/>
          <p:cNvGrpSpPr/>
          <p:nvPr/>
        </p:nvGrpSpPr>
        <p:grpSpPr>
          <a:xfrm rot="10800000">
            <a:off x="-12750" y="-92425"/>
            <a:ext cx="9188775" cy="5282075"/>
            <a:chOff x="-12750" y="-92425"/>
            <a:chExt cx="9188775" cy="5282075"/>
          </a:xfrm>
        </p:grpSpPr>
        <p:cxnSp>
          <p:nvCxnSpPr>
            <p:cNvPr id="2524" name="Google Shape;2524;p91"/>
            <p:cNvCxnSpPr/>
            <p:nvPr/>
          </p:nvCxnSpPr>
          <p:spPr>
            <a:xfrm>
              <a:off x="7254825" y="-73150"/>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2525" name="Google Shape;2525;p91"/>
            <p:cNvCxnSpPr/>
            <p:nvPr/>
          </p:nvCxnSpPr>
          <p:spPr>
            <a:xfrm flipH="1">
              <a:off x="-6475" y="-53850"/>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2526" name="Google Shape;2526;p91"/>
            <p:cNvCxnSpPr/>
            <p:nvPr/>
          </p:nvCxnSpPr>
          <p:spPr>
            <a:xfrm flipH="1">
              <a:off x="-12750" y="-92425"/>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2527" name="Google Shape;2527;p91"/>
            <p:cNvCxnSpPr/>
            <p:nvPr/>
          </p:nvCxnSpPr>
          <p:spPr>
            <a:xfrm flipH="1" rot="10800000">
              <a:off x="8604325" y="2561350"/>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2528" name="Google Shape;2528;p91"/>
            <p:cNvGrpSpPr/>
            <p:nvPr/>
          </p:nvGrpSpPr>
          <p:grpSpPr>
            <a:xfrm>
              <a:off x="120119" y="996240"/>
              <a:ext cx="419725" cy="419725"/>
              <a:chOff x="-83525" y="4333650"/>
              <a:chExt cx="539700" cy="539700"/>
            </a:xfrm>
          </p:grpSpPr>
          <p:sp>
            <p:nvSpPr>
              <p:cNvPr id="2529" name="Google Shape;2529;p9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0" name="Google Shape;2530;p9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31" name="Google Shape;2531;p91"/>
            <p:cNvGrpSpPr/>
            <p:nvPr/>
          </p:nvGrpSpPr>
          <p:grpSpPr>
            <a:xfrm>
              <a:off x="8126742" y="240024"/>
              <a:ext cx="599661" cy="599607"/>
              <a:chOff x="-83525" y="4333650"/>
              <a:chExt cx="539700" cy="539700"/>
            </a:xfrm>
          </p:grpSpPr>
          <p:sp>
            <p:nvSpPr>
              <p:cNvPr id="2532" name="Google Shape;2532;p9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3" name="Google Shape;2533;p9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34" name="Google Shape;2534;p91"/>
            <p:cNvGrpSpPr/>
            <p:nvPr/>
          </p:nvGrpSpPr>
          <p:grpSpPr>
            <a:xfrm>
              <a:off x="8756294" y="3264590"/>
              <a:ext cx="419725" cy="419725"/>
              <a:chOff x="-83525" y="4333650"/>
              <a:chExt cx="539700" cy="539700"/>
            </a:xfrm>
          </p:grpSpPr>
          <p:sp>
            <p:nvSpPr>
              <p:cNvPr id="2535" name="Google Shape;2535;p9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6" name="Google Shape;2536;p9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537" name="Google Shape;2537;p91"/>
          <p:cNvSpPr txBox="1"/>
          <p:nvPr>
            <p:ph type="title"/>
          </p:nvPr>
        </p:nvSpPr>
        <p:spPr>
          <a:xfrm>
            <a:off x="2251675" y="951375"/>
            <a:ext cx="4640700" cy="2063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6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38" name="Google Shape;2538;p91"/>
          <p:cNvSpPr txBox="1"/>
          <p:nvPr>
            <p:ph idx="1" type="subTitle"/>
          </p:nvPr>
        </p:nvSpPr>
        <p:spPr>
          <a:xfrm>
            <a:off x="2070600" y="2988825"/>
            <a:ext cx="5002800" cy="1203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39" name="Shape 2539"/>
        <p:cNvGrpSpPr/>
        <p:nvPr/>
      </p:nvGrpSpPr>
      <p:grpSpPr>
        <a:xfrm>
          <a:off x="0" y="0"/>
          <a:ext cx="0" cy="0"/>
          <a:chOff x="0" y="0"/>
          <a:chExt cx="0" cy="0"/>
        </a:xfrm>
      </p:grpSpPr>
      <p:grpSp>
        <p:nvGrpSpPr>
          <p:cNvPr id="2540" name="Google Shape;2540;p92"/>
          <p:cNvGrpSpPr/>
          <p:nvPr/>
        </p:nvGrpSpPr>
        <p:grpSpPr>
          <a:xfrm>
            <a:off x="0" y="0"/>
            <a:ext cx="9144000" cy="5143500"/>
            <a:chOff x="0" y="0"/>
            <a:chExt cx="9144000" cy="5143500"/>
          </a:xfrm>
        </p:grpSpPr>
        <p:sp>
          <p:nvSpPr>
            <p:cNvPr id="2541" name="Google Shape;2541;p92"/>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2" name="Google Shape;2542;p92"/>
            <p:cNvSpPr/>
            <p:nvPr/>
          </p:nvSpPr>
          <p:spPr>
            <a:xfrm>
              <a:off x="0" y="0"/>
              <a:ext cx="9144000" cy="5143500"/>
            </a:xfrm>
            <a:prstGeom prst="rect">
              <a:avLst/>
            </a:prstGeom>
            <a:gradFill>
              <a:gsLst>
                <a:gs pos="0">
                  <a:srgbClr val="748BFF">
                    <a:alpha val="0"/>
                  </a:srgbClr>
                </a:gs>
                <a:gs pos="50000">
                  <a:srgbClr val="F3F3F3">
                    <a:alpha val="0"/>
                  </a:srgbClr>
                </a:gs>
                <a:gs pos="75000">
                  <a:srgbClr val="F3F3F3">
                    <a:alpha val="0"/>
                  </a:srgbClr>
                </a:gs>
                <a:gs pos="88000">
                  <a:srgbClr val="F3F3F3">
                    <a:alpha val="0"/>
                  </a:srgbClr>
                </a:gs>
                <a:gs pos="100000">
                  <a:srgbClr val="7659FF">
                    <a:alpha val="76862"/>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43" name="Google Shape;2543;p92"/>
          <p:cNvGrpSpPr/>
          <p:nvPr/>
        </p:nvGrpSpPr>
        <p:grpSpPr>
          <a:xfrm>
            <a:off x="-38475" y="-73150"/>
            <a:ext cx="9236700" cy="5340125"/>
            <a:chOff x="-38475" y="-73150"/>
            <a:chExt cx="9236700" cy="5340125"/>
          </a:xfrm>
        </p:grpSpPr>
        <p:cxnSp>
          <p:nvCxnSpPr>
            <p:cNvPr id="2544" name="Google Shape;2544;p92"/>
            <p:cNvCxnSpPr/>
            <p:nvPr/>
          </p:nvCxnSpPr>
          <p:spPr>
            <a:xfrm flipH="1" rot="10800000">
              <a:off x="8103025" y="935750"/>
              <a:ext cx="1073100" cy="4228200"/>
            </a:xfrm>
            <a:prstGeom prst="straightConnector1">
              <a:avLst/>
            </a:prstGeom>
            <a:noFill/>
            <a:ln cap="rnd" cmpd="sng" w="9525">
              <a:solidFill>
                <a:schemeClr val="accent4"/>
              </a:solidFill>
              <a:prstDash val="solid"/>
              <a:round/>
              <a:headEnd len="sm" w="sm" type="none"/>
              <a:tailEnd len="sm" w="sm" type="none"/>
            </a:ln>
          </p:spPr>
        </p:cxnSp>
        <p:cxnSp>
          <p:nvCxnSpPr>
            <p:cNvPr id="2545" name="Google Shape;2545;p92"/>
            <p:cNvCxnSpPr/>
            <p:nvPr/>
          </p:nvCxnSpPr>
          <p:spPr>
            <a:xfrm flipH="1">
              <a:off x="4433800" y="3088375"/>
              <a:ext cx="4750200" cy="2178600"/>
            </a:xfrm>
            <a:prstGeom prst="straightConnector1">
              <a:avLst/>
            </a:prstGeom>
            <a:noFill/>
            <a:ln cap="rnd" cmpd="sng" w="9525">
              <a:solidFill>
                <a:schemeClr val="accent4"/>
              </a:solidFill>
              <a:prstDash val="solid"/>
              <a:round/>
              <a:headEnd len="sm" w="sm" type="none"/>
              <a:tailEnd len="sm" w="sm" type="none"/>
            </a:ln>
          </p:spPr>
        </p:cxnSp>
        <p:cxnSp>
          <p:nvCxnSpPr>
            <p:cNvPr id="2546" name="Google Shape;2546;p92"/>
            <p:cNvCxnSpPr/>
            <p:nvPr/>
          </p:nvCxnSpPr>
          <p:spPr>
            <a:xfrm>
              <a:off x="5898975" y="4174350"/>
              <a:ext cx="2917200" cy="616800"/>
            </a:xfrm>
            <a:prstGeom prst="straightConnector1">
              <a:avLst/>
            </a:prstGeom>
            <a:noFill/>
            <a:ln cap="rnd" cmpd="sng" w="9525">
              <a:solidFill>
                <a:schemeClr val="accent4"/>
              </a:solidFill>
              <a:prstDash val="solid"/>
              <a:round/>
              <a:headEnd len="sm" w="sm" type="none"/>
              <a:tailEnd len="sm" w="sm" type="none"/>
            </a:ln>
          </p:spPr>
        </p:cxnSp>
        <p:cxnSp>
          <p:nvCxnSpPr>
            <p:cNvPr id="2547" name="Google Shape;2547;p92"/>
            <p:cNvCxnSpPr/>
            <p:nvPr/>
          </p:nvCxnSpPr>
          <p:spPr>
            <a:xfrm flipH="1" rot="10800000">
              <a:off x="-12825" y="-47525"/>
              <a:ext cx="3470100" cy="1420200"/>
            </a:xfrm>
            <a:prstGeom prst="straightConnector1">
              <a:avLst/>
            </a:prstGeom>
            <a:noFill/>
            <a:ln cap="rnd" cmpd="sng" w="9525">
              <a:solidFill>
                <a:schemeClr val="accent4"/>
              </a:solidFill>
              <a:prstDash val="solid"/>
              <a:round/>
              <a:headEnd len="sm" w="sm" type="none"/>
              <a:tailEnd len="sm" w="sm" type="none"/>
            </a:ln>
          </p:spPr>
        </p:cxnSp>
        <p:cxnSp>
          <p:nvCxnSpPr>
            <p:cNvPr id="2548" name="Google Shape;2548;p92"/>
            <p:cNvCxnSpPr/>
            <p:nvPr/>
          </p:nvCxnSpPr>
          <p:spPr>
            <a:xfrm>
              <a:off x="-38475" y="158200"/>
              <a:ext cx="9236700" cy="308400"/>
            </a:xfrm>
            <a:prstGeom prst="straightConnector1">
              <a:avLst/>
            </a:prstGeom>
            <a:noFill/>
            <a:ln cap="rnd" cmpd="sng" w="9525">
              <a:solidFill>
                <a:schemeClr val="accent4"/>
              </a:solidFill>
              <a:prstDash val="solid"/>
              <a:round/>
              <a:headEnd len="sm" w="sm" type="none"/>
              <a:tailEnd len="sm" w="sm" type="none"/>
            </a:ln>
          </p:spPr>
        </p:cxnSp>
        <p:cxnSp>
          <p:nvCxnSpPr>
            <p:cNvPr id="2549" name="Google Shape;2549;p92"/>
            <p:cNvCxnSpPr/>
            <p:nvPr/>
          </p:nvCxnSpPr>
          <p:spPr>
            <a:xfrm>
              <a:off x="8015225" y="-73150"/>
              <a:ext cx="1176000" cy="3547200"/>
            </a:xfrm>
            <a:prstGeom prst="straightConnector1">
              <a:avLst/>
            </a:prstGeom>
            <a:noFill/>
            <a:ln cap="rnd" cmpd="sng" w="9525">
              <a:solidFill>
                <a:schemeClr val="accent4"/>
              </a:solidFill>
              <a:prstDash val="solid"/>
              <a:round/>
              <a:headEnd len="sm" w="sm" type="none"/>
              <a:tailEnd len="sm" w="sm" type="none"/>
            </a:ln>
          </p:spPr>
        </p:cxnSp>
        <p:grpSp>
          <p:nvGrpSpPr>
            <p:cNvPr id="2550" name="Google Shape;2550;p92"/>
            <p:cNvGrpSpPr/>
            <p:nvPr/>
          </p:nvGrpSpPr>
          <p:grpSpPr>
            <a:xfrm>
              <a:off x="7828101" y="93148"/>
              <a:ext cx="718341" cy="718341"/>
              <a:chOff x="-83525" y="4333650"/>
              <a:chExt cx="539700" cy="539700"/>
            </a:xfrm>
          </p:grpSpPr>
          <p:sp>
            <p:nvSpPr>
              <p:cNvPr id="2551" name="Google Shape;2551;p9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2" name="Google Shape;2552;p9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53" name="Google Shape;2553;p92"/>
            <p:cNvGrpSpPr/>
            <p:nvPr/>
          </p:nvGrpSpPr>
          <p:grpSpPr>
            <a:xfrm>
              <a:off x="8105174" y="2908537"/>
              <a:ext cx="909610" cy="909610"/>
              <a:chOff x="-83525" y="4333650"/>
              <a:chExt cx="539700" cy="539700"/>
            </a:xfrm>
          </p:grpSpPr>
          <p:sp>
            <p:nvSpPr>
              <p:cNvPr id="2554" name="Google Shape;2554;p9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5" name="Google Shape;2555;p9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56" name="Google Shape;2556;p92"/>
            <p:cNvGrpSpPr/>
            <p:nvPr/>
          </p:nvGrpSpPr>
          <p:grpSpPr>
            <a:xfrm>
              <a:off x="6278820" y="4063832"/>
              <a:ext cx="501219" cy="501219"/>
              <a:chOff x="-83525" y="4333650"/>
              <a:chExt cx="539700" cy="539700"/>
            </a:xfrm>
          </p:grpSpPr>
          <p:sp>
            <p:nvSpPr>
              <p:cNvPr id="2557" name="Google Shape;2557;p9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8" name="Google Shape;2558;p9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59" name="Google Shape;2559;p92"/>
            <p:cNvGrpSpPr/>
            <p:nvPr/>
          </p:nvGrpSpPr>
          <p:grpSpPr>
            <a:xfrm>
              <a:off x="270654" y="580728"/>
              <a:ext cx="1002385" cy="1002385"/>
              <a:chOff x="-83525" y="4333650"/>
              <a:chExt cx="539700" cy="539700"/>
            </a:xfrm>
          </p:grpSpPr>
          <p:sp>
            <p:nvSpPr>
              <p:cNvPr id="2560" name="Google Shape;2560;p9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1" name="Google Shape;2561;p9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2" name="Google Shape;2562;p92"/>
            <p:cNvGrpSpPr/>
            <p:nvPr/>
          </p:nvGrpSpPr>
          <p:grpSpPr>
            <a:xfrm>
              <a:off x="2518898" y="28101"/>
              <a:ext cx="438506" cy="438506"/>
              <a:chOff x="-83525" y="4333650"/>
              <a:chExt cx="539700" cy="539700"/>
            </a:xfrm>
          </p:grpSpPr>
          <p:sp>
            <p:nvSpPr>
              <p:cNvPr id="2563" name="Google Shape;2563;p9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4" name="Google Shape;2564;p9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565" name="Google Shape;2565;p92"/>
          <p:cNvSpPr txBox="1"/>
          <p:nvPr>
            <p:ph type="title"/>
          </p:nvPr>
        </p:nvSpPr>
        <p:spPr>
          <a:xfrm>
            <a:off x="690075" y="2240175"/>
            <a:ext cx="2946900" cy="2428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100"/>
              <a:buNone/>
              <a:defRPr sz="3700"/>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566" name="Shape 2566"/>
        <p:cNvGrpSpPr/>
        <p:nvPr/>
      </p:nvGrpSpPr>
      <p:grpSpPr>
        <a:xfrm>
          <a:off x="0" y="0"/>
          <a:ext cx="0" cy="0"/>
          <a:chOff x="0" y="0"/>
          <a:chExt cx="0" cy="0"/>
        </a:xfrm>
      </p:grpSpPr>
      <p:grpSp>
        <p:nvGrpSpPr>
          <p:cNvPr id="2567" name="Google Shape;2567;p93"/>
          <p:cNvGrpSpPr/>
          <p:nvPr/>
        </p:nvGrpSpPr>
        <p:grpSpPr>
          <a:xfrm>
            <a:off x="0" y="0"/>
            <a:ext cx="9144000" cy="5143500"/>
            <a:chOff x="0" y="0"/>
            <a:chExt cx="9144000" cy="5143500"/>
          </a:xfrm>
        </p:grpSpPr>
        <p:sp>
          <p:nvSpPr>
            <p:cNvPr id="2568" name="Google Shape;2568;p93"/>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9" name="Google Shape;2569;p93"/>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70" name="Google Shape;2570;p93"/>
          <p:cNvGrpSpPr/>
          <p:nvPr/>
        </p:nvGrpSpPr>
        <p:grpSpPr>
          <a:xfrm>
            <a:off x="-34650" y="-92425"/>
            <a:ext cx="9236500" cy="5321150"/>
            <a:chOff x="-34650" y="-92425"/>
            <a:chExt cx="9236500" cy="5321150"/>
          </a:xfrm>
        </p:grpSpPr>
        <p:cxnSp>
          <p:nvCxnSpPr>
            <p:cNvPr id="2571" name="Google Shape;2571;p93"/>
            <p:cNvCxnSpPr/>
            <p:nvPr/>
          </p:nvCxnSpPr>
          <p:spPr>
            <a:xfrm flipH="1">
              <a:off x="-12750" y="-73150"/>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2572" name="Google Shape;2572;p93"/>
            <p:cNvCxnSpPr/>
            <p:nvPr/>
          </p:nvCxnSpPr>
          <p:spPr>
            <a:xfrm>
              <a:off x="8070850" y="-53850"/>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2573" name="Google Shape;2573;p93"/>
            <p:cNvCxnSpPr/>
            <p:nvPr/>
          </p:nvCxnSpPr>
          <p:spPr>
            <a:xfrm>
              <a:off x="8623425" y="-92425"/>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2574" name="Google Shape;2574;p93"/>
            <p:cNvCxnSpPr/>
            <p:nvPr/>
          </p:nvCxnSpPr>
          <p:spPr>
            <a:xfrm rot="10800000">
              <a:off x="6350" y="2561350"/>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2575" name="Google Shape;2575;p93"/>
            <p:cNvGrpSpPr/>
            <p:nvPr/>
          </p:nvGrpSpPr>
          <p:grpSpPr>
            <a:xfrm flipH="1">
              <a:off x="8623432" y="996240"/>
              <a:ext cx="419725" cy="419725"/>
              <a:chOff x="-83525" y="4333650"/>
              <a:chExt cx="539700" cy="539700"/>
            </a:xfrm>
          </p:grpSpPr>
          <p:sp>
            <p:nvSpPr>
              <p:cNvPr id="2576" name="Google Shape;2576;p9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7" name="Google Shape;2577;p9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78" name="Google Shape;2578;p93"/>
            <p:cNvGrpSpPr/>
            <p:nvPr/>
          </p:nvGrpSpPr>
          <p:grpSpPr>
            <a:xfrm flipH="1">
              <a:off x="436872" y="240024"/>
              <a:ext cx="599661" cy="599607"/>
              <a:chOff x="-83525" y="4333650"/>
              <a:chExt cx="539700" cy="539700"/>
            </a:xfrm>
          </p:grpSpPr>
          <p:sp>
            <p:nvSpPr>
              <p:cNvPr id="2579" name="Google Shape;2579;p9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0" name="Google Shape;2580;p9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81" name="Google Shape;2581;p93"/>
            <p:cNvGrpSpPr/>
            <p:nvPr/>
          </p:nvGrpSpPr>
          <p:grpSpPr>
            <a:xfrm flipH="1">
              <a:off x="-12743" y="3264590"/>
              <a:ext cx="419725" cy="419725"/>
              <a:chOff x="-83525" y="4333650"/>
              <a:chExt cx="539700" cy="539700"/>
            </a:xfrm>
          </p:grpSpPr>
          <p:sp>
            <p:nvSpPr>
              <p:cNvPr id="2582" name="Google Shape;2582;p9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3" name="Google Shape;2583;p9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584" name="Google Shape;2584;p93"/>
            <p:cNvCxnSpPr/>
            <p:nvPr/>
          </p:nvCxnSpPr>
          <p:spPr>
            <a:xfrm>
              <a:off x="-34650" y="4123825"/>
              <a:ext cx="6746700" cy="1104900"/>
            </a:xfrm>
            <a:prstGeom prst="straightConnector1">
              <a:avLst/>
            </a:prstGeom>
            <a:noFill/>
            <a:ln cap="rnd" cmpd="sng" w="9525">
              <a:solidFill>
                <a:schemeClr val="accent4"/>
              </a:solidFill>
              <a:prstDash val="solid"/>
              <a:round/>
              <a:headEnd len="sm" w="sm" type="none"/>
              <a:tailEnd len="sm" w="sm" type="none"/>
            </a:ln>
          </p:spPr>
        </p:cxnSp>
        <p:cxnSp>
          <p:nvCxnSpPr>
            <p:cNvPr id="2585" name="Google Shape;2585;p93"/>
            <p:cNvCxnSpPr/>
            <p:nvPr/>
          </p:nvCxnSpPr>
          <p:spPr>
            <a:xfrm>
              <a:off x="1030750" y="-52125"/>
              <a:ext cx="8171100" cy="1306200"/>
            </a:xfrm>
            <a:prstGeom prst="straightConnector1">
              <a:avLst/>
            </a:prstGeom>
            <a:noFill/>
            <a:ln cap="rnd" cmpd="sng" w="9525">
              <a:solidFill>
                <a:schemeClr val="accent4"/>
              </a:solidFill>
              <a:prstDash val="solid"/>
              <a:round/>
              <a:headEnd len="sm" w="sm" type="none"/>
              <a:tailEnd len="sm" w="sm" type="none"/>
            </a:ln>
          </p:spPr>
        </p:cxnSp>
      </p:grpSp>
      <p:sp>
        <p:nvSpPr>
          <p:cNvPr id="2586" name="Google Shape;2586;p93"/>
          <p:cNvSpPr txBox="1"/>
          <p:nvPr>
            <p:ph hasCustomPrompt="1" type="title"/>
          </p:nvPr>
        </p:nvSpPr>
        <p:spPr>
          <a:xfrm rot="181">
            <a:off x="1727753" y="1402388"/>
            <a:ext cx="5688600" cy="2004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12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2587" name="Google Shape;2587;p93"/>
          <p:cNvSpPr txBox="1"/>
          <p:nvPr>
            <p:ph idx="1" type="subTitle"/>
          </p:nvPr>
        </p:nvSpPr>
        <p:spPr>
          <a:xfrm>
            <a:off x="2458200" y="3300850"/>
            <a:ext cx="4227300" cy="440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588" name="Shape 2588"/>
        <p:cNvGrpSpPr/>
        <p:nvPr/>
      </p:nvGrpSpPr>
      <p:grpSpPr>
        <a:xfrm>
          <a:off x="0" y="0"/>
          <a:ext cx="0" cy="0"/>
          <a:chOff x="0" y="0"/>
          <a:chExt cx="0" cy="0"/>
        </a:xfrm>
      </p:grpSpPr>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589" name="Shape 2589"/>
        <p:cNvGrpSpPr/>
        <p:nvPr/>
      </p:nvGrpSpPr>
      <p:grpSpPr>
        <a:xfrm>
          <a:off x="0" y="0"/>
          <a:ext cx="0" cy="0"/>
          <a:chOff x="0" y="0"/>
          <a:chExt cx="0" cy="0"/>
        </a:xfrm>
      </p:grpSpPr>
      <p:sp>
        <p:nvSpPr>
          <p:cNvPr id="2590" name="Google Shape;2590;p95"/>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1" name="Google Shape;2591;p95"/>
          <p:cNvSpPr txBox="1"/>
          <p:nvPr>
            <p:ph type="title"/>
          </p:nvPr>
        </p:nvSpPr>
        <p:spPr>
          <a:xfrm rot="1973">
            <a:off x="4049410" y="752338"/>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592" name="Google Shape;2592;p95"/>
          <p:cNvSpPr txBox="1"/>
          <p:nvPr>
            <p:ph idx="2" type="title"/>
          </p:nvPr>
        </p:nvSpPr>
        <p:spPr>
          <a:xfrm>
            <a:off x="720000" y="541425"/>
            <a:ext cx="2488800" cy="527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593" name="Google Shape;2593;p95"/>
          <p:cNvSpPr txBox="1"/>
          <p:nvPr>
            <p:ph idx="1" type="subTitle"/>
          </p:nvPr>
        </p:nvSpPr>
        <p:spPr>
          <a:xfrm>
            <a:off x="872400" y="916741"/>
            <a:ext cx="2336400" cy="60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94" name="Google Shape;2594;p95"/>
          <p:cNvSpPr txBox="1"/>
          <p:nvPr>
            <p:ph idx="3" type="title"/>
          </p:nvPr>
        </p:nvSpPr>
        <p:spPr>
          <a:xfrm rot="1973">
            <a:off x="4049410" y="3837576"/>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595" name="Google Shape;2595;p95"/>
          <p:cNvSpPr txBox="1"/>
          <p:nvPr>
            <p:ph idx="4" type="title"/>
          </p:nvPr>
        </p:nvSpPr>
        <p:spPr>
          <a:xfrm>
            <a:off x="720000" y="3626673"/>
            <a:ext cx="2488800" cy="527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596" name="Google Shape;2596;p95"/>
          <p:cNvSpPr txBox="1"/>
          <p:nvPr>
            <p:ph idx="5" type="subTitle"/>
          </p:nvPr>
        </p:nvSpPr>
        <p:spPr>
          <a:xfrm>
            <a:off x="872400" y="4001978"/>
            <a:ext cx="2336400" cy="60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2597" name="Google Shape;2597;p95"/>
          <p:cNvGrpSpPr/>
          <p:nvPr/>
        </p:nvGrpSpPr>
        <p:grpSpPr>
          <a:xfrm>
            <a:off x="-12825" y="-92425"/>
            <a:ext cx="9277475" cy="5348950"/>
            <a:chOff x="-12825" y="-92425"/>
            <a:chExt cx="9277475" cy="5348950"/>
          </a:xfrm>
        </p:grpSpPr>
        <p:cxnSp>
          <p:nvCxnSpPr>
            <p:cNvPr id="2598" name="Google Shape;2598;p95"/>
            <p:cNvCxnSpPr/>
            <p:nvPr/>
          </p:nvCxnSpPr>
          <p:spPr>
            <a:xfrm>
              <a:off x="8573550" y="-24325"/>
              <a:ext cx="588600" cy="3658800"/>
            </a:xfrm>
            <a:prstGeom prst="straightConnector1">
              <a:avLst/>
            </a:prstGeom>
            <a:noFill/>
            <a:ln cap="rnd" cmpd="sng" w="9525">
              <a:solidFill>
                <a:schemeClr val="accent4"/>
              </a:solidFill>
              <a:prstDash val="solid"/>
              <a:round/>
              <a:headEnd len="sm" w="sm" type="none"/>
              <a:tailEnd len="sm" w="sm" type="none"/>
            </a:ln>
          </p:spPr>
        </p:cxnSp>
        <p:cxnSp>
          <p:nvCxnSpPr>
            <p:cNvPr id="2599" name="Google Shape;2599;p95"/>
            <p:cNvCxnSpPr/>
            <p:nvPr/>
          </p:nvCxnSpPr>
          <p:spPr>
            <a:xfrm flipH="1">
              <a:off x="8705550" y="-53850"/>
              <a:ext cx="25800" cy="5289300"/>
            </a:xfrm>
            <a:prstGeom prst="straightConnector1">
              <a:avLst/>
            </a:prstGeom>
            <a:noFill/>
            <a:ln cap="rnd" cmpd="sng" w="9525">
              <a:solidFill>
                <a:schemeClr val="accent4"/>
              </a:solidFill>
              <a:prstDash val="solid"/>
              <a:round/>
              <a:headEnd len="sm" w="sm" type="none"/>
              <a:tailEnd len="sm" w="sm" type="none"/>
            </a:ln>
          </p:spPr>
        </p:cxnSp>
        <p:cxnSp>
          <p:nvCxnSpPr>
            <p:cNvPr id="2600" name="Google Shape;2600;p95"/>
            <p:cNvCxnSpPr/>
            <p:nvPr/>
          </p:nvCxnSpPr>
          <p:spPr>
            <a:xfrm flipH="1" rot="10800000">
              <a:off x="3442850" y="4604900"/>
              <a:ext cx="5821800" cy="552600"/>
            </a:xfrm>
            <a:prstGeom prst="straightConnector1">
              <a:avLst/>
            </a:prstGeom>
            <a:noFill/>
            <a:ln cap="rnd" cmpd="sng" w="9525">
              <a:solidFill>
                <a:schemeClr val="accent4"/>
              </a:solidFill>
              <a:prstDash val="solid"/>
              <a:round/>
              <a:headEnd len="sm" w="sm" type="none"/>
              <a:tailEnd len="sm" w="sm" type="none"/>
            </a:ln>
          </p:spPr>
        </p:cxnSp>
        <p:cxnSp>
          <p:nvCxnSpPr>
            <p:cNvPr id="2601" name="Google Shape;2601;p95"/>
            <p:cNvCxnSpPr/>
            <p:nvPr/>
          </p:nvCxnSpPr>
          <p:spPr>
            <a:xfrm>
              <a:off x="-12825" y="3075525"/>
              <a:ext cx="769500" cy="2181000"/>
            </a:xfrm>
            <a:prstGeom prst="straightConnector1">
              <a:avLst/>
            </a:prstGeom>
            <a:noFill/>
            <a:ln cap="rnd" cmpd="sng" w="9525">
              <a:solidFill>
                <a:schemeClr val="accent4"/>
              </a:solidFill>
              <a:prstDash val="solid"/>
              <a:round/>
              <a:headEnd len="sm" w="sm" type="none"/>
              <a:tailEnd len="sm" w="sm" type="none"/>
            </a:ln>
          </p:spPr>
        </p:cxnSp>
        <p:cxnSp>
          <p:nvCxnSpPr>
            <p:cNvPr id="2602" name="Google Shape;2602;p95"/>
            <p:cNvCxnSpPr/>
            <p:nvPr/>
          </p:nvCxnSpPr>
          <p:spPr>
            <a:xfrm flipH="1" rot="10800000">
              <a:off x="147875" y="3331600"/>
              <a:ext cx="358800" cy="1896600"/>
            </a:xfrm>
            <a:prstGeom prst="straightConnector1">
              <a:avLst/>
            </a:prstGeom>
            <a:noFill/>
            <a:ln cap="rnd" cmpd="sng" w="9525">
              <a:solidFill>
                <a:schemeClr val="accent4"/>
              </a:solidFill>
              <a:prstDash val="solid"/>
              <a:round/>
              <a:headEnd len="sm" w="sm" type="none"/>
              <a:tailEnd len="sm" w="sm" type="none"/>
            </a:ln>
          </p:spPr>
        </p:cxnSp>
        <p:cxnSp>
          <p:nvCxnSpPr>
            <p:cNvPr id="2603" name="Google Shape;2603;p95"/>
            <p:cNvCxnSpPr/>
            <p:nvPr/>
          </p:nvCxnSpPr>
          <p:spPr>
            <a:xfrm flipH="1">
              <a:off x="-12650" y="-92425"/>
              <a:ext cx="1047300" cy="3887700"/>
            </a:xfrm>
            <a:prstGeom prst="straightConnector1">
              <a:avLst/>
            </a:prstGeom>
            <a:noFill/>
            <a:ln cap="rnd" cmpd="sng" w="9525">
              <a:solidFill>
                <a:schemeClr val="accent4"/>
              </a:solidFill>
              <a:prstDash val="solid"/>
              <a:round/>
              <a:headEnd len="sm" w="sm" type="none"/>
              <a:tailEnd len="sm" w="sm" type="none"/>
            </a:ln>
          </p:spPr>
        </p:cxnSp>
        <p:grpSp>
          <p:nvGrpSpPr>
            <p:cNvPr id="2604" name="Google Shape;2604;p95"/>
            <p:cNvGrpSpPr/>
            <p:nvPr/>
          </p:nvGrpSpPr>
          <p:grpSpPr>
            <a:xfrm>
              <a:off x="8376754" y="637023"/>
              <a:ext cx="718341" cy="718341"/>
              <a:chOff x="30975" y="3360397"/>
              <a:chExt cx="539700" cy="539700"/>
            </a:xfrm>
          </p:grpSpPr>
          <p:sp>
            <p:nvSpPr>
              <p:cNvPr id="2605" name="Google Shape;2605;p9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6" name="Google Shape;2606;p9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07" name="Google Shape;2607;p95"/>
            <p:cNvGrpSpPr/>
            <p:nvPr/>
          </p:nvGrpSpPr>
          <p:grpSpPr>
            <a:xfrm>
              <a:off x="8425978" y="4416358"/>
              <a:ext cx="533979" cy="533979"/>
              <a:chOff x="147524" y="4333650"/>
              <a:chExt cx="539700" cy="539700"/>
            </a:xfrm>
          </p:grpSpPr>
          <p:sp>
            <p:nvSpPr>
              <p:cNvPr id="2608" name="Google Shape;2608;p95"/>
              <p:cNvSpPr/>
              <p:nvPr/>
            </p:nvSpPr>
            <p:spPr>
              <a:xfrm>
                <a:off x="147524"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9" name="Google Shape;2609;p95"/>
              <p:cNvSpPr/>
              <p:nvPr/>
            </p:nvSpPr>
            <p:spPr>
              <a:xfrm>
                <a:off x="256649"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10" name="Google Shape;2610;p95"/>
            <p:cNvGrpSpPr/>
            <p:nvPr/>
          </p:nvGrpSpPr>
          <p:grpSpPr>
            <a:xfrm>
              <a:off x="-12648" y="3015157"/>
              <a:ext cx="334182" cy="334182"/>
              <a:chOff x="-83525" y="4333650"/>
              <a:chExt cx="539700" cy="539700"/>
            </a:xfrm>
          </p:grpSpPr>
          <p:sp>
            <p:nvSpPr>
              <p:cNvPr id="2611" name="Google Shape;2611;p9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2" name="Google Shape;2612;p9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13" name="Google Shape;2613;p95"/>
            <p:cNvGrpSpPr/>
            <p:nvPr/>
          </p:nvGrpSpPr>
          <p:grpSpPr>
            <a:xfrm>
              <a:off x="705394" y="372757"/>
              <a:ext cx="334182" cy="334182"/>
              <a:chOff x="-83525" y="4333650"/>
              <a:chExt cx="539700" cy="539700"/>
            </a:xfrm>
          </p:grpSpPr>
          <p:sp>
            <p:nvSpPr>
              <p:cNvPr id="2614" name="Google Shape;2614;p9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5" name="Google Shape;2615;p9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616" name="Google Shape;2616;p95"/>
          <p:cNvSpPr txBox="1"/>
          <p:nvPr>
            <p:ph idx="6" type="title"/>
          </p:nvPr>
        </p:nvSpPr>
        <p:spPr>
          <a:xfrm rot="1973">
            <a:off x="4049410" y="2294957"/>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617" name="Google Shape;2617;p95"/>
          <p:cNvSpPr txBox="1"/>
          <p:nvPr>
            <p:ph idx="7" type="title"/>
          </p:nvPr>
        </p:nvSpPr>
        <p:spPr>
          <a:xfrm>
            <a:off x="720000" y="2064655"/>
            <a:ext cx="2488800" cy="527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618" name="Google Shape;2618;p95"/>
          <p:cNvSpPr txBox="1"/>
          <p:nvPr>
            <p:ph idx="8" type="subTitle"/>
          </p:nvPr>
        </p:nvSpPr>
        <p:spPr>
          <a:xfrm>
            <a:off x="872400" y="2439966"/>
            <a:ext cx="2336400" cy="60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619" name="Google Shape;2619;p95"/>
          <p:cNvSpPr txBox="1"/>
          <p:nvPr>
            <p:ph idx="9" type="title"/>
          </p:nvPr>
        </p:nvSpPr>
        <p:spPr>
          <a:xfrm flipH="1" rot="-1973">
            <a:off x="4049390" y="1523647"/>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620" name="Google Shape;2620;p95"/>
          <p:cNvSpPr txBox="1"/>
          <p:nvPr>
            <p:ph idx="13" type="title"/>
          </p:nvPr>
        </p:nvSpPr>
        <p:spPr>
          <a:xfrm flipH="1">
            <a:off x="5934925" y="1349525"/>
            <a:ext cx="25596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621" name="Google Shape;2621;p95"/>
          <p:cNvSpPr txBox="1"/>
          <p:nvPr>
            <p:ph idx="14" type="subTitle"/>
          </p:nvPr>
        </p:nvSpPr>
        <p:spPr>
          <a:xfrm flipH="1">
            <a:off x="5935200" y="1724828"/>
            <a:ext cx="2336400" cy="60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622" name="Google Shape;2622;p95"/>
          <p:cNvSpPr txBox="1"/>
          <p:nvPr>
            <p:ph idx="15" type="title"/>
          </p:nvPr>
        </p:nvSpPr>
        <p:spPr>
          <a:xfrm flipH="1" rot="-1973">
            <a:off x="4049390" y="3066266"/>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623" name="Google Shape;2623;p95"/>
          <p:cNvSpPr txBox="1"/>
          <p:nvPr>
            <p:ph idx="16" type="title"/>
          </p:nvPr>
        </p:nvSpPr>
        <p:spPr>
          <a:xfrm flipH="1">
            <a:off x="5935200" y="2836150"/>
            <a:ext cx="25596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624" name="Google Shape;2624;p95"/>
          <p:cNvSpPr txBox="1"/>
          <p:nvPr>
            <p:ph idx="17" type="subTitle"/>
          </p:nvPr>
        </p:nvSpPr>
        <p:spPr>
          <a:xfrm flipH="1">
            <a:off x="5935200" y="3211476"/>
            <a:ext cx="2336400" cy="60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625" name="Shape 2625"/>
        <p:cNvGrpSpPr/>
        <p:nvPr/>
      </p:nvGrpSpPr>
      <p:grpSpPr>
        <a:xfrm>
          <a:off x="0" y="0"/>
          <a:ext cx="0" cy="0"/>
          <a:chOff x="0" y="0"/>
          <a:chExt cx="0" cy="0"/>
        </a:xfrm>
      </p:grpSpPr>
      <p:sp>
        <p:nvSpPr>
          <p:cNvPr id="2626" name="Google Shape;2626;p96"/>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7" name="Google Shape;2627;p96"/>
          <p:cNvSpPr txBox="1"/>
          <p:nvPr>
            <p:ph idx="1" type="subTitle"/>
          </p:nvPr>
        </p:nvSpPr>
        <p:spPr>
          <a:xfrm>
            <a:off x="720125" y="1409013"/>
            <a:ext cx="4563900" cy="159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grpSp>
        <p:nvGrpSpPr>
          <p:cNvPr id="2628" name="Google Shape;2628;p96"/>
          <p:cNvGrpSpPr/>
          <p:nvPr/>
        </p:nvGrpSpPr>
        <p:grpSpPr>
          <a:xfrm>
            <a:off x="-38475" y="-149400"/>
            <a:ext cx="9236700" cy="5454600"/>
            <a:chOff x="-38475" y="-149400"/>
            <a:chExt cx="9236700" cy="5454600"/>
          </a:xfrm>
        </p:grpSpPr>
        <p:cxnSp>
          <p:nvCxnSpPr>
            <p:cNvPr id="2629" name="Google Shape;2629;p96"/>
            <p:cNvCxnSpPr/>
            <p:nvPr/>
          </p:nvCxnSpPr>
          <p:spPr>
            <a:xfrm flipH="1" rot="10800000">
              <a:off x="8103025" y="935750"/>
              <a:ext cx="1073100" cy="4228200"/>
            </a:xfrm>
            <a:prstGeom prst="straightConnector1">
              <a:avLst/>
            </a:prstGeom>
            <a:noFill/>
            <a:ln cap="rnd" cmpd="sng" w="9525">
              <a:solidFill>
                <a:schemeClr val="accent4"/>
              </a:solidFill>
              <a:prstDash val="solid"/>
              <a:round/>
              <a:headEnd len="sm" w="sm" type="none"/>
              <a:tailEnd len="sm" w="sm" type="none"/>
            </a:ln>
          </p:spPr>
        </p:cxnSp>
        <p:cxnSp>
          <p:nvCxnSpPr>
            <p:cNvPr id="2630" name="Google Shape;2630;p96"/>
            <p:cNvCxnSpPr/>
            <p:nvPr/>
          </p:nvCxnSpPr>
          <p:spPr>
            <a:xfrm flipH="1">
              <a:off x="4433800" y="3088375"/>
              <a:ext cx="4750200" cy="2178600"/>
            </a:xfrm>
            <a:prstGeom prst="straightConnector1">
              <a:avLst/>
            </a:prstGeom>
            <a:noFill/>
            <a:ln cap="rnd" cmpd="sng" w="9525">
              <a:solidFill>
                <a:schemeClr val="accent4"/>
              </a:solidFill>
              <a:prstDash val="solid"/>
              <a:round/>
              <a:headEnd len="sm" w="sm" type="none"/>
              <a:tailEnd len="sm" w="sm" type="none"/>
            </a:ln>
          </p:spPr>
        </p:cxnSp>
        <p:cxnSp>
          <p:nvCxnSpPr>
            <p:cNvPr id="2631" name="Google Shape;2631;p96"/>
            <p:cNvCxnSpPr/>
            <p:nvPr/>
          </p:nvCxnSpPr>
          <p:spPr>
            <a:xfrm>
              <a:off x="5898975" y="4174350"/>
              <a:ext cx="2917200" cy="616800"/>
            </a:xfrm>
            <a:prstGeom prst="straightConnector1">
              <a:avLst/>
            </a:prstGeom>
            <a:noFill/>
            <a:ln cap="rnd" cmpd="sng" w="9525">
              <a:solidFill>
                <a:schemeClr val="accent4"/>
              </a:solidFill>
              <a:prstDash val="solid"/>
              <a:round/>
              <a:headEnd len="sm" w="sm" type="none"/>
              <a:tailEnd len="sm" w="sm" type="none"/>
            </a:ln>
          </p:spPr>
        </p:cxnSp>
        <p:cxnSp>
          <p:nvCxnSpPr>
            <p:cNvPr id="2632" name="Google Shape;2632;p96"/>
            <p:cNvCxnSpPr/>
            <p:nvPr/>
          </p:nvCxnSpPr>
          <p:spPr>
            <a:xfrm flipH="1" rot="10800000">
              <a:off x="-27775" y="-47550"/>
              <a:ext cx="3485100" cy="954300"/>
            </a:xfrm>
            <a:prstGeom prst="straightConnector1">
              <a:avLst/>
            </a:prstGeom>
            <a:noFill/>
            <a:ln cap="rnd" cmpd="sng" w="9525">
              <a:solidFill>
                <a:schemeClr val="accent4"/>
              </a:solidFill>
              <a:prstDash val="solid"/>
              <a:round/>
              <a:headEnd len="sm" w="sm" type="none"/>
              <a:tailEnd len="sm" w="sm" type="none"/>
            </a:ln>
          </p:spPr>
        </p:cxnSp>
        <p:cxnSp>
          <p:nvCxnSpPr>
            <p:cNvPr id="2633" name="Google Shape;2633;p96"/>
            <p:cNvCxnSpPr/>
            <p:nvPr/>
          </p:nvCxnSpPr>
          <p:spPr>
            <a:xfrm>
              <a:off x="-38475" y="158200"/>
              <a:ext cx="9236700" cy="308400"/>
            </a:xfrm>
            <a:prstGeom prst="straightConnector1">
              <a:avLst/>
            </a:prstGeom>
            <a:noFill/>
            <a:ln cap="rnd" cmpd="sng" w="9525">
              <a:solidFill>
                <a:schemeClr val="accent4"/>
              </a:solidFill>
              <a:prstDash val="solid"/>
              <a:round/>
              <a:headEnd len="sm" w="sm" type="none"/>
              <a:tailEnd len="sm" w="sm" type="none"/>
            </a:ln>
          </p:spPr>
        </p:cxnSp>
        <p:cxnSp>
          <p:nvCxnSpPr>
            <p:cNvPr id="2634" name="Google Shape;2634;p96"/>
            <p:cNvCxnSpPr/>
            <p:nvPr/>
          </p:nvCxnSpPr>
          <p:spPr>
            <a:xfrm>
              <a:off x="8015225" y="-73150"/>
              <a:ext cx="1176000" cy="3547200"/>
            </a:xfrm>
            <a:prstGeom prst="straightConnector1">
              <a:avLst/>
            </a:prstGeom>
            <a:noFill/>
            <a:ln cap="rnd" cmpd="sng" w="9525">
              <a:solidFill>
                <a:schemeClr val="accent4"/>
              </a:solidFill>
              <a:prstDash val="solid"/>
              <a:round/>
              <a:headEnd len="sm" w="sm" type="none"/>
              <a:tailEnd len="sm" w="sm" type="none"/>
            </a:ln>
          </p:spPr>
        </p:cxnSp>
        <p:grpSp>
          <p:nvGrpSpPr>
            <p:cNvPr id="2635" name="Google Shape;2635;p96"/>
            <p:cNvGrpSpPr/>
            <p:nvPr/>
          </p:nvGrpSpPr>
          <p:grpSpPr>
            <a:xfrm>
              <a:off x="7828101" y="93148"/>
              <a:ext cx="718341" cy="718341"/>
              <a:chOff x="-83525" y="4333650"/>
              <a:chExt cx="539700" cy="539700"/>
            </a:xfrm>
          </p:grpSpPr>
          <p:sp>
            <p:nvSpPr>
              <p:cNvPr id="2636" name="Google Shape;2636;p9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7" name="Google Shape;2637;p9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38" name="Google Shape;2638;p96"/>
            <p:cNvGrpSpPr/>
            <p:nvPr/>
          </p:nvGrpSpPr>
          <p:grpSpPr>
            <a:xfrm>
              <a:off x="8105174" y="2908537"/>
              <a:ext cx="909610" cy="909610"/>
              <a:chOff x="-83525" y="4333650"/>
              <a:chExt cx="539700" cy="539700"/>
            </a:xfrm>
          </p:grpSpPr>
          <p:sp>
            <p:nvSpPr>
              <p:cNvPr id="2639" name="Google Shape;2639;p9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0" name="Google Shape;2640;p9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41" name="Google Shape;2641;p96"/>
            <p:cNvGrpSpPr/>
            <p:nvPr/>
          </p:nvGrpSpPr>
          <p:grpSpPr>
            <a:xfrm>
              <a:off x="2518898" y="28101"/>
              <a:ext cx="438506" cy="438506"/>
              <a:chOff x="-83525" y="4333650"/>
              <a:chExt cx="539700" cy="539700"/>
            </a:xfrm>
          </p:grpSpPr>
          <p:sp>
            <p:nvSpPr>
              <p:cNvPr id="2642" name="Google Shape;2642;p96"/>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3" name="Google Shape;2643;p9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644" name="Google Shape;2644;p96"/>
            <p:cNvCxnSpPr/>
            <p:nvPr/>
          </p:nvCxnSpPr>
          <p:spPr>
            <a:xfrm>
              <a:off x="5311625" y="-72950"/>
              <a:ext cx="3863400" cy="2765400"/>
            </a:xfrm>
            <a:prstGeom prst="straightConnector1">
              <a:avLst/>
            </a:prstGeom>
            <a:noFill/>
            <a:ln cap="rnd" cmpd="sng" w="9525">
              <a:solidFill>
                <a:schemeClr val="accent4"/>
              </a:solidFill>
              <a:prstDash val="solid"/>
              <a:round/>
              <a:headEnd len="sm" w="sm" type="none"/>
              <a:tailEnd len="sm" w="sm" type="none"/>
            </a:ln>
          </p:spPr>
        </p:cxnSp>
        <p:cxnSp>
          <p:nvCxnSpPr>
            <p:cNvPr id="2645" name="Google Shape;2645;p96"/>
            <p:cNvCxnSpPr/>
            <p:nvPr/>
          </p:nvCxnSpPr>
          <p:spPr>
            <a:xfrm flipH="1">
              <a:off x="6374775" y="-149400"/>
              <a:ext cx="826800" cy="5454600"/>
            </a:xfrm>
            <a:prstGeom prst="straightConnector1">
              <a:avLst/>
            </a:prstGeom>
            <a:noFill/>
            <a:ln cap="rnd" cmpd="sng" w="9525">
              <a:solidFill>
                <a:schemeClr val="accent4"/>
              </a:solidFill>
              <a:prstDash val="solid"/>
              <a:round/>
              <a:headEnd len="sm" w="sm" type="none"/>
              <a:tailEnd len="sm" w="sm" type="none"/>
            </a:ln>
          </p:spPr>
        </p:cxnSp>
        <p:grpSp>
          <p:nvGrpSpPr>
            <p:cNvPr id="2646" name="Google Shape;2646;p96"/>
            <p:cNvGrpSpPr/>
            <p:nvPr/>
          </p:nvGrpSpPr>
          <p:grpSpPr>
            <a:xfrm>
              <a:off x="6278820" y="4063832"/>
              <a:ext cx="501219" cy="501219"/>
              <a:chOff x="-83525" y="4333650"/>
              <a:chExt cx="539700" cy="539700"/>
            </a:xfrm>
          </p:grpSpPr>
          <p:sp>
            <p:nvSpPr>
              <p:cNvPr id="2647" name="Google Shape;2647;p9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8" name="Google Shape;2648;p9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49" name="Google Shape;2649;p96"/>
            <p:cNvGrpSpPr/>
            <p:nvPr/>
          </p:nvGrpSpPr>
          <p:grpSpPr>
            <a:xfrm>
              <a:off x="6759200" y="899808"/>
              <a:ext cx="501219" cy="501219"/>
              <a:chOff x="-83525" y="4333650"/>
              <a:chExt cx="539700" cy="539700"/>
            </a:xfrm>
          </p:grpSpPr>
          <p:sp>
            <p:nvSpPr>
              <p:cNvPr id="2650" name="Google Shape;2650;p9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1" name="Google Shape;2651;p9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52" name="Google Shape;2652;p96"/>
            <p:cNvGrpSpPr/>
            <p:nvPr/>
          </p:nvGrpSpPr>
          <p:grpSpPr>
            <a:xfrm>
              <a:off x="5457861" y="-98113"/>
              <a:ext cx="909610" cy="909610"/>
              <a:chOff x="-83525" y="4333650"/>
              <a:chExt cx="539700" cy="539700"/>
            </a:xfrm>
          </p:grpSpPr>
          <p:sp>
            <p:nvSpPr>
              <p:cNvPr id="2653" name="Google Shape;2653;p9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4" name="Google Shape;2654;p9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655" name="Google Shape;2655;p96"/>
          <p:cNvSpPr txBox="1"/>
          <p:nvPr>
            <p:ph type="title"/>
          </p:nvPr>
        </p:nvSpPr>
        <p:spPr>
          <a:xfrm rot="-594">
            <a:off x="719952" y="3175576"/>
            <a:ext cx="3472800" cy="55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sz="2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2656" name="Shape 2656"/>
        <p:cNvGrpSpPr/>
        <p:nvPr/>
      </p:nvGrpSpPr>
      <p:grpSpPr>
        <a:xfrm>
          <a:off x="0" y="0"/>
          <a:ext cx="0" cy="0"/>
          <a:chOff x="0" y="0"/>
          <a:chExt cx="0" cy="0"/>
        </a:xfrm>
      </p:grpSpPr>
      <p:sp>
        <p:nvSpPr>
          <p:cNvPr id="2657" name="Google Shape;2657;p97"/>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658" name="Google Shape;2658;p97"/>
          <p:cNvGrpSpPr/>
          <p:nvPr/>
        </p:nvGrpSpPr>
        <p:grpSpPr>
          <a:xfrm>
            <a:off x="-24925" y="-70975"/>
            <a:ext cx="9226525" cy="5270525"/>
            <a:chOff x="-24925" y="-70975"/>
            <a:chExt cx="9226525" cy="5270525"/>
          </a:xfrm>
        </p:grpSpPr>
        <p:cxnSp>
          <p:nvCxnSpPr>
            <p:cNvPr id="2659" name="Google Shape;2659;p97"/>
            <p:cNvCxnSpPr/>
            <p:nvPr/>
          </p:nvCxnSpPr>
          <p:spPr>
            <a:xfrm>
              <a:off x="7622100" y="-52250"/>
              <a:ext cx="1529400" cy="3201900"/>
            </a:xfrm>
            <a:prstGeom prst="straightConnector1">
              <a:avLst/>
            </a:prstGeom>
            <a:noFill/>
            <a:ln cap="rnd" cmpd="sng" w="9525">
              <a:solidFill>
                <a:schemeClr val="accent4"/>
              </a:solidFill>
              <a:prstDash val="solid"/>
              <a:round/>
              <a:headEnd len="sm" w="sm" type="none"/>
              <a:tailEnd len="sm" w="sm" type="none"/>
            </a:ln>
          </p:spPr>
        </p:cxnSp>
        <p:cxnSp>
          <p:nvCxnSpPr>
            <p:cNvPr id="2660" name="Google Shape;2660;p97"/>
            <p:cNvCxnSpPr/>
            <p:nvPr/>
          </p:nvCxnSpPr>
          <p:spPr>
            <a:xfrm flipH="1">
              <a:off x="7715775" y="1949950"/>
              <a:ext cx="1453200" cy="3249600"/>
            </a:xfrm>
            <a:prstGeom prst="straightConnector1">
              <a:avLst/>
            </a:prstGeom>
            <a:noFill/>
            <a:ln cap="rnd" cmpd="sng" w="9525">
              <a:solidFill>
                <a:schemeClr val="accent4"/>
              </a:solidFill>
              <a:prstDash val="solid"/>
              <a:round/>
              <a:headEnd len="sm" w="sm" type="none"/>
              <a:tailEnd len="sm" w="sm" type="none"/>
            </a:ln>
          </p:spPr>
        </p:cxnSp>
        <p:cxnSp>
          <p:nvCxnSpPr>
            <p:cNvPr id="2661" name="Google Shape;2661;p97"/>
            <p:cNvCxnSpPr/>
            <p:nvPr/>
          </p:nvCxnSpPr>
          <p:spPr>
            <a:xfrm flipH="1">
              <a:off x="12450" y="-52250"/>
              <a:ext cx="1677900" cy="3274500"/>
            </a:xfrm>
            <a:prstGeom prst="straightConnector1">
              <a:avLst/>
            </a:prstGeom>
            <a:noFill/>
            <a:ln cap="rnd" cmpd="sng" w="9525">
              <a:solidFill>
                <a:schemeClr val="accent4"/>
              </a:solidFill>
              <a:prstDash val="solid"/>
              <a:round/>
              <a:headEnd len="sm" w="sm" type="none"/>
              <a:tailEnd len="sm" w="sm" type="none"/>
            </a:ln>
          </p:spPr>
        </p:cxnSp>
        <p:cxnSp>
          <p:nvCxnSpPr>
            <p:cNvPr id="2662" name="Google Shape;2662;p97"/>
            <p:cNvCxnSpPr/>
            <p:nvPr/>
          </p:nvCxnSpPr>
          <p:spPr>
            <a:xfrm>
              <a:off x="143475" y="-70975"/>
              <a:ext cx="1353600" cy="5233200"/>
            </a:xfrm>
            <a:prstGeom prst="straightConnector1">
              <a:avLst/>
            </a:prstGeom>
            <a:noFill/>
            <a:ln cap="rnd" cmpd="sng" w="9525">
              <a:solidFill>
                <a:schemeClr val="accent4"/>
              </a:solidFill>
              <a:prstDash val="solid"/>
              <a:round/>
              <a:headEnd len="sm" w="sm" type="none"/>
              <a:tailEnd len="sm" w="sm" type="none"/>
            </a:ln>
          </p:spPr>
        </p:cxnSp>
        <p:cxnSp>
          <p:nvCxnSpPr>
            <p:cNvPr id="2663" name="Google Shape;2663;p97"/>
            <p:cNvCxnSpPr/>
            <p:nvPr/>
          </p:nvCxnSpPr>
          <p:spPr>
            <a:xfrm>
              <a:off x="-24925" y="4432425"/>
              <a:ext cx="4983600" cy="761100"/>
            </a:xfrm>
            <a:prstGeom prst="straightConnector1">
              <a:avLst/>
            </a:prstGeom>
            <a:noFill/>
            <a:ln cap="rnd" cmpd="sng" w="9525">
              <a:solidFill>
                <a:schemeClr val="accent4"/>
              </a:solidFill>
              <a:prstDash val="solid"/>
              <a:round/>
              <a:headEnd len="sm" w="sm" type="none"/>
              <a:tailEnd len="sm" w="sm" type="none"/>
            </a:ln>
          </p:spPr>
        </p:cxnSp>
        <p:cxnSp>
          <p:nvCxnSpPr>
            <p:cNvPr id="2664" name="Google Shape;2664;p97"/>
            <p:cNvCxnSpPr/>
            <p:nvPr/>
          </p:nvCxnSpPr>
          <p:spPr>
            <a:xfrm>
              <a:off x="5159700" y="-33550"/>
              <a:ext cx="4041900" cy="960600"/>
            </a:xfrm>
            <a:prstGeom prst="straightConnector1">
              <a:avLst/>
            </a:prstGeom>
            <a:noFill/>
            <a:ln cap="rnd" cmpd="sng" w="9525">
              <a:solidFill>
                <a:schemeClr val="accent4"/>
              </a:solidFill>
              <a:prstDash val="solid"/>
              <a:round/>
              <a:headEnd len="sm" w="sm" type="none"/>
              <a:tailEnd len="sm" w="sm" type="none"/>
            </a:ln>
          </p:spPr>
        </p:cxnSp>
        <p:grpSp>
          <p:nvGrpSpPr>
            <p:cNvPr id="2665" name="Google Shape;2665;p97"/>
            <p:cNvGrpSpPr/>
            <p:nvPr/>
          </p:nvGrpSpPr>
          <p:grpSpPr>
            <a:xfrm>
              <a:off x="7715777" y="407696"/>
              <a:ext cx="482600" cy="482600"/>
              <a:chOff x="-83525" y="4333650"/>
              <a:chExt cx="539700" cy="539700"/>
            </a:xfrm>
          </p:grpSpPr>
          <p:sp>
            <p:nvSpPr>
              <p:cNvPr id="2666" name="Google Shape;2666;p9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7" name="Google Shape;2667;p9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68" name="Google Shape;2668;p97"/>
            <p:cNvGrpSpPr/>
            <p:nvPr/>
          </p:nvGrpSpPr>
          <p:grpSpPr>
            <a:xfrm>
              <a:off x="8718447" y="2450537"/>
              <a:ext cx="344976" cy="344976"/>
              <a:chOff x="-83525" y="4333650"/>
              <a:chExt cx="539700" cy="539700"/>
            </a:xfrm>
          </p:grpSpPr>
          <p:sp>
            <p:nvSpPr>
              <p:cNvPr id="2669" name="Google Shape;2669;p9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0" name="Google Shape;2670;p9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71" name="Google Shape;2671;p97"/>
            <p:cNvGrpSpPr/>
            <p:nvPr/>
          </p:nvGrpSpPr>
          <p:grpSpPr>
            <a:xfrm>
              <a:off x="491347" y="1770662"/>
              <a:ext cx="344976" cy="344976"/>
              <a:chOff x="-83525" y="4333650"/>
              <a:chExt cx="539700" cy="539700"/>
            </a:xfrm>
          </p:grpSpPr>
          <p:sp>
            <p:nvSpPr>
              <p:cNvPr id="2672" name="Google Shape;2672;p9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3" name="Google Shape;2673;p9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74" name="Google Shape;2674;p97"/>
            <p:cNvGrpSpPr/>
            <p:nvPr/>
          </p:nvGrpSpPr>
          <p:grpSpPr>
            <a:xfrm>
              <a:off x="304222" y="2768637"/>
              <a:ext cx="344976" cy="344976"/>
              <a:chOff x="-83525" y="4333650"/>
              <a:chExt cx="539700" cy="539700"/>
            </a:xfrm>
          </p:grpSpPr>
          <p:sp>
            <p:nvSpPr>
              <p:cNvPr id="2675" name="Google Shape;2675;p9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6" name="Google Shape;2676;p9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77" name="Google Shape;2677;p97"/>
            <p:cNvGrpSpPr/>
            <p:nvPr/>
          </p:nvGrpSpPr>
          <p:grpSpPr>
            <a:xfrm>
              <a:off x="1059438" y="4316078"/>
              <a:ext cx="630909" cy="630909"/>
              <a:chOff x="-83525" y="4333650"/>
              <a:chExt cx="539700" cy="539700"/>
            </a:xfrm>
          </p:grpSpPr>
          <p:sp>
            <p:nvSpPr>
              <p:cNvPr id="2678" name="Google Shape;2678;p9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9" name="Google Shape;2679;p9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80" name="Google Shape;2680;p97"/>
            <p:cNvGrpSpPr/>
            <p:nvPr/>
          </p:nvGrpSpPr>
          <p:grpSpPr>
            <a:xfrm>
              <a:off x="1138677" y="298696"/>
              <a:ext cx="482600" cy="482600"/>
              <a:chOff x="-83525" y="4333650"/>
              <a:chExt cx="539700" cy="539700"/>
            </a:xfrm>
          </p:grpSpPr>
          <p:sp>
            <p:nvSpPr>
              <p:cNvPr id="2681" name="Google Shape;2681;p9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2" name="Google Shape;2682;p9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683" name="Google Shape;2683;p97"/>
          <p:cNvSpPr txBox="1"/>
          <p:nvPr>
            <p:ph type="title"/>
          </p:nvPr>
        </p:nvSpPr>
        <p:spPr>
          <a:xfrm>
            <a:off x="720000" y="2677350"/>
            <a:ext cx="4360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684" name="Google Shape;2684;p97"/>
          <p:cNvSpPr txBox="1"/>
          <p:nvPr>
            <p:ph idx="2" type="title"/>
          </p:nvPr>
        </p:nvSpPr>
        <p:spPr>
          <a:xfrm>
            <a:off x="2124950" y="7317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2685" name="Google Shape;2685;p97"/>
          <p:cNvSpPr txBox="1"/>
          <p:nvPr>
            <p:ph idx="1" type="subTitle"/>
          </p:nvPr>
        </p:nvSpPr>
        <p:spPr>
          <a:xfrm rot="462">
            <a:off x="1783618" y="3972750"/>
            <a:ext cx="2233200" cy="63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2686" name="Shape 2686"/>
        <p:cNvGrpSpPr/>
        <p:nvPr/>
      </p:nvGrpSpPr>
      <p:grpSpPr>
        <a:xfrm>
          <a:off x="0" y="0"/>
          <a:ext cx="0" cy="0"/>
          <a:chOff x="0" y="0"/>
          <a:chExt cx="0" cy="0"/>
        </a:xfrm>
      </p:grpSpPr>
      <p:grpSp>
        <p:nvGrpSpPr>
          <p:cNvPr id="2687" name="Google Shape;2687;p98"/>
          <p:cNvGrpSpPr/>
          <p:nvPr/>
        </p:nvGrpSpPr>
        <p:grpSpPr>
          <a:xfrm>
            <a:off x="0" y="0"/>
            <a:ext cx="9144000" cy="5143500"/>
            <a:chOff x="0" y="0"/>
            <a:chExt cx="9144000" cy="5143500"/>
          </a:xfrm>
        </p:grpSpPr>
        <p:sp>
          <p:nvSpPr>
            <p:cNvPr id="2688" name="Google Shape;2688;p98"/>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9" name="Google Shape;2689;p98"/>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90" name="Google Shape;2690;p98"/>
          <p:cNvGrpSpPr/>
          <p:nvPr/>
        </p:nvGrpSpPr>
        <p:grpSpPr>
          <a:xfrm>
            <a:off x="-24925" y="-64725"/>
            <a:ext cx="9226450" cy="5333100"/>
            <a:chOff x="-24925" y="-64725"/>
            <a:chExt cx="9226450" cy="5333100"/>
          </a:xfrm>
        </p:grpSpPr>
        <p:cxnSp>
          <p:nvCxnSpPr>
            <p:cNvPr id="2691" name="Google Shape;2691;p98"/>
            <p:cNvCxnSpPr/>
            <p:nvPr/>
          </p:nvCxnSpPr>
          <p:spPr>
            <a:xfrm flipH="1">
              <a:off x="7029625" y="-37700"/>
              <a:ext cx="968100" cy="5243700"/>
            </a:xfrm>
            <a:prstGeom prst="straightConnector1">
              <a:avLst/>
            </a:prstGeom>
            <a:noFill/>
            <a:ln cap="rnd" cmpd="sng" w="9525">
              <a:solidFill>
                <a:schemeClr val="accent4"/>
              </a:solidFill>
              <a:prstDash val="solid"/>
              <a:round/>
              <a:headEnd len="sm" w="sm" type="none"/>
              <a:tailEnd len="sm" w="sm" type="none"/>
            </a:ln>
          </p:spPr>
        </p:cxnSp>
        <p:cxnSp>
          <p:nvCxnSpPr>
            <p:cNvPr id="2692" name="Google Shape;2692;p98"/>
            <p:cNvCxnSpPr/>
            <p:nvPr/>
          </p:nvCxnSpPr>
          <p:spPr>
            <a:xfrm>
              <a:off x="6081475" y="-64725"/>
              <a:ext cx="3112500" cy="4135500"/>
            </a:xfrm>
            <a:prstGeom prst="straightConnector1">
              <a:avLst/>
            </a:prstGeom>
            <a:noFill/>
            <a:ln cap="rnd" cmpd="sng" w="9525">
              <a:solidFill>
                <a:schemeClr val="accent4"/>
              </a:solidFill>
              <a:prstDash val="solid"/>
              <a:round/>
              <a:headEnd len="sm" w="sm" type="none"/>
              <a:tailEnd len="sm" w="sm" type="none"/>
            </a:ln>
          </p:spPr>
        </p:cxnSp>
        <p:cxnSp>
          <p:nvCxnSpPr>
            <p:cNvPr id="2693" name="Google Shape;2693;p98"/>
            <p:cNvCxnSpPr/>
            <p:nvPr/>
          </p:nvCxnSpPr>
          <p:spPr>
            <a:xfrm flipH="1">
              <a:off x="1172650" y="-27300"/>
              <a:ext cx="417900" cy="5177100"/>
            </a:xfrm>
            <a:prstGeom prst="straightConnector1">
              <a:avLst/>
            </a:prstGeom>
            <a:noFill/>
            <a:ln cap="rnd" cmpd="sng" w="9525">
              <a:solidFill>
                <a:schemeClr val="accent4"/>
              </a:solidFill>
              <a:prstDash val="solid"/>
              <a:round/>
              <a:headEnd len="sm" w="sm" type="none"/>
              <a:tailEnd len="sm" w="sm" type="none"/>
            </a:ln>
          </p:spPr>
        </p:cxnSp>
        <p:cxnSp>
          <p:nvCxnSpPr>
            <p:cNvPr id="2694" name="Google Shape;2694;p98"/>
            <p:cNvCxnSpPr/>
            <p:nvPr/>
          </p:nvCxnSpPr>
          <p:spPr>
            <a:xfrm>
              <a:off x="-24925" y="1606875"/>
              <a:ext cx="2046000" cy="3661500"/>
            </a:xfrm>
            <a:prstGeom prst="straightConnector1">
              <a:avLst/>
            </a:prstGeom>
            <a:noFill/>
            <a:ln cap="rnd" cmpd="sng" w="9525">
              <a:solidFill>
                <a:schemeClr val="accent4"/>
              </a:solidFill>
              <a:prstDash val="solid"/>
              <a:round/>
              <a:headEnd len="sm" w="sm" type="none"/>
              <a:tailEnd len="sm" w="sm" type="none"/>
            </a:ln>
          </p:spPr>
        </p:cxnSp>
        <p:cxnSp>
          <p:nvCxnSpPr>
            <p:cNvPr id="2695" name="Google Shape;2695;p98"/>
            <p:cNvCxnSpPr/>
            <p:nvPr/>
          </p:nvCxnSpPr>
          <p:spPr>
            <a:xfrm flipH="1" rot="10800000">
              <a:off x="-17325" y="-52225"/>
              <a:ext cx="2831700" cy="923100"/>
            </a:xfrm>
            <a:prstGeom prst="straightConnector1">
              <a:avLst/>
            </a:prstGeom>
            <a:noFill/>
            <a:ln cap="rnd" cmpd="sng" w="9525">
              <a:solidFill>
                <a:schemeClr val="accent4"/>
              </a:solidFill>
              <a:prstDash val="solid"/>
              <a:round/>
              <a:headEnd len="sm" w="sm" type="none"/>
              <a:tailEnd len="sm" w="sm" type="none"/>
            </a:ln>
          </p:spPr>
        </p:cxnSp>
        <p:cxnSp>
          <p:nvCxnSpPr>
            <p:cNvPr id="2696" name="Google Shape;2696;p98"/>
            <p:cNvCxnSpPr/>
            <p:nvPr/>
          </p:nvCxnSpPr>
          <p:spPr>
            <a:xfrm flipH="1">
              <a:off x="7997625" y="3290975"/>
              <a:ext cx="1203900" cy="1896300"/>
            </a:xfrm>
            <a:prstGeom prst="straightConnector1">
              <a:avLst/>
            </a:prstGeom>
            <a:noFill/>
            <a:ln cap="rnd" cmpd="sng" w="9525">
              <a:solidFill>
                <a:schemeClr val="accent4"/>
              </a:solidFill>
              <a:prstDash val="solid"/>
              <a:round/>
              <a:headEnd len="sm" w="sm" type="none"/>
              <a:tailEnd len="sm" w="sm" type="none"/>
            </a:ln>
          </p:spPr>
        </p:cxnSp>
        <p:grpSp>
          <p:nvGrpSpPr>
            <p:cNvPr id="2697" name="Google Shape;2697;p98"/>
            <p:cNvGrpSpPr/>
            <p:nvPr/>
          </p:nvGrpSpPr>
          <p:grpSpPr>
            <a:xfrm>
              <a:off x="7309798" y="1681415"/>
              <a:ext cx="630909" cy="630909"/>
              <a:chOff x="-83525" y="4333650"/>
              <a:chExt cx="539700" cy="539700"/>
            </a:xfrm>
          </p:grpSpPr>
          <p:sp>
            <p:nvSpPr>
              <p:cNvPr id="2698" name="Google Shape;2698;p9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9" name="Google Shape;2699;p9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00" name="Google Shape;2700;p98"/>
            <p:cNvGrpSpPr/>
            <p:nvPr/>
          </p:nvGrpSpPr>
          <p:grpSpPr>
            <a:xfrm>
              <a:off x="8107197" y="1261912"/>
              <a:ext cx="344976" cy="344976"/>
              <a:chOff x="-83525" y="4333650"/>
              <a:chExt cx="539700" cy="539700"/>
            </a:xfrm>
          </p:grpSpPr>
          <p:sp>
            <p:nvSpPr>
              <p:cNvPr id="2701" name="Google Shape;2701;p9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2" name="Google Shape;2702;p9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03" name="Google Shape;2703;p98"/>
            <p:cNvGrpSpPr/>
            <p:nvPr/>
          </p:nvGrpSpPr>
          <p:grpSpPr>
            <a:xfrm>
              <a:off x="1028573" y="3702579"/>
              <a:ext cx="493070" cy="493016"/>
              <a:chOff x="-83525" y="4333650"/>
              <a:chExt cx="539700" cy="539700"/>
            </a:xfrm>
          </p:grpSpPr>
          <p:sp>
            <p:nvSpPr>
              <p:cNvPr id="2704" name="Google Shape;2704;p9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5" name="Google Shape;2705;p9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06" name="Google Shape;2706;p98"/>
            <p:cNvGrpSpPr/>
            <p:nvPr/>
          </p:nvGrpSpPr>
          <p:grpSpPr>
            <a:xfrm>
              <a:off x="1315510" y="109854"/>
              <a:ext cx="493070" cy="493016"/>
              <a:chOff x="-83525" y="4333650"/>
              <a:chExt cx="539700" cy="539700"/>
            </a:xfrm>
          </p:grpSpPr>
          <p:sp>
            <p:nvSpPr>
              <p:cNvPr id="2707" name="Google Shape;2707;p9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8" name="Google Shape;2708;p9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09" name="Google Shape;2709;p98"/>
            <p:cNvGrpSpPr/>
            <p:nvPr/>
          </p:nvGrpSpPr>
          <p:grpSpPr>
            <a:xfrm>
              <a:off x="7940697" y="3776612"/>
              <a:ext cx="344976" cy="344976"/>
              <a:chOff x="-83525" y="4333650"/>
              <a:chExt cx="539700" cy="539700"/>
            </a:xfrm>
          </p:grpSpPr>
          <p:sp>
            <p:nvSpPr>
              <p:cNvPr id="2710" name="Google Shape;2710;p9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1" name="Google Shape;2711;p9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12" name="Google Shape;2712;p98"/>
            <p:cNvGrpSpPr/>
            <p:nvPr/>
          </p:nvGrpSpPr>
          <p:grpSpPr>
            <a:xfrm>
              <a:off x="312372" y="3972612"/>
              <a:ext cx="344976" cy="344976"/>
              <a:chOff x="-83525" y="4333650"/>
              <a:chExt cx="539700" cy="539700"/>
            </a:xfrm>
          </p:grpSpPr>
          <p:sp>
            <p:nvSpPr>
              <p:cNvPr id="2713" name="Google Shape;2713;p9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4" name="Google Shape;2714;p9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15" name="Google Shape;2715;p98"/>
            <p:cNvGrpSpPr/>
            <p:nvPr/>
          </p:nvGrpSpPr>
          <p:grpSpPr>
            <a:xfrm>
              <a:off x="1769547" y="654312"/>
              <a:ext cx="344976" cy="344976"/>
              <a:chOff x="-83525" y="4333650"/>
              <a:chExt cx="539700" cy="539700"/>
            </a:xfrm>
          </p:grpSpPr>
          <p:sp>
            <p:nvSpPr>
              <p:cNvPr id="2716" name="Google Shape;2716;p9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7" name="Google Shape;2717;p9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718" name="Google Shape;2718;p98"/>
          <p:cNvSpPr txBox="1"/>
          <p:nvPr>
            <p:ph type="title"/>
          </p:nvPr>
        </p:nvSpPr>
        <p:spPr>
          <a:xfrm>
            <a:off x="2391900" y="2677350"/>
            <a:ext cx="4360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19" name="Google Shape;2719;p98"/>
          <p:cNvSpPr txBox="1"/>
          <p:nvPr>
            <p:ph idx="2" type="title"/>
          </p:nvPr>
        </p:nvSpPr>
        <p:spPr>
          <a:xfrm>
            <a:off x="3796850" y="7317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2720" name="Google Shape;2720;p98"/>
          <p:cNvSpPr txBox="1"/>
          <p:nvPr>
            <p:ph idx="1" type="subTitle"/>
          </p:nvPr>
        </p:nvSpPr>
        <p:spPr>
          <a:xfrm rot="462">
            <a:off x="3455518" y="3972750"/>
            <a:ext cx="2233200" cy="63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_1">
    <p:spTree>
      <p:nvGrpSpPr>
        <p:cNvPr id="2721" name="Shape 2721"/>
        <p:cNvGrpSpPr/>
        <p:nvPr/>
      </p:nvGrpSpPr>
      <p:grpSpPr>
        <a:xfrm>
          <a:off x="0" y="0"/>
          <a:ext cx="0" cy="0"/>
          <a:chOff x="0" y="0"/>
          <a:chExt cx="0" cy="0"/>
        </a:xfrm>
      </p:grpSpPr>
      <p:grpSp>
        <p:nvGrpSpPr>
          <p:cNvPr id="2722" name="Google Shape;2722;p99"/>
          <p:cNvGrpSpPr/>
          <p:nvPr/>
        </p:nvGrpSpPr>
        <p:grpSpPr>
          <a:xfrm>
            <a:off x="0" y="0"/>
            <a:ext cx="9144000" cy="5143500"/>
            <a:chOff x="0" y="0"/>
            <a:chExt cx="9144000" cy="5143500"/>
          </a:xfrm>
        </p:grpSpPr>
        <p:sp>
          <p:nvSpPr>
            <p:cNvPr id="2723" name="Google Shape;2723;p99"/>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4" name="Google Shape;2724;p99"/>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25" name="Google Shape;2725;p99"/>
          <p:cNvGrpSpPr/>
          <p:nvPr/>
        </p:nvGrpSpPr>
        <p:grpSpPr>
          <a:xfrm>
            <a:off x="-36725" y="-52250"/>
            <a:ext cx="9274275" cy="5264400"/>
            <a:chOff x="-36725" y="-52250"/>
            <a:chExt cx="9274275" cy="5264400"/>
          </a:xfrm>
        </p:grpSpPr>
        <p:cxnSp>
          <p:nvCxnSpPr>
            <p:cNvPr id="2726" name="Google Shape;2726;p99"/>
            <p:cNvCxnSpPr/>
            <p:nvPr/>
          </p:nvCxnSpPr>
          <p:spPr>
            <a:xfrm>
              <a:off x="6162550" y="-14825"/>
              <a:ext cx="3075000" cy="1453200"/>
            </a:xfrm>
            <a:prstGeom prst="straightConnector1">
              <a:avLst/>
            </a:prstGeom>
            <a:noFill/>
            <a:ln cap="rnd" cmpd="sng" w="9525">
              <a:solidFill>
                <a:schemeClr val="accent4"/>
              </a:solidFill>
              <a:prstDash val="solid"/>
              <a:round/>
              <a:headEnd len="sm" w="sm" type="none"/>
              <a:tailEnd len="sm" w="sm" type="none"/>
            </a:ln>
          </p:spPr>
        </p:cxnSp>
        <p:cxnSp>
          <p:nvCxnSpPr>
            <p:cNvPr id="2727" name="Google Shape;2727;p99"/>
            <p:cNvCxnSpPr/>
            <p:nvPr/>
          </p:nvCxnSpPr>
          <p:spPr>
            <a:xfrm flipH="1" rot="10800000">
              <a:off x="-24925" y="-45950"/>
              <a:ext cx="7759200" cy="1515600"/>
            </a:xfrm>
            <a:prstGeom prst="straightConnector1">
              <a:avLst/>
            </a:prstGeom>
            <a:noFill/>
            <a:ln cap="rnd" cmpd="sng" w="9525">
              <a:solidFill>
                <a:schemeClr val="accent4"/>
              </a:solidFill>
              <a:prstDash val="solid"/>
              <a:round/>
              <a:headEnd len="sm" w="sm" type="none"/>
              <a:tailEnd len="sm" w="sm" type="none"/>
            </a:ln>
          </p:spPr>
        </p:cxnSp>
        <p:cxnSp>
          <p:nvCxnSpPr>
            <p:cNvPr id="2728" name="Google Shape;2728;p99"/>
            <p:cNvCxnSpPr/>
            <p:nvPr/>
          </p:nvCxnSpPr>
          <p:spPr>
            <a:xfrm>
              <a:off x="288300" y="-52250"/>
              <a:ext cx="966900" cy="5264400"/>
            </a:xfrm>
            <a:prstGeom prst="straightConnector1">
              <a:avLst/>
            </a:prstGeom>
            <a:noFill/>
            <a:ln cap="rnd" cmpd="sng" w="9525">
              <a:solidFill>
                <a:schemeClr val="accent4"/>
              </a:solidFill>
              <a:prstDash val="solid"/>
              <a:round/>
              <a:headEnd len="sm" w="sm" type="none"/>
              <a:tailEnd len="sm" w="sm" type="none"/>
            </a:ln>
          </p:spPr>
        </p:cxnSp>
        <p:cxnSp>
          <p:nvCxnSpPr>
            <p:cNvPr id="2729" name="Google Shape;2729;p99"/>
            <p:cNvCxnSpPr/>
            <p:nvPr/>
          </p:nvCxnSpPr>
          <p:spPr>
            <a:xfrm>
              <a:off x="-36725" y="3696400"/>
              <a:ext cx="5233200" cy="1472100"/>
            </a:xfrm>
            <a:prstGeom prst="straightConnector1">
              <a:avLst/>
            </a:prstGeom>
            <a:noFill/>
            <a:ln cap="rnd" cmpd="sng" w="9525">
              <a:solidFill>
                <a:schemeClr val="accent4"/>
              </a:solidFill>
              <a:prstDash val="solid"/>
              <a:round/>
              <a:headEnd len="sm" w="sm" type="none"/>
              <a:tailEnd len="sm" w="sm" type="none"/>
            </a:ln>
          </p:spPr>
        </p:cxnSp>
        <p:cxnSp>
          <p:nvCxnSpPr>
            <p:cNvPr id="2730" name="Google Shape;2730;p99"/>
            <p:cNvCxnSpPr/>
            <p:nvPr/>
          </p:nvCxnSpPr>
          <p:spPr>
            <a:xfrm flipH="1" rot="10800000">
              <a:off x="7224300" y="3484225"/>
              <a:ext cx="1952400" cy="1715400"/>
            </a:xfrm>
            <a:prstGeom prst="straightConnector1">
              <a:avLst/>
            </a:prstGeom>
            <a:noFill/>
            <a:ln cap="rnd" cmpd="sng" w="9525">
              <a:solidFill>
                <a:schemeClr val="accent4"/>
              </a:solidFill>
              <a:prstDash val="solid"/>
              <a:round/>
              <a:headEnd len="sm" w="sm" type="none"/>
              <a:tailEnd len="sm" w="sm" type="none"/>
            </a:ln>
          </p:spPr>
        </p:cxnSp>
        <p:grpSp>
          <p:nvGrpSpPr>
            <p:cNvPr id="2731" name="Google Shape;2731;p99"/>
            <p:cNvGrpSpPr/>
            <p:nvPr/>
          </p:nvGrpSpPr>
          <p:grpSpPr>
            <a:xfrm>
              <a:off x="6335552" y="-45954"/>
              <a:ext cx="482600" cy="482600"/>
              <a:chOff x="-83525" y="4333650"/>
              <a:chExt cx="539700" cy="539700"/>
            </a:xfrm>
          </p:grpSpPr>
          <p:sp>
            <p:nvSpPr>
              <p:cNvPr id="2732" name="Google Shape;2732;p9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3" name="Google Shape;2733;p9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34" name="Google Shape;2734;p99"/>
            <p:cNvGrpSpPr/>
            <p:nvPr/>
          </p:nvGrpSpPr>
          <p:grpSpPr>
            <a:xfrm>
              <a:off x="8347110" y="3885137"/>
              <a:ext cx="344976" cy="344976"/>
              <a:chOff x="-83525" y="4333650"/>
              <a:chExt cx="539700" cy="539700"/>
            </a:xfrm>
          </p:grpSpPr>
          <p:sp>
            <p:nvSpPr>
              <p:cNvPr id="2735" name="Google Shape;2735;p9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6" name="Google Shape;2736;p9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37" name="Google Shape;2737;p99"/>
            <p:cNvGrpSpPr/>
            <p:nvPr/>
          </p:nvGrpSpPr>
          <p:grpSpPr>
            <a:xfrm>
              <a:off x="748661" y="3711953"/>
              <a:ext cx="566361" cy="566361"/>
              <a:chOff x="-83525" y="4333650"/>
              <a:chExt cx="539700" cy="539700"/>
            </a:xfrm>
          </p:grpSpPr>
          <p:sp>
            <p:nvSpPr>
              <p:cNvPr id="2738" name="Google Shape;2738;p9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9" name="Google Shape;2739;p9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40" name="Google Shape;2740;p99"/>
            <p:cNvGrpSpPr/>
            <p:nvPr/>
          </p:nvGrpSpPr>
          <p:grpSpPr>
            <a:xfrm>
              <a:off x="297778" y="1107971"/>
              <a:ext cx="482600" cy="482600"/>
              <a:chOff x="-83525" y="4333650"/>
              <a:chExt cx="539700" cy="539700"/>
            </a:xfrm>
          </p:grpSpPr>
          <p:sp>
            <p:nvSpPr>
              <p:cNvPr id="2741" name="Google Shape;2741;p9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2" name="Google Shape;2742;p9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43" name="Google Shape;2743;p99"/>
            <p:cNvGrpSpPr/>
            <p:nvPr/>
          </p:nvGrpSpPr>
          <p:grpSpPr>
            <a:xfrm>
              <a:off x="403685" y="3351437"/>
              <a:ext cx="344976" cy="344976"/>
              <a:chOff x="-83525" y="4333650"/>
              <a:chExt cx="539700" cy="539700"/>
            </a:xfrm>
          </p:grpSpPr>
          <p:sp>
            <p:nvSpPr>
              <p:cNvPr id="2744" name="Google Shape;2744;p9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5" name="Google Shape;2745;p9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46" name="Google Shape;2746;p99"/>
            <p:cNvGrpSpPr/>
            <p:nvPr/>
          </p:nvGrpSpPr>
          <p:grpSpPr>
            <a:xfrm>
              <a:off x="910235" y="669362"/>
              <a:ext cx="344976" cy="344976"/>
              <a:chOff x="-83525" y="4333650"/>
              <a:chExt cx="539700" cy="539700"/>
            </a:xfrm>
          </p:grpSpPr>
          <p:sp>
            <p:nvSpPr>
              <p:cNvPr id="2747" name="Google Shape;2747;p9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8" name="Google Shape;2748;p9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749" name="Google Shape;2749;p99"/>
          <p:cNvSpPr txBox="1"/>
          <p:nvPr>
            <p:ph type="title"/>
          </p:nvPr>
        </p:nvSpPr>
        <p:spPr>
          <a:xfrm>
            <a:off x="3221500" y="1872900"/>
            <a:ext cx="52689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43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2750" name="Google Shape;2750;p99"/>
          <p:cNvSpPr txBox="1"/>
          <p:nvPr>
            <p:ph idx="2" type="title"/>
          </p:nvPr>
        </p:nvSpPr>
        <p:spPr>
          <a:xfrm>
            <a:off x="1172013" y="19215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2751" name="Google Shape;2751;p99"/>
          <p:cNvSpPr txBox="1"/>
          <p:nvPr>
            <p:ph idx="1" type="subTitle"/>
          </p:nvPr>
        </p:nvSpPr>
        <p:spPr>
          <a:xfrm rot="462">
            <a:off x="3221529" y="2639862"/>
            <a:ext cx="2233200" cy="630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_1">
    <p:spTree>
      <p:nvGrpSpPr>
        <p:cNvPr id="2752" name="Shape 2752"/>
        <p:cNvGrpSpPr/>
        <p:nvPr/>
      </p:nvGrpSpPr>
      <p:grpSpPr>
        <a:xfrm>
          <a:off x="0" y="0"/>
          <a:ext cx="0" cy="0"/>
          <a:chOff x="0" y="0"/>
          <a:chExt cx="0" cy="0"/>
        </a:xfrm>
      </p:grpSpPr>
      <p:grpSp>
        <p:nvGrpSpPr>
          <p:cNvPr id="2753" name="Google Shape;2753;p100"/>
          <p:cNvGrpSpPr/>
          <p:nvPr/>
        </p:nvGrpSpPr>
        <p:grpSpPr>
          <a:xfrm flipH="1" rot="10800000">
            <a:off x="0" y="0"/>
            <a:ext cx="9144000" cy="5143500"/>
            <a:chOff x="0" y="0"/>
            <a:chExt cx="9144000" cy="5143500"/>
          </a:xfrm>
        </p:grpSpPr>
        <p:sp>
          <p:nvSpPr>
            <p:cNvPr id="2754" name="Google Shape;2754;p100"/>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5" name="Google Shape;2755;p100"/>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56" name="Google Shape;2756;p100"/>
          <p:cNvGrpSpPr/>
          <p:nvPr/>
        </p:nvGrpSpPr>
        <p:grpSpPr>
          <a:xfrm>
            <a:off x="-43650" y="-89675"/>
            <a:ext cx="9262500" cy="5307900"/>
            <a:chOff x="-43650" y="-89675"/>
            <a:chExt cx="9262500" cy="5307900"/>
          </a:xfrm>
        </p:grpSpPr>
        <p:cxnSp>
          <p:nvCxnSpPr>
            <p:cNvPr id="2757" name="Google Shape;2757;p100"/>
            <p:cNvCxnSpPr/>
            <p:nvPr/>
          </p:nvCxnSpPr>
          <p:spPr>
            <a:xfrm flipH="1">
              <a:off x="7908875" y="-89675"/>
              <a:ext cx="910800" cy="5307900"/>
            </a:xfrm>
            <a:prstGeom prst="straightConnector1">
              <a:avLst/>
            </a:prstGeom>
            <a:noFill/>
            <a:ln cap="rnd" cmpd="sng" w="9525">
              <a:solidFill>
                <a:schemeClr val="accent4"/>
              </a:solidFill>
              <a:prstDash val="solid"/>
              <a:round/>
              <a:headEnd len="sm" w="sm" type="none"/>
              <a:tailEnd len="sm" w="sm" type="none"/>
            </a:ln>
          </p:spPr>
        </p:cxnSp>
        <p:cxnSp>
          <p:nvCxnSpPr>
            <p:cNvPr id="2758" name="Google Shape;2758;p100"/>
            <p:cNvCxnSpPr/>
            <p:nvPr/>
          </p:nvCxnSpPr>
          <p:spPr>
            <a:xfrm>
              <a:off x="-43650" y="3621550"/>
              <a:ext cx="9262500" cy="1135200"/>
            </a:xfrm>
            <a:prstGeom prst="straightConnector1">
              <a:avLst/>
            </a:prstGeom>
            <a:noFill/>
            <a:ln cap="rnd" cmpd="sng" w="9525">
              <a:solidFill>
                <a:schemeClr val="accent4"/>
              </a:solidFill>
              <a:prstDash val="solid"/>
              <a:round/>
              <a:headEnd len="sm" w="sm" type="none"/>
              <a:tailEnd len="sm" w="sm" type="none"/>
            </a:ln>
          </p:spPr>
        </p:cxnSp>
        <p:cxnSp>
          <p:nvCxnSpPr>
            <p:cNvPr id="2759" name="Google Shape;2759;p100"/>
            <p:cNvCxnSpPr/>
            <p:nvPr/>
          </p:nvCxnSpPr>
          <p:spPr>
            <a:xfrm>
              <a:off x="-21400" y="1263825"/>
              <a:ext cx="1989600" cy="3948300"/>
            </a:xfrm>
            <a:prstGeom prst="straightConnector1">
              <a:avLst/>
            </a:prstGeom>
            <a:noFill/>
            <a:ln cap="rnd" cmpd="sng" w="9525">
              <a:solidFill>
                <a:schemeClr val="accent4"/>
              </a:solidFill>
              <a:prstDash val="solid"/>
              <a:round/>
              <a:headEnd len="sm" w="sm" type="none"/>
              <a:tailEnd len="sm" w="sm" type="none"/>
            </a:ln>
          </p:spPr>
        </p:cxnSp>
        <p:cxnSp>
          <p:nvCxnSpPr>
            <p:cNvPr id="2760" name="Google Shape;2760;p100"/>
            <p:cNvCxnSpPr/>
            <p:nvPr/>
          </p:nvCxnSpPr>
          <p:spPr>
            <a:xfrm flipH="1" rot="10800000">
              <a:off x="-33875" y="-70975"/>
              <a:ext cx="2732100" cy="2987700"/>
            </a:xfrm>
            <a:prstGeom prst="straightConnector1">
              <a:avLst/>
            </a:prstGeom>
            <a:noFill/>
            <a:ln cap="rnd" cmpd="sng" w="9525">
              <a:solidFill>
                <a:schemeClr val="accent4"/>
              </a:solidFill>
              <a:prstDash val="solid"/>
              <a:round/>
              <a:headEnd len="sm" w="sm" type="none"/>
              <a:tailEnd len="sm" w="sm" type="none"/>
            </a:ln>
          </p:spPr>
        </p:cxnSp>
        <p:cxnSp>
          <p:nvCxnSpPr>
            <p:cNvPr id="2761" name="Google Shape;2761;p100"/>
            <p:cNvCxnSpPr/>
            <p:nvPr/>
          </p:nvCxnSpPr>
          <p:spPr>
            <a:xfrm>
              <a:off x="7251400" y="-64725"/>
              <a:ext cx="1952400" cy="2077200"/>
            </a:xfrm>
            <a:prstGeom prst="straightConnector1">
              <a:avLst/>
            </a:prstGeom>
            <a:noFill/>
            <a:ln cap="rnd" cmpd="sng" w="9525">
              <a:solidFill>
                <a:schemeClr val="accent4"/>
              </a:solidFill>
              <a:prstDash val="solid"/>
              <a:round/>
              <a:headEnd len="sm" w="sm" type="none"/>
              <a:tailEnd len="sm" w="sm" type="none"/>
            </a:ln>
          </p:spPr>
        </p:cxnSp>
        <p:grpSp>
          <p:nvGrpSpPr>
            <p:cNvPr id="2762" name="Google Shape;2762;p100"/>
            <p:cNvGrpSpPr/>
            <p:nvPr/>
          </p:nvGrpSpPr>
          <p:grpSpPr>
            <a:xfrm>
              <a:off x="8337077" y="1118746"/>
              <a:ext cx="482600" cy="482600"/>
              <a:chOff x="-83525" y="4333650"/>
              <a:chExt cx="539700" cy="539700"/>
            </a:xfrm>
          </p:grpSpPr>
          <p:sp>
            <p:nvSpPr>
              <p:cNvPr id="2763" name="Google Shape;2763;p10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4" name="Google Shape;2764;p10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65" name="Google Shape;2765;p100"/>
            <p:cNvGrpSpPr/>
            <p:nvPr/>
          </p:nvGrpSpPr>
          <p:grpSpPr>
            <a:xfrm>
              <a:off x="8668547" y="2101237"/>
              <a:ext cx="344976" cy="344976"/>
              <a:chOff x="-83525" y="4333650"/>
              <a:chExt cx="539700" cy="539700"/>
            </a:xfrm>
          </p:grpSpPr>
          <p:sp>
            <p:nvSpPr>
              <p:cNvPr id="2766" name="Google Shape;2766;p10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7" name="Google Shape;2767;p10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68" name="Google Shape;2768;p100"/>
            <p:cNvGrpSpPr/>
            <p:nvPr/>
          </p:nvGrpSpPr>
          <p:grpSpPr>
            <a:xfrm>
              <a:off x="916890" y="3446701"/>
              <a:ext cx="666476" cy="666476"/>
              <a:chOff x="-83525" y="4333650"/>
              <a:chExt cx="539700" cy="539700"/>
            </a:xfrm>
          </p:grpSpPr>
          <p:sp>
            <p:nvSpPr>
              <p:cNvPr id="2769" name="Google Shape;2769;p10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0" name="Google Shape;2770;p10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71" name="Google Shape;2771;p100"/>
            <p:cNvGrpSpPr/>
            <p:nvPr/>
          </p:nvGrpSpPr>
          <p:grpSpPr>
            <a:xfrm>
              <a:off x="7832747" y="4411787"/>
              <a:ext cx="344976" cy="344976"/>
              <a:chOff x="-83525" y="4333650"/>
              <a:chExt cx="539700" cy="539700"/>
            </a:xfrm>
          </p:grpSpPr>
          <p:sp>
            <p:nvSpPr>
              <p:cNvPr id="2772" name="Google Shape;2772;p10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3" name="Google Shape;2773;p10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74" name="Google Shape;2774;p100"/>
            <p:cNvGrpSpPr/>
            <p:nvPr/>
          </p:nvGrpSpPr>
          <p:grpSpPr>
            <a:xfrm>
              <a:off x="7078022" y="4016675"/>
              <a:ext cx="344976" cy="344976"/>
              <a:chOff x="-83525" y="4333650"/>
              <a:chExt cx="539700" cy="539700"/>
            </a:xfrm>
          </p:grpSpPr>
          <p:sp>
            <p:nvSpPr>
              <p:cNvPr id="2775" name="Google Shape;2775;p10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6" name="Google Shape;2776;p10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77" name="Google Shape;2777;p100"/>
            <p:cNvGrpSpPr/>
            <p:nvPr/>
          </p:nvGrpSpPr>
          <p:grpSpPr>
            <a:xfrm>
              <a:off x="335397" y="2164175"/>
              <a:ext cx="344976" cy="344976"/>
              <a:chOff x="-83525" y="4333650"/>
              <a:chExt cx="539700" cy="539700"/>
            </a:xfrm>
          </p:grpSpPr>
          <p:sp>
            <p:nvSpPr>
              <p:cNvPr id="2778" name="Google Shape;2778;p10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9" name="Google Shape;2779;p10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80" name="Google Shape;2780;p100"/>
            <p:cNvGrpSpPr/>
            <p:nvPr/>
          </p:nvGrpSpPr>
          <p:grpSpPr>
            <a:xfrm>
              <a:off x="771997" y="801387"/>
              <a:ext cx="344976" cy="344976"/>
              <a:chOff x="-83525" y="4333650"/>
              <a:chExt cx="539700" cy="539700"/>
            </a:xfrm>
          </p:grpSpPr>
          <p:sp>
            <p:nvSpPr>
              <p:cNvPr id="2781" name="Google Shape;2781;p10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2" name="Google Shape;2782;p10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783" name="Google Shape;2783;p100"/>
          <p:cNvSpPr txBox="1"/>
          <p:nvPr>
            <p:ph type="title"/>
          </p:nvPr>
        </p:nvSpPr>
        <p:spPr>
          <a:xfrm>
            <a:off x="1539575" y="1840150"/>
            <a:ext cx="3971400" cy="8418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600"/>
              <a:buNone/>
              <a:defRPr sz="4300"/>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p:txBody>
      </p:sp>
      <p:sp>
        <p:nvSpPr>
          <p:cNvPr id="2784" name="Google Shape;2784;p100"/>
          <p:cNvSpPr txBox="1"/>
          <p:nvPr>
            <p:ph idx="2" type="title"/>
          </p:nvPr>
        </p:nvSpPr>
        <p:spPr>
          <a:xfrm>
            <a:off x="5987400" y="188875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2785" name="Google Shape;2785;p100"/>
          <p:cNvSpPr txBox="1"/>
          <p:nvPr>
            <p:ph idx="1" type="subTitle"/>
          </p:nvPr>
        </p:nvSpPr>
        <p:spPr>
          <a:xfrm rot="462">
            <a:off x="3277717" y="2607112"/>
            <a:ext cx="2233200" cy="630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1600"/>
              </a:spcBef>
              <a:spcAft>
                <a:spcPts val="0"/>
              </a:spcAft>
              <a:buSzPts val="1400"/>
              <a:buNone/>
              <a:defRPr/>
            </a:lvl2pPr>
            <a:lvl3pPr lvl="2" algn="r">
              <a:lnSpc>
                <a:spcPct val="100000"/>
              </a:lnSpc>
              <a:spcBef>
                <a:spcPts val="1600"/>
              </a:spcBef>
              <a:spcAft>
                <a:spcPts val="0"/>
              </a:spcAft>
              <a:buSzPts val="1400"/>
              <a:buNone/>
              <a:defRPr/>
            </a:lvl3pPr>
            <a:lvl4pPr lvl="3" algn="r">
              <a:lnSpc>
                <a:spcPct val="100000"/>
              </a:lnSpc>
              <a:spcBef>
                <a:spcPts val="1600"/>
              </a:spcBef>
              <a:spcAft>
                <a:spcPts val="0"/>
              </a:spcAft>
              <a:buSzPts val="1400"/>
              <a:buNone/>
              <a:defRPr/>
            </a:lvl4pPr>
            <a:lvl5pPr lvl="4" algn="r">
              <a:lnSpc>
                <a:spcPct val="100000"/>
              </a:lnSpc>
              <a:spcBef>
                <a:spcPts val="1600"/>
              </a:spcBef>
              <a:spcAft>
                <a:spcPts val="0"/>
              </a:spcAft>
              <a:buSzPts val="1400"/>
              <a:buNone/>
              <a:defRPr/>
            </a:lvl5pPr>
            <a:lvl6pPr lvl="5" algn="r">
              <a:lnSpc>
                <a:spcPct val="100000"/>
              </a:lnSpc>
              <a:spcBef>
                <a:spcPts val="1600"/>
              </a:spcBef>
              <a:spcAft>
                <a:spcPts val="0"/>
              </a:spcAft>
              <a:buSzPts val="1400"/>
              <a:buNone/>
              <a:defRPr/>
            </a:lvl6pPr>
            <a:lvl7pPr lvl="6" algn="r">
              <a:lnSpc>
                <a:spcPct val="100000"/>
              </a:lnSpc>
              <a:spcBef>
                <a:spcPts val="1600"/>
              </a:spcBef>
              <a:spcAft>
                <a:spcPts val="0"/>
              </a:spcAft>
              <a:buSzPts val="1400"/>
              <a:buNone/>
              <a:defRPr/>
            </a:lvl7pPr>
            <a:lvl8pPr lvl="7" algn="r">
              <a:lnSpc>
                <a:spcPct val="100000"/>
              </a:lnSpc>
              <a:spcBef>
                <a:spcPts val="1600"/>
              </a:spcBef>
              <a:spcAft>
                <a:spcPts val="0"/>
              </a:spcAft>
              <a:buSzPts val="1400"/>
              <a:buNone/>
              <a:defRPr/>
            </a:lvl8pPr>
            <a:lvl9pPr lvl="8" algn="r">
              <a:lnSpc>
                <a:spcPct val="100000"/>
              </a:lnSpc>
              <a:spcBef>
                <a:spcPts val="1600"/>
              </a:spcBef>
              <a:spcAft>
                <a:spcPts val="1600"/>
              </a:spcAft>
              <a:buSzPts val="14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786" name="Shape 2786"/>
        <p:cNvGrpSpPr/>
        <p:nvPr/>
      </p:nvGrpSpPr>
      <p:grpSpPr>
        <a:xfrm>
          <a:off x="0" y="0"/>
          <a:ext cx="0" cy="0"/>
          <a:chOff x="0" y="0"/>
          <a:chExt cx="0" cy="0"/>
        </a:xfrm>
      </p:grpSpPr>
      <p:grpSp>
        <p:nvGrpSpPr>
          <p:cNvPr id="2787" name="Google Shape;2787;p101"/>
          <p:cNvGrpSpPr/>
          <p:nvPr/>
        </p:nvGrpSpPr>
        <p:grpSpPr>
          <a:xfrm>
            <a:off x="0" y="0"/>
            <a:ext cx="9144000" cy="5143500"/>
            <a:chOff x="0" y="0"/>
            <a:chExt cx="9144000" cy="5143500"/>
          </a:xfrm>
        </p:grpSpPr>
        <p:sp>
          <p:nvSpPr>
            <p:cNvPr id="2788" name="Google Shape;2788;p101"/>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9" name="Google Shape;2789;p101"/>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90" name="Google Shape;2790;p101"/>
          <p:cNvGrpSpPr/>
          <p:nvPr/>
        </p:nvGrpSpPr>
        <p:grpSpPr>
          <a:xfrm>
            <a:off x="-38625" y="-86000"/>
            <a:ext cx="9277700" cy="5409179"/>
            <a:chOff x="-38625" y="-86000"/>
            <a:chExt cx="9277700" cy="5409179"/>
          </a:xfrm>
        </p:grpSpPr>
        <p:cxnSp>
          <p:nvCxnSpPr>
            <p:cNvPr id="2791" name="Google Shape;2791;p101"/>
            <p:cNvCxnSpPr/>
            <p:nvPr/>
          </p:nvCxnSpPr>
          <p:spPr>
            <a:xfrm>
              <a:off x="7441175" y="-66725"/>
              <a:ext cx="1747500" cy="1473900"/>
            </a:xfrm>
            <a:prstGeom prst="straightConnector1">
              <a:avLst/>
            </a:prstGeom>
            <a:noFill/>
            <a:ln cap="rnd" cmpd="sng" w="9525">
              <a:solidFill>
                <a:schemeClr val="accent4"/>
              </a:solidFill>
              <a:prstDash val="solid"/>
              <a:round/>
              <a:headEnd len="sm" w="sm" type="none"/>
              <a:tailEnd len="sm" w="sm" type="none"/>
            </a:ln>
          </p:spPr>
        </p:cxnSp>
        <p:cxnSp>
          <p:nvCxnSpPr>
            <p:cNvPr id="2792" name="Google Shape;2792;p101"/>
            <p:cNvCxnSpPr/>
            <p:nvPr/>
          </p:nvCxnSpPr>
          <p:spPr>
            <a:xfrm>
              <a:off x="7143150" y="4924000"/>
              <a:ext cx="2054400" cy="78900"/>
            </a:xfrm>
            <a:prstGeom prst="straightConnector1">
              <a:avLst/>
            </a:prstGeom>
            <a:noFill/>
            <a:ln cap="rnd" cmpd="sng" w="9525">
              <a:solidFill>
                <a:schemeClr val="accent4"/>
              </a:solidFill>
              <a:prstDash val="solid"/>
              <a:round/>
              <a:headEnd len="sm" w="sm" type="none"/>
              <a:tailEnd len="sm" w="sm" type="none"/>
            </a:ln>
          </p:spPr>
        </p:cxnSp>
        <p:cxnSp>
          <p:nvCxnSpPr>
            <p:cNvPr id="2793" name="Google Shape;2793;p101"/>
            <p:cNvCxnSpPr/>
            <p:nvPr/>
          </p:nvCxnSpPr>
          <p:spPr>
            <a:xfrm flipH="1">
              <a:off x="8911300" y="-73150"/>
              <a:ext cx="32100" cy="1516500"/>
            </a:xfrm>
            <a:prstGeom prst="straightConnector1">
              <a:avLst/>
            </a:prstGeom>
            <a:noFill/>
            <a:ln cap="rnd" cmpd="sng" w="9525">
              <a:solidFill>
                <a:schemeClr val="accent4"/>
              </a:solidFill>
              <a:prstDash val="solid"/>
              <a:round/>
              <a:headEnd len="sm" w="sm" type="none"/>
              <a:tailEnd len="sm" w="sm" type="none"/>
            </a:ln>
          </p:spPr>
        </p:cxnSp>
        <p:cxnSp>
          <p:nvCxnSpPr>
            <p:cNvPr id="2794" name="Google Shape;2794;p101"/>
            <p:cNvCxnSpPr/>
            <p:nvPr/>
          </p:nvCxnSpPr>
          <p:spPr>
            <a:xfrm>
              <a:off x="7420475" y="241725"/>
              <a:ext cx="1818600" cy="533400"/>
            </a:xfrm>
            <a:prstGeom prst="straightConnector1">
              <a:avLst/>
            </a:prstGeom>
            <a:noFill/>
            <a:ln cap="rnd" cmpd="sng" w="9525">
              <a:solidFill>
                <a:schemeClr val="accent4"/>
              </a:solidFill>
              <a:prstDash val="solid"/>
              <a:round/>
              <a:headEnd len="sm" w="sm" type="none"/>
              <a:tailEnd len="sm" w="sm" type="none"/>
            </a:ln>
          </p:spPr>
        </p:cxnSp>
        <p:cxnSp>
          <p:nvCxnSpPr>
            <p:cNvPr id="2795" name="Google Shape;2795;p101"/>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2796" name="Google Shape;2796;p101"/>
            <p:cNvCxnSpPr/>
            <p:nvPr/>
          </p:nvCxnSpPr>
          <p:spPr>
            <a:xfrm>
              <a:off x="-28475" y="4707700"/>
              <a:ext cx="1767000" cy="507600"/>
            </a:xfrm>
            <a:prstGeom prst="straightConnector1">
              <a:avLst/>
            </a:prstGeom>
            <a:noFill/>
            <a:ln cap="rnd" cmpd="sng" w="9525">
              <a:solidFill>
                <a:schemeClr val="accent4"/>
              </a:solidFill>
              <a:prstDash val="solid"/>
              <a:round/>
              <a:headEnd len="sm" w="sm" type="none"/>
              <a:tailEnd len="sm" w="sm" type="none"/>
            </a:ln>
          </p:spPr>
        </p:cxnSp>
        <p:grpSp>
          <p:nvGrpSpPr>
            <p:cNvPr id="2797" name="Google Shape;2797;p101"/>
            <p:cNvGrpSpPr/>
            <p:nvPr/>
          </p:nvGrpSpPr>
          <p:grpSpPr>
            <a:xfrm>
              <a:off x="8673562" y="431299"/>
              <a:ext cx="507588" cy="507588"/>
              <a:chOff x="-83525" y="4333650"/>
              <a:chExt cx="539700" cy="539700"/>
            </a:xfrm>
          </p:grpSpPr>
          <p:sp>
            <p:nvSpPr>
              <p:cNvPr id="2798" name="Google Shape;2798;p10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9" name="Google Shape;2799;p10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00" name="Google Shape;2800;p101"/>
            <p:cNvGrpSpPr/>
            <p:nvPr/>
          </p:nvGrpSpPr>
          <p:grpSpPr>
            <a:xfrm>
              <a:off x="7364046" y="-29919"/>
              <a:ext cx="723360" cy="723360"/>
              <a:chOff x="-83525" y="4333650"/>
              <a:chExt cx="539700" cy="539700"/>
            </a:xfrm>
          </p:grpSpPr>
          <p:sp>
            <p:nvSpPr>
              <p:cNvPr id="2801" name="Google Shape;2801;p10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2" name="Google Shape;2802;p10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03" name="Google Shape;2803;p101"/>
            <p:cNvGrpSpPr/>
            <p:nvPr/>
          </p:nvGrpSpPr>
          <p:grpSpPr>
            <a:xfrm>
              <a:off x="206291" y="1036780"/>
              <a:ext cx="389178" cy="389178"/>
              <a:chOff x="-83525" y="4333650"/>
              <a:chExt cx="539700" cy="539700"/>
            </a:xfrm>
          </p:grpSpPr>
          <p:sp>
            <p:nvSpPr>
              <p:cNvPr id="2804" name="Google Shape;2804;p101"/>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5" name="Google Shape;2805;p10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06" name="Google Shape;2806;p101"/>
            <p:cNvGrpSpPr/>
            <p:nvPr/>
          </p:nvGrpSpPr>
          <p:grpSpPr>
            <a:xfrm>
              <a:off x="1009541" y="107780"/>
              <a:ext cx="389178" cy="389178"/>
              <a:chOff x="-83525" y="4333650"/>
              <a:chExt cx="539700" cy="539700"/>
            </a:xfrm>
          </p:grpSpPr>
          <p:sp>
            <p:nvSpPr>
              <p:cNvPr id="2807" name="Google Shape;2807;p101"/>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8" name="Google Shape;2808;p10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09" name="Google Shape;2809;p101"/>
            <p:cNvGrpSpPr/>
            <p:nvPr/>
          </p:nvGrpSpPr>
          <p:grpSpPr>
            <a:xfrm>
              <a:off x="7441171" y="4599819"/>
              <a:ext cx="723360" cy="723360"/>
              <a:chOff x="617531" y="4467715"/>
              <a:chExt cx="539700" cy="539700"/>
            </a:xfrm>
          </p:grpSpPr>
          <p:sp>
            <p:nvSpPr>
              <p:cNvPr id="2810" name="Google Shape;2810;p101"/>
              <p:cNvSpPr/>
              <p:nvPr/>
            </p:nvSpPr>
            <p:spPr>
              <a:xfrm>
                <a:off x="617531" y="4467715"/>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1" name="Google Shape;2811;p101"/>
              <p:cNvSpPr/>
              <p:nvPr/>
            </p:nvSpPr>
            <p:spPr>
              <a:xfrm>
                <a:off x="726656" y="4576765"/>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812" name="Google Shape;2812;p101"/>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2813" name="Shape 2813"/>
        <p:cNvGrpSpPr/>
        <p:nvPr/>
      </p:nvGrpSpPr>
      <p:grpSpPr>
        <a:xfrm>
          <a:off x="0" y="0"/>
          <a:ext cx="0" cy="0"/>
          <a:chOff x="0" y="0"/>
          <a:chExt cx="0" cy="0"/>
        </a:xfrm>
      </p:grpSpPr>
      <p:grpSp>
        <p:nvGrpSpPr>
          <p:cNvPr id="2814" name="Google Shape;2814;p102"/>
          <p:cNvGrpSpPr/>
          <p:nvPr/>
        </p:nvGrpSpPr>
        <p:grpSpPr>
          <a:xfrm>
            <a:off x="0" y="0"/>
            <a:ext cx="9144000" cy="5143500"/>
            <a:chOff x="0" y="0"/>
            <a:chExt cx="9144000" cy="5143500"/>
          </a:xfrm>
        </p:grpSpPr>
        <p:sp>
          <p:nvSpPr>
            <p:cNvPr id="2815" name="Google Shape;2815;p102"/>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6" name="Google Shape;2816;p102"/>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17" name="Google Shape;2817;p102"/>
          <p:cNvGrpSpPr/>
          <p:nvPr/>
        </p:nvGrpSpPr>
        <p:grpSpPr>
          <a:xfrm>
            <a:off x="-49850" y="-102075"/>
            <a:ext cx="9227925" cy="5291725"/>
            <a:chOff x="-49850" y="-102075"/>
            <a:chExt cx="9227925" cy="5291725"/>
          </a:xfrm>
        </p:grpSpPr>
        <p:cxnSp>
          <p:nvCxnSpPr>
            <p:cNvPr id="2818" name="Google Shape;2818;p102"/>
            <p:cNvCxnSpPr/>
            <p:nvPr/>
          </p:nvCxnSpPr>
          <p:spPr>
            <a:xfrm flipH="1" rot="10800000">
              <a:off x="7254825" y="4167775"/>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2819" name="Google Shape;2819;p102"/>
            <p:cNvCxnSpPr/>
            <p:nvPr/>
          </p:nvCxnSpPr>
          <p:spPr>
            <a:xfrm rot="10800000">
              <a:off x="-6475" y="3339075"/>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2820" name="Google Shape;2820;p102"/>
            <p:cNvCxnSpPr/>
            <p:nvPr/>
          </p:nvCxnSpPr>
          <p:spPr>
            <a:xfrm rot="10800000">
              <a:off x="-12750" y="1623250"/>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2821" name="Google Shape;2821;p102"/>
            <p:cNvCxnSpPr/>
            <p:nvPr/>
          </p:nvCxnSpPr>
          <p:spPr>
            <a:xfrm>
              <a:off x="8604325" y="-92425"/>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2822" name="Google Shape;2822;p102"/>
            <p:cNvGrpSpPr/>
            <p:nvPr/>
          </p:nvGrpSpPr>
          <p:grpSpPr>
            <a:xfrm flipH="1" rot="10800000">
              <a:off x="120119" y="3681262"/>
              <a:ext cx="419725" cy="419725"/>
              <a:chOff x="-83525" y="4333650"/>
              <a:chExt cx="539700" cy="539700"/>
            </a:xfrm>
          </p:grpSpPr>
          <p:sp>
            <p:nvSpPr>
              <p:cNvPr id="2823" name="Google Shape;2823;p10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4" name="Google Shape;2824;p10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25" name="Google Shape;2825;p102"/>
            <p:cNvGrpSpPr/>
            <p:nvPr/>
          </p:nvGrpSpPr>
          <p:grpSpPr>
            <a:xfrm flipH="1" rot="10800000">
              <a:off x="8126742" y="4257595"/>
              <a:ext cx="599661" cy="599607"/>
              <a:chOff x="-83525" y="4333650"/>
              <a:chExt cx="539700" cy="539700"/>
            </a:xfrm>
          </p:grpSpPr>
          <p:sp>
            <p:nvSpPr>
              <p:cNvPr id="2826" name="Google Shape;2826;p10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7" name="Google Shape;2827;p10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28" name="Google Shape;2828;p102"/>
            <p:cNvGrpSpPr/>
            <p:nvPr/>
          </p:nvGrpSpPr>
          <p:grpSpPr>
            <a:xfrm flipH="1" rot="10800000">
              <a:off x="8756294" y="1412912"/>
              <a:ext cx="419725" cy="419725"/>
              <a:chOff x="-83525" y="4333650"/>
              <a:chExt cx="539700" cy="539700"/>
            </a:xfrm>
          </p:grpSpPr>
          <p:sp>
            <p:nvSpPr>
              <p:cNvPr id="2829" name="Google Shape;2829;p10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0" name="Google Shape;2830;p10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831" name="Google Shape;2831;p102"/>
            <p:cNvCxnSpPr/>
            <p:nvPr/>
          </p:nvCxnSpPr>
          <p:spPr>
            <a:xfrm flipH="1" rot="10800000">
              <a:off x="-49850" y="-102075"/>
              <a:ext cx="4440900" cy="1216200"/>
            </a:xfrm>
            <a:prstGeom prst="straightConnector1">
              <a:avLst/>
            </a:prstGeom>
            <a:noFill/>
            <a:ln cap="rnd" cmpd="sng" w="9525">
              <a:solidFill>
                <a:schemeClr val="accent4"/>
              </a:solidFill>
              <a:prstDash val="solid"/>
              <a:round/>
              <a:headEnd len="sm" w="sm" type="none"/>
              <a:tailEnd len="sm" w="sm" type="none"/>
            </a:ln>
          </p:spPr>
        </p:cxnSp>
        <p:cxnSp>
          <p:nvCxnSpPr>
            <p:cNvPr id="2832" name="Google Shape;2832;p102"/>
            <p:cNvCxnSpPr/>
            <p:nvPr/>
          </p:nvCxnSpPr>
          <p:spPr>
            <a:xfrm>
              <a:off x="3015475" y="-58500"/>
              <a:ext cx="6162600" cy="848400"/>
            </a:xfrm>
            <a:prstGeom prst="straightConnector1">
              <a:avLst/>
            </a:prstGeom>
            <a:noFill/>
            <a:ln cap="rnd" cmpd="sng" w="9525">
              <a:solidFill>
                <a:schemeClr val="accent4"/>
              </a:solidFill>
              <a:prstDash val="solid"/>
              <a:round/>
              <a:headEnd len="sm" w="sm" type="none"/>
              <a:tailEnd len="sm" w="sm" type="none"/>
            </a:ln>
          </p:spPr>
        </p:cxnSp>
        <p:grpSp>
          <p:nvGrpSpPr>
            <p:cNvPr id="2833" name="Google Shape;2833;p102"/>
            <p:cNvGrpSpPr/>
            <p:nvPr/>
          </p:nvGrpSpPr>
          <p:grpSpPr>
            <a:xfrm flipH="1" rot="10800000">
              <a:off x="218656" y="394750"/>
              <a:ext cx="1002709" cy="1002601"/>
              <a:chOff x="-83525" y="4333650"/>
              <a:chExt cx="539700" cy="539700"/>
            </a:xfrm>
          </p:grpSpPr>
          <p:sp>
            <p:nvSpPr>
              <p:cNvPr id="2834" name="Google Shape;2834;p10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5" name="Google Shape;2835;p10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36" name="Google Shape;2836;p102"/>
            <p:cNvGrpSpPr/>
            <p:nvPr/>
          </p:nvGrpSpPr>
          <p:grpSpPr>
            <a:xfrm flipH="1" rot="10800000">
              <a:off x="807194" y="84337"/>
              <a:ext cx="419725" cy="419725"/>
              <a:chOff x="-83525" y="4333650"/>
              <a:chExt cx="539700" cy="539700"/>
            </a:xfrm>
          </p:grpSpPr>
          <p:sp>
            <p:nvSpPr>
              <p:cNvPr id="2837" name="Google Shape;2837;p10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8" name="Google Shape;2838;p10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39" name="Google Shape;2839;p102"/>
            <p:cNvGrpSpPr/>
            <p:nvPr/>
          </p:nvGrpSpPr>
          <p:grpSpPr>
            <a:xfrm flipH="1" rot="10800000">
              <a:off x="4275169" y="330149"/>
              <a:ext cx="419725" cy="419725"/>
              <a:chOff x="-83525" y="4333650"/>
              <a:chExt cx="539700" cy="539700"/>
            </a:xfrm>
          </p:grpSpPr>
          <p:sp>
            <p:nvSpPr>
              <p:cNvPr id="2840" name="Google Shape;2840;p10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1" name="Google Shape;2841;p10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842" name="Google Shape;2842;p102"/>
          <p:cNvSpPr txBox="1"/>
          <p:nvPr>
            <p:ph idx="1" type="subTitle"/>
          </p:nvPr>
        </p:nvSpPr>
        <p:spPr>
          <a:xfrm>
            <a:off x="5025625" y="3064425"/>
            <a:ext cx="2891400" cy="1052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1600"/>
              </a:spcBef>
              <a:spcAft>
                <a:spcPts val="0"/>
              </a:spcAft>
              <a:buSzPts val="1400"/>
              <a:buNone/>
              <a:defRPr/>
            </a:lvl3pPr>
            <a:lvl4pPr lvl="3" algn="r">
              <a:lnSpc>
                <a:spcPct val="100000"/>
              </a:lnSpc>
              <a:spcBef>
                <a:spcPts val="1600"/>
              </a:spcBef>
              <a:spcAft>
                <a:spcPts val="0"/>
              </a:spcAft>
              <a:buSzPts val="1400"/>
              <a:buNone/>
              <a:defRPr/>
            </a:lvl4pPr>
            <a:lvl5pPr lvl="4" algn="r">
              <a:lnSpc>
                <a:spcPct val="100000"/>
              </a:lnSpc>
              <a:spcBef>
                <a:spcPts val="1600"/>
              </a:spcBef>
              <a:spcAft>
                <a:spcPts val="0"/>
              </a:spcAft>
              <a:buSzPts val="1400"/>
              <a:buNone/>
              <a:defRPr/>
            </a:lvl5pPr>
            <a:lvl6pPr lvl="5" algn="r">
              <a:lnSpc>
                <a:spcPct val="100000"/>
              </a:lnSpc>
              <a:spcBef>
                <a:spcPts val="1600"/>
              </a:spcBef>
              <a:spcAft>
                <a:spcPts val="0"/>
              </a:spcAft>
              <a:buSzPts val="1400"/>
              <a:buNone/>
              <a:defRPr/>
            </a:lvl6pPr>
            <a:lvl7pPr lvl="6" algn="r">
              <a:lnSpc>
                <a:spcPct val="100000"/>
              </a:lnSpc>
              <a:spcBef>
                <a:spcPts val="1600"/>
              </a:spcBef>
              <a:spcAft>
                <a:spcPts val="0"/>
              </a:spcAft>
              <a:buSzPts val="1400"/>
              <a:buNone/>
              <a:defRPr/>
            </a:lvl7pPr>
            <a:lvl8pPr lvl="7" algn="r">
              <a:lnSpc>
                <a:spcPct val="100000"/>
              </a:lnSpc>
              <a:spcBef>
                <a:spcPts val="1600"/>
              </a:spcBef>
              <a:spcAft>
                <a:spcPts val="0"/>
              </a:spcAft>
              <a:buSzPts val="1400"/>
              <a:buNone/>
              <a:defRPr/>
            </a:lvl8pPr>
            <a:lvl9pPr lvl="8" algn="r">
              <a:lnSpc>
                <a:spcPct val="100000"/>
              </a:lnSpc>
              <a:spcBef>
                <a:spcPts val="1600"/>
              </a:spcBef>
              <a:spcAft>
                <a:spcPts val="1600"/>
              </a:spcAft>
              <a:buSzPts val="1400"/>
              <a:buNone/>
              <a:defRPr/>
            </a:lvl9pPr>
          </a:lstStyle>
          <a:p/>
        </p:txBody>
      </p:sp>
      <p:sp>
        <p:nvSpPr>
          <p:cNvPr id="2843" name="Google Shape;2843;p102"/>
          <p:cNvSpPr txBox="1"/>
          <p:nvPr>
            <p:ph type="title"/>
          </p:nvPr>
        </p:nvSpPr>
        <p:spPr>
          <a:xfrm>
            <a:off x="5025674" y="1026975"/>
            <a:ext cx="2891400" cy="206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100"/>
              <a:buNone/>
              <a:defRPr/>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_1_1_2_1">
    <p:spTree>
      <p:nvGrpSpPr>
        <p:cNvPr id="2844" name="Shape 2844"/>
        <p:cNvGrpSpPr/>
        <p:nvPr/>
      </p:nvGrpSpPr>
      <p:grpSpPr>
        <a:xfrm>
          <a:off x="0" y="0"/>
          <a:ext cx="0" cy="0"/>
          <a:chOff x="0" y="0"/>
          <a:chExt cx="0" cy="0"/>
        </a:xfrm>
      </p:grpSpPr>
      <p:grpSp>
        <p:nvGrpSpPr>
          <p:cNvPr id="2845" name="Google Shape;2845;p103"/>
          <p:cNvGrpSpPr/>
          <p:nvPr/>
        </p:nvGrpSpPr>
        <p:grpSpPr>
          <a:xfrm>
            <a:off x="0" y="0"/>
            <a:ext cx="9144000" cy="5143500"/>
            <a:chOff x="0" y="0"/>
            <a:chExt cx="9144000" cy="5143500"/>
          </a:xfrm>
        </p:grpSpPr>
        <p:sp>
          <p:nvSpPr>
            <p:cNvPr id="2846" name="Google Shape;2846;p103"/>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7" name="Google Shape;2847;p103"/>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48" name="Google Shape;2848;p103"/>
          <p:cNvGrpSpPr/>
          <p:nvPr/>
        </p:nvGrpSpPr>
        <p:grpSpPr>
          <a:xfrm>
            <a:off x="-12825" y="-92425"/>
            <a:ext cx="9277475" cy="5348950"/>
            <a:chOff x="-12825" y="-92425"/>
            <a:chExt cx="9277475" cy="5348950"/>
          </a:xfrm>
        </p:grpSpPr>
        <p:cxnSp>
          <p:nvCxnSpPr>
            <p:cNvPr id="2849" name="Google Shape;2849;p103"/>
            <p:cNvCxnSpPr/>
            <p:nvPr/>
          </p:nvCxnSpPr>
          <p:spPr>
            <a:xfrm>
              <a:off x="8573550" y="-24325"/>
              <a:ext cx="588600" cy="3658800"/>
            </a:xfrm>
            <a:prstGeom prst="straightConnector1">
              <a:avLst/>
            </a:prstGeom>
            <a:noFill/>
            <a:ln cap="rnd" cmpd="sng" w="9525">
              <a:solidFill>
                <a:schemeClr val="accent4"/>
              </a:solidFill>
              <a:prstDash val="solid"/>
              <a:round/>
              <a:headEnd len="sm" w="sm" type="none"/>
              <a:tailEnd len="sm" w="sm" type="none"/>
            </a:ln>
          </p:spPr>
        </p:cxnSp>
        <p:cxnSp>
          <p:nvCxnSpPr>
            <p:cNvPr id="2850" name="Google Shape;2850;p103"/>
            <p:cNvCxnSpPr/>
            <p:nvPr/>
          </p:nvCxnSpPr>
          <p:spPr>
            <a:xfrm flipH="1">
              <a:off x="8705550" y="-53850"/>
              <a:ext cx="25800" cy="5289300"/>
            </a:xfrm>
            <a:prstGeom prst="straightConnector1">
              <a:avLst/>
            </a:prstGeom>
            <a:noFill/>
            <a:ln cap="rnd" cmpd="sng" w="9525">
              <a:solidFill>
                <a:schemeClr val="accent4"/>
              </a:solidFill>
              <a:prstDash val="solid"/>
              <a:round/>
              <a:headEnd len="sm" w="sm" type="none"/>
              <a:tailEnd len="sm" w="sm" type="none"/>
            </a:ln>
          </p:spPr>
        </p:cxnSp>
        <p:cxnSp>
          <p:nvCxnSpPr>
            <p:cNvPr id="2851" name="Google Shape;2851;p103"/>
            <p:cNvCxnSpPr/>
            <p:nvPr/>
          </p:nvCxnSpPr>
          <p:spPr>
            <a:xfrm flipH="1" rot="10800000">
              <a:off x="3442850" y="4604900"/>
              <a:ext cx="5821800" cy="552600"/>
            </a:xfrm>
            <a:prstGeom prst="straightConnector1">
              <a:avLst/>
            </a:prstGeom>
            <a:noFill/>
            <a:ln cap="rnd" cmpd="sng" w="9525">
              <a:solidFill>
                <a:schemeClr val="accent4"/>
              </a:solidFill>
              <a:prstDash val="solid"/>
              <a:round/>
              <a:headEnd len="sm" w="sm" type="none"/>
              <a:tailEnd len="sm" w="sm" type="none"/>
            </a:ln>
          </p:spPr>
        </p:cxnSp>
        <p:cxnSp>
          <p:nvCxnSpPr>
            <p:cNvPr id="2852" name="Google Shape;2852;p103"/>
            <p:cNvCxnSpPr/>
            <p:nvPr/>
          </p:nvCxnSpPr>
          <p:spPr>
            <a:xfrm>
              <a:off x="-12825" y="3075525"/>
              <a:ext cx="769500" cy="2181000"/>
            </a:xfrm>
            <a:prstGeom prst="straightConnector1">
              <a:avLst/>
            </a:prstGeom>
            <a:noFill/>
            <a:ln cap="rnd" cmpd="sng" w="9525">
              <a:solidFill>
                <a:schemeClr val="accent4"/>
              </a:solidFill>
              <a:prstDash val="solid"/>
              <a:round/>
              <a:headEnd len="sm" w="sm" type="none"/>
              <a:tailEnd len="sm" w="sm" type="none"/>
            </a:ln>
          </p:spPr>
        </p:cxnSp>
        <p:cxnSp>
          <p:nvCxnSpPr>
            <p:cNvPr id="2853" name="Google Shape;2853;p103"/>
            <p:cNvCxnSpPr/>
            <p:nvPr/>
          </p:nvCxnSpPr>
          <p:spPr>
            <a:xfrm flipH="1" rot="10800000">
              <a:off x="147875" y="3331600"/>
              <a:ext cx="358800" cy="1896600"/>
            </a:xfrm>
            <a:prstGeom prst="straightConnector1">
              <a:avLst/>
            </a:prstGeom>
            <a:noFill/>
            <a:ln cap="rnd" cmpd="sng" w="9525">
              <a:solidFill>
                <a:schemeClr val="accent4"/>
              </a:solidFill>
              <a:prstDash val="solid"/>
              <a:round/>
              <a:headEnd len="sm" w="sm" type="none"/>
              <a:tailEnd len="sm" w="sm" type="none"/>
            </a:ln>
          </p:spPr>
        </p:cxnSp>
        <p:cxnSp>
          <p:nvCxnSpPr>
            <p:cNvPr id="2854" name="Google Shape;2854;p103"/>
            <p:cNvCxnSpPr/>
            <p:nvPr/>
          </p:nvCxnSpPr>
          <p:spPr>
            <a:xfrm flipH="1">
              <a:off x="-12650" y="-92425"/>
              <a:ext cx="1047300" cy="3887700"/>
            </a:xfrm>
            <a:prstGeom prst="straightConnector1">
              <a:avLst/>
            </a:prstGeom>
            <a:noFill/>
            <a:ln cap="rnd" cmpd="sng" w="9525">
              <a:solidFill>
                <a:schemeClr val="accent4"/>
              </a:solidFill>
              <a:prstDash val="solid"/>
              <a:round/>
              <a:headEnd len="sm" w="sm" type="none"/>
              <a:tailEnd len="sm" w="sm" type="none"/>
            </a:ln>
          </p:spPr>
        </p:cxnSp>
        <p:grpSp>
          <p:nvGrpSpPr>
            <p:cNvPr id="2855" name="Google Shape;2855;p103"/>
            <p:cNvGrpSpPr/>
            <p:nvPr/>
          </p:nvGrpSpPr>
          <p:grpSpPr>
            <a:xfrm>
              <a:off x="8376754" y="637023"/>
              <a:ext cx="718341" cy="718341"/>
              <a:chOff x="30975" y="3360397"/>
              <a:chExt cx="539700" cy="539700"/>
            </a:xfrm>
          </p:grpSpPr>
          <p:sp>
            <p:nvSpPr>
              <p:cNvPr id="2856" name="Google Shape;2856;p103"/>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7" name="Google Shape;2857;p103"/>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58" name="Google Shape;2858;p103"/>
            <p:cNvGrpSpPr/>
            <p:nvPr/>
          </p:nvGrpSpPr>
          <p:grpSpPr>
            <a:xfrm>
              <a:off x="8425978" y="4416358"/>
              <a:ext cx="533979" cy="533979"/>
              <a:chOff x="147524" y="4333650"/>
              <a:chExt cx="539700" cy="539700"/>
            </a:xfrm>
          </p:grpSpPr>
          <p:sp>
            <p:nvSpPr>
              <p:cNvPr id="2859" name="Google Shape;2859;p103"/>
              <p:cNvSpPr/>
              <p:nvPr/>
            </p:nvSpPr>
            <p:spPr>
              <a:xfrm>
                <a:off x="147524"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0" name="Google Shape;2860;p103"/>
              <p:cNvSpPr/>
              <p:nvPr/>
            </p:nvSpPr>
            <p:spPr>
              <a:xfrm>
                <a:off x="256649"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61" name="Google Shape;2861;p103"/>
            <p:cNvGrpSpPr/>
            <p:nvPr/>
          </p:nvGrpSpPr>
          <p:grpSpPr>
            <a:xfrm>
              <a:off x="-12648" y="3015157"/>
              <a:ext cx="334182" cy="334182"/>
              <a:chOff x="-83525" y="4333650"/>
              <a:chExt cx="539700" cy="539700"/>
            </a:xfrm>
          </p:grpSpPr>
          <p:sp>
            <p:nvSpPr>
              <p:cNvPr id="2862" name="Google Shape;2862;p10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3" name="Google Shape;2863;p10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64" name="Google Shape;2864;p103"/>
            <p:cNvGrpSpPr/>
            <p:nvPr/>
          </p:nvGrpSpPr>
          <p:grpSpPr>
            <a:xfrm>
              <a:off x="705394" y="372757"/>
              <a:ext cx="334182" cy="334182"/>
              <a:chOff x="-83525" y="4333650"/>
              <a:chExt cx="539700" cy="539700"/>
            </a:xfrm>
          </p:grpSpPr>
          <p:sp>
            <p:nvSpPr>
              <p:cNvPr id="2865" name="Google Shape;2865;p10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6" name="Google Shape;2866;p10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867" name="Google Shape;2867;p103"/>
          <p:cNvSpPr txBox="1"/>
          <p:nvPr>
            <p:ph idx="1" type="subTitle"/>
          </p:nvPr>
        </p:nvSpPr>
        <p:spPr>
          <a:xfrm>
            <a:off x="1332025" y="2409625"/>
            <a:ext cx="2653800" cy="1037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r">
              <a:lnSpc>
                <a:spcPct val="100000"/>
              </a:lnSpc>
              <a:spcBef>
                <a:spcPts val="1600"/>
              </a:spcBef>
              <a:spcAft>
                <a:spcPts val="0"/>
              </a:spcAft>
              <a:buSzPts val="1400"/>
              <a:buNone/>
              <a:defRPr/>
            </a:lvl2pPr>
            <a:lvl3pPr lvl="2" algn="r">
              <a:lnSpc>
                <a:spcPct val="100000"/>
              </a:lnSpc>
              <a:spcBef>
                <a:spcPts val="1600"/>
              </a:spcBef>
              <a:spcAft>
                <a:spcPts val="0"/>
              </a:spcAft>
              <a:buSzPts val="1400"/>
              <a:buNone/>
              <a:defRPr/>
            </a:lvl3pPr>
            <a:lvl4pPr lvl="3" algn="r">
              <a:lnSpc>
                <a:spcPct val="100000"/>
              </a:lnSpc>
              <a:spcBef>
                <a:spcPts val="1600"/>
              </a:spcBef>
              <a:spcAft>
                <a:spcPts val="0"/>
              </a:spcAft>
              <a:buSzPts val="1400"/>
              <a:buNone/>
              <a:defRPr/>
            </a:lvl4pPr>
            <a:lvl5pPr lvl="4" algn="r">
              <a:lnSpc>
                <a:spcPct val="100000"/>
              </a:lnSpc>
              <a:spcBef>
                <a:spcPts val="1600"/>
              </a:spcBef>
              <a:spcAft>
                <a:spcPts val="0"/>
              </a:spcAft>
              <a:buSzPts val="1400"/>
              <a:buNone/>
              <a:defRPr/>
            </a:lvl5pPr>
            <a:lvl6pPr lvl="5" algn="r">
              <a:lnSpc>
                <a:spcPct val="100000"/>
              </a:lnSpc>
              <a:spcBef>
                <a:spcPts val="1600"/>
              </a:spcBef>
              <a:spcAft>
                <a:spcPts val="0"/>
              </a:spcAft>
              <a:buSzPts val="1400"/>
              <a:buNone/>
              <a:defRPr/>
            </a:lvl6pPr>
            <a:lvl7pPr lvl="6" algn="r">
              <a:lnSpc>
                <a:spcPct val="100000"/>
              </a:lnSpc>
              <a:spcBef>
                <a:spcPts val="1600"/>
              </a:spcBef>
              <a:spcAft>
                <a:spcPts val="0"/>
              </a:spcAft>
              <a:buSzPts val="1400"/>
              <a:buNone/>
              <a:defRPr/>
            </a:lvl7pPr>
            <a:lvl8pPr lvl="7" algn="r">
              <a:lnSpc>
                <a:spcPct val="100000"/>
              </a:lnSpc>
              <a:spcBef>
                <a:spcPts val="1600"/>
              </a:spcBef>
              <a:spcAft>
                <a:spcPts val="0"/>
              </a:spcAft>
              <a:buSzPts val="1400"/>
              <a:buNone/>
              <a:defRPr/>
            </a:lvl8pPr>
            <a:lvl9pPr lvl="8" algn="r">
              <a:lnSpc>
                <a:spcPct val="100000"/>
              </a:lnSpc>
              <a:spcBef>
                <a:spcPts val="1600"/>
              </a:spcBef>
              <a:spcAft>
                <a:spcPts val="1600"/>
              </a:spcAft>
              <a:buSzPts val="1400"/>
              <a:buNone/>
              <a:defRPr/>
            </a:lvl9pPr>
          </a:lstStyle>
          <a:p/>
        </p:txBody>
      </p:sp>
      <p:sp>
        <p:nvSpPr>
          <p:cNvPr id="2868" name="Google Shape;2868;p103"/>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_1_1_2_1_1">
    <p:spTree>
      <p:nvGrpSpPr>
        <p:cNvPr id="2869" name="Shape 2869"/>
        <p:cNvGrpSpPr/>
        <p:nvPr/>
      </p:nvGrpSpPr>
      <p:grpSpPr>
        <a:xfrm>
          <a:off x="0" y="0"/>
          <a:ext cx="0" cy="0"/>
          <a:chOff x="0" y="0"/>
          <a:chExt cx="0" cy="0"/>
        </a:xfrm>
      </p:grpSpPr>
      <p:grpSp>
        <p:nvGrpSpPr>
          <p:cNvPr id="2870" name="Google Shape;2870;p104"/>
          <p:cNvGrpSpPr/>
          <p:nvPr/>
        </p:nvGrpSpPr>
        <p:grpSpPr>
          <a:xfrm>
            <a:off x="0" y="0"/>
            <a:ext cx="9144000" cy="5143500"/>
            <a:chOff x="0" y="0"/>
            <a:chExt cx="9144000" cy="5143500"/>
          </a:xfrm>
        </p:grpSpPr>
        <p:sp>
          <p:nvSpPr>
            <p:cNvPr id="2871" name="Google Shape;2871;p104"/>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2" name="Google Shape;2872;p104"/>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73" name="Google Shape;2873;p104"/>
          <p:cNvGrpSpPr/>
          <p:nvPr/>
        </p:nvGrpSpPr>
        <p:grpSpPr>
          <a:xfrm>
            <a:off x="-211800" y="-216925"/>
            <a:ext cx="9518250" cy="5601275"/>
            <a:chOff x="-211800" y="-216925"/>
            <a:chExt cx="9518250" cy="5601275"/>
          </a:xfrm>
        </p:grpSpPr>
        <p:cxnSp>
          <p:nvCxnSpPr>
            <p:cNvPr id="2874" name="Google Shape;2874;p104"/>
            <p:cNvCxnSpPr/>
            <p:nvPr/>
          </p:nvCxnSpPr>
          <p:spPr>
            <a:xfrm>
              <a:off x="7116875" y="-52250"/>
              <a:ext cx="2033400" cy="1636200"/>
            </a:xfrm>
            <a:prstGeom prst="straightConnector1">
              <a:avLst/>
            </a:prstGeom>
            <a:noFill/>
            <a:ln cap="rnd" cmpd="sng" w="9525">
              <a:solidFill>
                <a:schemeClr val="accent4"/>
              </a:solidFill>
              <a:prstDash val="solid"/>
              <a:round/>
              <a:headEnd len="sm" w="sm" type="none"/>
              <a:tailEnd len="sm" w="sm" type="none"/>
            </a:ln>
          </p:spPr>
        </p:cxnSp>
        <p:grpSp>
          <p:nvGrpSpPr>
            <p:cNvPr id="2875" name="Google Shape;2875;p104"/>
            <p:cNvGrpSpPr/>
            <p:nvPr/>
          </p:nvGrpSpPr>
          <p:grpSpPr>
            <a:xfrm>
              <a:off x="263431" y="690170"/>
              <a:ext cx="334182" cy="334182"/>
              <a:chOff x="-83525" y="4333650"/>
              <a:chExt cx="539700" cy="539700"/>
            </a:xfrm>
          </p:grpSpPr>
          <p:sp>
            <p:nvSpPr>
              <p:cNvPr id="2876" name="Google Shape;2876;p10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7" name="Google Shape;2877;p10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878" name="Google Shape;2878;p104"/>
            <p:cNvCxnSpPr/>
            <p:nvPr/>
          </p:nvCxnSpPr>
          <p:spPr>
            <a:xfrm>
              <a:off x="7852875" y="-77200"/>
              <a:ext cx="1291200" cy="3935700"/>
            </a:xfrm>
            <a:prstGeom prst="straightConnector1">
              <a:avLst/>
            </a:prstGeom>
            <a:noFill/>
            <a:ln cap="rnd" cmpd="sng" w="9525">
              <a:solidFill>
                <a:schemeClr val="accent4"/>
              </a:solidFill>
              <a:prstDash val="solid"/>
              <a:round/>
              <a:headEnd len="sm" w="sm" type="none"/>
              <a:tailEnd len="sm" w="sm" type="none"/>
            </a:ln>
          </p:spPr>
        </p:cxnSp>
        <p:cxnSp>
          <p:nvCxnSpPr>
            <p:cNvPr id="2879" name="Google Shape;2879;p104"/>
            <p:cNvCxnSpPr/>
            <p:nvPr/>
          </p:nvCxnSpPr>
          <p:spPr>
            <a:xfrm flipH="1" rot="10800000">
              <a:off x="7921650" y="2826975"/>
              <a:ext cx="1384800" cy="2445000"/>
            </a:xfrm>
            <a:prstGeom prst="straightConnector1">
              <a:avLst/>
            </a:prstGeom>
            <a:noFill/>
            <a:ln cap="rnd" cmpd="sng" w="9525">
              <a:solidFill>
                <a:schemeClr val="accent4"/>
              </a:solidFill>
              <a:prstDash val="solid"/>
              <a:round/>
              <a:headEnd len="sm" w="sm" type="none"/>
              <a:tailEnd len="sm" w="sm" type="none"/>
            </a:ln>
          </p:spPr>
        </p:cxnSp>
        <p:cxnSp>
          <p:nvCxnSpPr>
            <p:cNvPr id="2880" name="Google Shape;2880;p104"/>
            <p:cNvCxnSpPr/>
            <p:nvPr/>
          </p:nvCxnSpPr>
          <p:spPr>
            <a:xfrm flipH="1">
              <a:off x="-211800" y="-216925"/>
              <a:ext cx="1634100" cy="3667500"/>
            </a:xfrm>
            <a:prstGeom prst="straightConnector1">
              <a:avLst/>
            </a:prstGeom>
            <a:noFill/>
            <a:ln cap="rnd" cmpd="sng" w="9525">
              <a:solidFill>
                <a:schemeClr val="accent4"/>
              </a:solidFill>
              <a:prstDash val="solid"/>
              <a:round/>
              <a:headEnd len="sm" w="sm" type="none"/>
              <a:tailEnd len="sm" w="sm" type="none"/>
            </a:ln>
          </p:spPr>
        </p:cxnSp>
        <p:cxnSp>
          <p:nvCxnSpPr>
            <p:cNvPr id="2881" name="Google Shape;2881;p104"/>
            <p:cNvCxnSpPr/>
            <p:nvPr/>
          </p:nvCxnSpPr>
          <p:spPr>
            <a:xfrm>
              <a:off x="-149525" y="1280050"/>
              <a:ext cx="1160100" cy="4104300"/>
            </a:xfrm>
            <a:prstGeom prst="straightConnector1">
              <a:avLst/>
            </a:prstGeom>
            <a:noFill/>
            <a:ln cap="rnd" cmpd="sng" w="9525">
              <a:solidFill>
                <a:schemeClr val="accent4"/>
              </a:solidFill>
              <a:prstDash val="solid"/>
              <a:round/>
              <a:headEnd len="sm" w="sm" type="none"/>
              <a:tailEnd len="sm" w="sm" type="none"/>
            </a:ln>
          </p:spPr>
        </p:cxnSp>
        <p:grpSp>
          <p:nvGrpSpPr>
            <p:cNvPr id="2882" name="Google Shape;2882;p104"/>
            <p:cNvGrpSpPr/>
            <p:nvPr/>
          </p:nvGrpSpPr>
          <p:grpSpPr>
            <a:xfrm>
              <a:off x="7774404" y="406673"/>
              <a:ext cx="718341" cy="718341"/>
              <a:chOff x="30975" y="3360397"/>
              <a:chExt cx="539700" cy="539700"/>
            </a:xfrm>
          </p:grpSpPr>
          <p:sp>
            <p:nvSpPr>
              <p:cNvPr id="2883" name="Google Shape;2883;p104"/>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4" name="Google Shape;2884;p104"/>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85" name="Google Shape;2885;p104"/>
            <p:cNvGrpSpPr/>
            <p:nvPr/>
          </p:nvGrpSpPr>
          <p:grpSpPr>
            <a:xfrm>
              <a:off x="360829" y="3949923"/>
              <a:ext cx="718341" cy="718341"/>
              <a:chOff x="30975" y="3360397"/>
              <a:chExt cx="539700" cy="539700"/>
            </a:xfrm>
          </p:grpSpPr>
          <p:sp>
            <p:nvSpPr>
              <p:cNvPr id="2886" name="Google Shape;2886;p104"/>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7" name="Google Shape;2887;p104"/>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88" name="Google Shape;2888;p104"/>
            <p:cNvGrpSpPr/>
            <p:nvPr/>
          </p:nvGrpSpPr>
          <p:grpSpPr>
            <a:xfrm>
              <a:off x="837256" y="1663220"/>
              <a:ext cx="334182" cy="334182"/>
              <a:chOff x="-83525" y="4333650"/>
              <a:chExt cx="539700" cy="539700"/>
            </a:xfrm>
          </p:grpSpPr>
          <p:sp>
            <p:nvSpPr>
              <p:cNvPr id="2889" name="Google Shape;2889;p10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0" name="Google Shape;2890;p10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91" name="Google Shape;2891;p104"/>
            <p:cNvGrpSpPr/>
            <p:nvPr/>
          </p:nvGrpSpPr>
          <p:grpSpPr>
            <a:xfrm>
              <a:off x="8158556" y="3680320"/>
              <a:ext cx="334182" cy="334182"/>
              <a:chOff x="-83525" y="4333650"/>
              <a:chExt cx="539700" cy="539700"/>
            </a:xfrm>
          </p:grpSpPr>
          <p:sp>
            <p:nvSpPr>
              <p:cNvPr id="2892" name="Google Shape;2892;p10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3" name="Google Shape;2893;p10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94" name="Google Shape;2894;p104"/>
            <p:cNvGrpSpPr/>
            <p:nvPr/>
          </p:nvGrpSpPr>
          <p:grpSpPr>
            <a:xfrm>
              <a:off x="7721931" y="2571745"/>
              <a:ext cx="334182" cy="334182"/>
              <a:chOff x="-83525" y="4333650"/>
              <a:chExt cx="539700" cy="539700"/>
            </a:xfrm>
          </p:grpSpPr>
          <p:sp>
            <p:nvSpPr>
              <p:cNvPr id="2895" name="Google Shape;2895;p10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6" name="Google Shape;2896;p10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897" name="Google Shape;2897;p104"/>
          <p:cNvSpPr txBox="1"/>
          <p:nvPr>
            <p:ph idx="1" type="subTitle"/>
          </p:nvPr>
        </p:nvSpPr>
        <p:spPr>
          <a:xfrm>
            <a:off x="2064650" y="4014500"/>
            <a:ext cx="5014800" cy="58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2898" name="Google Shape;2898;p104"/>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BLANK_1_1_1_2_1_1_1">
    <p:spTree>
      <p:nvGrpSpPr>
        <p:cNvPr id="2899" name="Shape 2899"/>
        <p:cNvGrpSpPr/>
        <p:nvPr/>
      </p:nvGrpSpPr>
      <p:grpSpPr>
        <a:xfrm>
          <a:off x="0" y="0"/>
          <a:ext cx="0" cy="0"/>
          <a:chOff x="0" y="0"/>
          <a:chExt cx="0" cy="0"/>
        </a:xfrm>
      </p:grpSpPr>
      <p:grpSp>
        <p:nvGrpSpPr>
          <p:cNvPr id="2900" name="Google Shape;2900;p105"/>
          <p:cNvGrpSpPr/>
          <p:nvPr/>
        </p:nvGrpSpPr>
        <p:grpSpPr>
          <a:xfrm flipH="1" rot="10800000">
            <a:off x="0" y="0"/>
            <a:ext cx="9144000" cy="5143500"/>
            <a:chOff x="0" y="0"/>
            <a:chExt cx="9144000" cy="5143500"/>
          </a:xfrm>
        </p:grpSpPr>
        <p:sp>
          <p:nvSpPr>
            <p:cNvPr id="2901" name="Google Shape;2901;p105"/>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2" name="Google Shape;2902;p105"/>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03" name="Google Shape;2903;p105"/>
          <p:cNvGrpSpPr/>
          <p:nvPr/>
        </p:nvGrpSpPr>
        <p:grpSpPr>
          <a:xfrm>
            <a:off x="-162000" y="-104750"/>
            <a:ext cx="9456100" cy="5526550"/>
            <a:chOff x="-162000" y="-104750"/>
            <a:chExt cx="9456100" cy="5526550"/>
          </a:xfrm>
        </p:grpSpPr>
        <p:cxnSp>
          <p:nvCxnSpPr>
            <p:cNvPr id="2904" name="Google Shape;2904;p105"/>
            <p:cNvCxnSpPr/>
            <p:nvPr/>
          </p:nvCxnSpPr>
          <p:spPr>
            <a:xfrm flipH="1">
              <a:off x="8046450" y="-53850"/>
              <a:ext cx="684900" cy="5275800"/>
            </a:xfrm>
            <a:prstGeom prst="straightConnector1">
              <a:avLst/>
            </a:prstGeom>
            <a:noFill/>
            <a:ln cap="rnd" cmpd="sng" w="9525">
              <a:solidFill>
                <a:schemeClr val="accent4"/>
              </a:solidFill>
              <a:prstDash val="solid"/>
              <a:round/>
              <a:headEnd len="sm" w="sm" type="none"/>
              <a:tailEnd len="sm" w="sm" type="none"/>
            </a:ln>
          </p:spPr>
        </p:cxnSp>
        <p:grpSp>
          <p:nvGrpSpPr>
            <p:cNvPr id="2905" name="Google Shape;2905;p105"/>
            <p:cNvGrpSpPr/>
            <p:nvPr/>
          </p:nvGrpSpPr>
          <p:grpSpPr>
            <a:xfrm>
              <a:off x="786069" y="205832"/>
              <a:ext cx="334182" cy="334182"/>
              <a:chOff x="-83525" y="4333650"/>
              <a:chExt cx="539700" cy="539700"/>
            </a:xfrm>
          </p:grpSpPr>
          <p:sp>
            <p:nvSpPr>
              <p:cNvPr id="2906" name="Google Shape;2906;p10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7" name="Google Shape;2907;p10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908" name="Google Shape;2908;p105"/>
            <p:cNvCxnSpPr/>
            <p:nvPr/>
          </p:nvCxnSpPr>
          <p:spPr>
            <a:xfrm flipH="1" rot="10800000">
              <a:off x="4341400" y="4174325"/>
              <a:ext cx="4952700" cy="1122600"/>
            </a:xfrm>
            <a:prstGeom prst="straightConnector1">
              <a:avLst/>
            </a:prstGeom>
            <a:noFill/>
            <a:ln cap="rnd" cmpd="sng" w="9525">
              <a:solidFill>
                <a:schemeClr val="accent4"/>
              </a:solidFill>
              <a:prstDash val="solid"/>
              <a:round/>
              <a:headEnd len="sm" w="sm" type="none"/>
              <a:tailEnd len="sm" w="sm" type="none"/>
            </a:ln>
          </p:spPr>
        </p:cxnSp>
        <p:cxnSp>
          <p:nvCxnSpPr>
            <p:cNvPr id="2909" name="Google Shape;2909;p105"/>
            <p:cNvCxnSpPr/>
            <p:nvPr/>
          </p:nvCxnSpPr>
          <p:spPr>
            <a:xfrm>
              <a:off x="-162000" y="3226100"/>
              <a:ext cx="1122600" cy="2195700"/>
            </a:xfrm>
            <a:prstGeom prst="straightConnector1">
              <a:avLst/>
            </a:prstGeom>
            <a:noFill/>
            <a:ln cap="rnd" cmpd="sng" w="9525">
              <a:solidFill>
                <a:schemeClr val="accent4"/>
              </a:solidFill>
              <a:prstDash val="solid"/>
              <a:round/>
              <a:headEnd len="sm" w="sm" type="none"/>
              <a:tailEnd len="sm" w="sm" type="none"/>
            </a:ln>
          </p:spPr>
        </p:cxnSp>
        <p:cxnSp>
          <p:nvCxnSpPr>
            <p:cNvPr id="2910" name="Google Shape;2910;p105"/>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2911" name="Google Shape;2911;p105"/>
            <p:cNvCxnSpPr/>
            <p:nvPr/>
          </p:nvCxnSpPr>
          <p:spPr>
            <a:xfrm flipH="1" rot="10800000">
              <a:off x="-124575" y="-104750"/>
              <a:ext cx="3729900" cy="1235100"/>
            </a:xfrm>
            <a:prstGeom prst="straightConnector1">
              <a:avLst/>
            </a:prstGeom>
            <a:noFill/>
            <a:ln cap="rnd" cmpd="sng" w="9525">
              <a:solidFill>
                <a:schemeClr val="accent4"/>
              </a:solidFill>
              <a:prstDash val="solid"/>
              <a:round/>
              <a:headEnd len="sm" w="sm" type="none"/>
              <a:tailEnd len="sm" w="sm" type="none"/>
            </a:ln>
          </p:spPr>
        </p:cxnSp>
        <p:cxnSp>
          <p:nvCxnSpPr>
            <p:cNvPr id="2912" name="Google Shape;2912;p105"/>
            <p:cNvCxnSpPr/>
            <p:nvPr/>
          </p:nvCxnSpPr>
          <p:spPr>
            <a:xfrm>
              <a:off x="8171150" y="-29800"/>
              <a:ext cx="1072800" cy="3742500"/>
            </a:xfrm>
            <a:prstGeom prst="straightConnector1">
              <a:avLst/>
            </a:prstGeom>
            <a:noFill/>
            <a:ln cap="rnd" cmpd="sng" w="9525">
              <a:solidFill>
                <a:schemeClr val="accent4"/>
              </a:solidFill>
              <a:prstDash val="solid"/>
              <a:round/>
              <a:headEnd len="sm" w="sm" type="none"/>
              <a:tailEnd len="sm" w="sm" type="none"/>
            </a:ln>
          </p:spPr>
        </p:cxnSp>
        <p:grpSp>
          <p:nvGrpSpPr>
            <p:cNvPr id="2913" name="Google Shape;2913;p105"/>
            <p:cNvGrpSpPr/>
            <p:nvPr/>
          </p:nvGrpSpPr>
          <p:grpSpPr>
            <a:xfrm>
              <a:off x="7800479" y="4080048"/>
              <a:ext cx="718341" cy="718341"/>
              <a:chOff x="30975" y="3360397"/>
              <a:chExt cx="539700" cy="539700"/>
            </a:xfrm>
          </p:grpSpPr>
          <p:sp>
            <p:nvSpPr>
              <p:cNvPr id="2914" name="Google Shape;2914;p10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5" name="Google Shape;2915;p10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16" name="Google Shape;2916;p105"/>
            <p:cNvGrpSpPr/>
            <p:nvPr/>
          </p:nvGrpSpPr>
          <p:grpSpPr>
            <a:xfrm>
              <a:off x="242254" y="539998"/>
              <a:ext cx="718341" cy="718341"/>
              <a:chOff x="30975" y="3360397"/>
              <a:chExt cx="539700" cy="539700"/>
            </a:xfrm>
          </p:grpSpPr>
          <p:sp>
            <p:nvSpPr>
              <p:cNvPr id="2917" name="Google Shape;2917;p10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8" name="Google Shape;2918;p10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19" name="Google Shape;2919;p105"/>
            <p:cNvGrpSpPr/>
            <p:nvPr/>
          </p:nvGrpSpPr>
          <p:grpSpPr>
            <a:xfrm>
              <a:off x="434331" y="3745882"/>
              <a:ext cx="334182" cy="334182"/>
              <a:chOff x="-83525" y="4333650"/>
              <a:chExt cx="539700" cy="539700"/>
            </a:xfrm>
          </p:grpSpPr>
          <p:sp>
            <p:nvSpPr>
              <p:cNvPr id="2920" name="Google Shape;2920;p10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1" name="Google Shape;2921;p10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22" name="Google Shape;2922;p105"/>
            <p:cNvGrpSpPr/>
            <p:nvPr/>
          </p:nvGrpSpPr>
          <p:grpSpPr>
            <a:xfrm>
              <a:off x="100131" y="4568545"/>
              <a:ext cx="334182" cy="334182"/>
              <a:chOff x="-83525" y="4333650"/>
              <a:chExt cx="539700" cy="539700"/>
            </a:xfrm>
          </p:grpSpPr>
          <p:sp>
            <p:nvSpPr>
              <p:cNvPr id="2923" name="Google Shape;2923;p10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4" name="Google Shape;2924;p10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25" name="Google Shape;2925;p105"/>
            <p:cNvGrpSpPr/>
            <p:nvPr/>
          </p:nvGrpSpPr>
          <p:grpSpPr>
            <a:xfrm>
              <a:off x="7992556" y="924170"/>
              <a:ext cx="334182" cy="334182"/>
              <a:chOff x="-83525" y="4333650"/>
              <a:chExt cx="539700" cy="539700"/>
            </a:xfrm>
          </p:grpSpPr>
          <p:sp>
            <p:nvSpPr>
              <p:cNvPr id="2926" name="Google Shape;2926;p10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7" name="Google Shape;2927;p10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28" name="Google Shape;2928;p105"/>
            <p:cNvGrpSpPr/>
            <p:nvPr/>
          </p:nvGrpSpPr>
          <p:grpSpPr>
            <a:xfrm>
              <a:off x="8809806" y="1398220"/>
              <a:ext cx="334182" cy="334182"/>
              <a:chOff x="-83525" y="4333650"/>
              <a:chExt cx="539700" cy="539700"/>
            </a:xfrm>
          </p:grpSpPr>
          <p:sp>
            <p:nvSpPr>
              <p:cNvPr id="2929" name="Google Shape;2929;p10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0" name="Google Shape;2930;p10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931" name="Google Shape;2931;p105"/>
          <p:cNvSpPr txBox="1"/>
          <p:nvPr>
            <p:ph idx="1" type="subTitle"/>
          </p:nvPr>
        </p:nvSpPr>
        <p:spPr>
          <a:xfrm>
            <a:off x="5146675" y="2409625"/>
            <a:ext cx="2653800" cy="1037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2932" name="Google Shape;2932;p105"/>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MAIN_POINT_1">
    <p:spTree>
      <p:nvGrpSpPr>
        <p:cNvPr id="2933" name="Shape 2933"/>
        <p:cNvGrpSpPr/>
        <p:nvPr/>
      </p:nvGrpSpPr>
      <p:grpSpPr>
        <a:xfrm>
          <a:off x="0" y="0"/>
          <a:ext cx="0" cy="0"/>
          <a:chOff x="0" y="0"/>
          <a:chExt cx="0" cy="0"/>
        </a:xfrm>
      </p:grpSpPr>
      <p:grpSp>
        <p:nvGrpSpPr>
          <p:cNvPr id="2934" name="Google Shape;2934;p106"/>
          <p:cNvGrpSpPr/>
          <p:nvPr/>
        </p:nvGrpSpPr>
        <p:grpSpPr>
          <a:xfrm>
            <a:off x="0" y="0"/>
            <a:ext cx="9144000" cy="5143500"/>
            <a:chOff x="0" y="0"/>
            <a:chExt cx="9144000" cy="5143500"/>
          </a:xfrm>
        </p:grpSpPr>
        <p:sp>
          <p:nvSpPr>
            <p:cNvPr id="2935" name="Google Shape;2935;p106"/>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6" name="Google Shape;2936;p106"/>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37" name="Google Shape;2937;p106"/>
          <p:cNvGrpSpPr/>
          <p:nvPr/>
        </p:nvGrpSpPr>
        <p:grpSpPr>
          <a:xfrm rot="10800000">
            <a:off x="-24925" y="-37705"/>
            <a:ext cx="9280375" cy="5214400"/>
            <a:chOff x="-24925" y="-58550"/>
            <a:chExt cx="9280375" cy="5214400"/>
          </a:xfrm>
        </p:grpSpPr>
        <p:cxnSp>
          <p:nvCxnSpPr>
            <p:cNvPr id="2938" name="Google Shape;2938;p106"/>
            <p:cNvCxnSpPr/>
            <p:nvPr/>
          </p:nvCxnSpPr>
          <p:spPr>
            <a:xfrm>
              <a:off x="6519450" y="-46075"/>
              <a:ext cx="2736000" cy="949800"/>
            </a:xfrm>
            <a:prstGeom prst="straightConnector1">
              <a:avLst/>
            </a:prstGeom>
            <a:noFill/>
            <a:ln cap="rnd" cmpd="sng" w="9525">
              <a:solidFill>
                <a:schemeClr val="accent4"/>
              </a:solidFill>
              <a:prstDash val="solid"/>
              <a:round/>
              <a:headEnd len="sm" w="sm" type="none"/>
              <a:tailEnd len="sm" w="sm" type="none"/>
            </a:ln>
          </p:spPr>
        </p:cxnSp>
        <p:grpSp>
          <p:nvGrpSpPr>
            <p:cNvPr id="2939" name="Google Shape;2939;p106"/>
            <p:cNvGrpSpPr/>
            <p:nvPr/>
          </p:nvGrpSpPr>
          <p:grpSpPr>
            <a:xfrm>
              <a:off x="8355390" y="368161"/>
              <a:ext cx="718341" cy="718341"/>
              <a:chOff x="-83525" y="4333650"/>
              <a:chExt cx="539700" cy="539700"/>
            </a:xfrm>
          </p:grpSpPr>
          <p:sp>
            <p:nvSpPr>
              <p:cNvPr id="2940" name="Google Shape;2940;p10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1" name="Google Shape;2941;p10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42" name="Google Shape;2942;p106"/>
            <p:cNvGrpSpPr/>
            <p:nvPr/>
          </p:nvGrpSpPr>
          <p:grpSpPr>
            <a:xfrm>
              <a:off x="8100801" y="168550"/>
              <a:ext cx="265640" cy="265640"/>
              <a:chOff x="-83525" y="4333650"/>
              <a:chExt cx="539700" cy="539700"/>
            </a:xfrm>
          </p:grpSpPr>
          <p:sp>
            <p:nvSpPr>
              <p:cNvPr id="2943" name="Google Shape;2943;p10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4" name="Google Shape;2944;p10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945" name="Google Shape;2945;p106"/>
            <p:cNvCxnSpPr/>
            <p:nvPr/>
          </p:nvCxnSpPr>
          <p:spPr>
            <a:xfrm>
              <a:off x="8552850" y="-58550"/>
              <a:ext cx="690000" cy="3040200"/>
            </a:xfrm>
            <a:prstGeom prst="straightConnector1">
              <a:avLst/>
            </a:prstGeom>
            <a:noFill/>
            <a:ln cap="rnd" cmpd="sng" w="9525">
              <a:solidFill>
                <a:schemeClr val="accent4"/>
              </a:solidFill>
              <a:prstDash val="solid"/>
              <a:round/>
              <a:headEnd len="sm" w="sm" type="none"/>
              <a:tailEnd len="sm" w="sm" type="none"/>
            </a:ln>
          </p:spPr>
        </p:cxnSp>
        <p:cxnSp>
          <p:nvCxnSpPr>
            <p:cNvPr id="2946" name="Google Shape;2946;p106"/>
            <p:cNvCxnSpPr/>
            <p:nvPr/>
          </p:nvCxnSpPr>
          <p:spPr>
            <a:xfrm>
              <a:off x="406150" y="-46075"/>
              <a:ext cx="261900" cy="5195700"/>
            </a:xfrm>
            <a:prstGeom prst="straightConnector1">
              <a:avLst/>
            </a:prstGeom>
            <a:noFill/>
            <a:ln cap="rnd" cmpd="sng" w="9525">
              <a:solidFill>
                <a:schemeClr val="accent4"/>
              </a:solidFill>
              <a:prstDash val="solid"/>
              <a:round/>
              <a:headEnd len="sm" w="sm" type="none"/>
              <a:tailEnd len="sm" w="sm" type="none"/>
            </a:ln>
          </p:spPr>
        </p:cxnSp>
        <p:cxnSp>
          <p:nvCxnSpPr>
            <p:cNvPr id="2947" name="Google Shape;2947;p106"/>
            <p:cNvCxnSpPr/>
            <p:nvPr/>
          </p:nvCxnSpPr>
          <p:spPr>
            <a:xfrm>
              <a:off x="-24925" y="4326350"/>
              <a:ext cx="6293400" cy="829500"/>
            </a:xfrm>
            <a:prstGeom prst="straightConnector1">
              <a:avLst/>
            </a:prstGeom>
            <a:noFill/>
            <a:ln cap="rnd" cmpd="sng" w="9525">
              <a:solidFill>
                <a:schemeClr val="accent4"/>
              </a:solidFill>
              <a:prstDash val="solid"/>
              <a:round/>
              <a:headEnd len="sm" w="sm" type="none"/>
              <a:tailEnd len="sm" w="sm" type="none"/>
            </a:ln>
          </p:spPr>
        </p:cxnSp>
        <p:grpSp>
          <p:nvGrpSpPr>
            <p:cNvPr id="2948" name="Google Shape;2948;p106"/>
            <p:cNvGrpSpPr/>
            <p:nvPr/>
          </p:nvGrpSpPr>
          <p:grpSpPr>
            <a:xfrm>
              <a:off x="952751" y="4809150"/>
              <a:ext cx="265640" cy="265640"/>
              <a:chOff x="-83525" y="4333650"/>
              <a:chExt cx="539700" cy="539700"/>
            </a:xfrm>
          </p:grpSpPr>
          <p:sp>
            <p:nvSpPr>
              <p:cNvPr id="2949" name="Google Shape;2949;p10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0" name="Google Shape;2950;p10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51" name="Google Shape;2951;p106"/>
            <p:cNvGrpSpPr/>
            <p:nvPr/>
          </p:nvGrpSpPr>
          <p:grpSpPr>
            <a:xfrm>
              <a:off x="216751" y="4572125"/>
              <a:ext cx="265640" cy="265640"/>
              <a:chOff x="-83525" y="4333650"/>
              <a:chExt cx="539700" cy="539700"/>
            </a:xfrm>
          </p:grpSpPr>
          <p:sp>
            <p:nvSpPr>
              <p:cNvPr id="2952" name="Google Shape;2952;p10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3" name="Google Shape;2953;p10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54" name="Google Shape;2954;p106"/>
            <p:cNvGrpSpPr/>
            <p:nvPr/>
          </p:nvGrpSpPr>
          <p:grpSpPr>
            <a:xfrm>
              <a:off x="3553751" y="4470675"/>
              <a:ext cx="265640" cy="265640"/>
              <a:chOff x="-83525" y="4333650"/>
              <a:chExt cx="539700" cy="539700"/>
            </a:xfrm>
          </p:grpSpPr>
          <p:sp>
            <p:nvSpPr>
              <p:cNvPr id="2955" name="Google Shape;2955;p10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6" name="Google Shape;2956;p10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57" name="Google Shape;2957;p106"/>
            <p:cNvGrpSpPr/>
            <p:nvPr/>
          </p:nvGrpSpPr>
          <p:grpSpPr>
            <a:xfrm>
              <a:off x="852951" y="168550"/>
              <a:ext cx="265640" cy="265640"/>
              <a:chOff x="-83525" y="4333650"/>
              <a:chExt cx="539700" cy="539700"/>
            </a:xfrm>
          </p:grpSpPr>
          <p:sp>
            <p:nvSpPr>
              <p:cNvPr id="2958" name="Google Shape;2958;p10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9" name="Google Shape;2959;p10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60" name="Google Shape;2960;p106"/>
            <p:cNvGrpSpPr/>
            <p:nvPr/>
          </p:nvGrpSpPr>
          <p:grpSpPr>
            <a:xfrm>
              <a:off x="185551" y="1478400"/>
              <a:ext cx="265640" cy="265640"/>
              <a:chOff x="-83525" y="4333650"/>
              <a:chExt cx="539700" cy="539700"/>
            </a:xfrm>
          </p:grpSpPr>
          <p:sp>
            <p:nvSpPr>
              <p:cNvPr id="2961" name="Google Shape;2961;p10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2" name="Google Shape;2962;p10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63" name="Google Shape;2963;p106"/>
            <p:cNvGrpSpPr/>
            <p:nvPr/>
          </p:nvGrpSpPr>
          <p:grpSpPr>
            <a:xfrm>
              <a:off x="89588" y="456148"/>
              <a:ext cx="718341" cy="718341"/>
              <a:chOff x="-83525" y="4333650"/>
              <a:chExt cx="539700" cy="539700"/>
            </a:xfrm>
          </p:grpSpPr>
          <p:sp>
            <p:nvSpPr>
              <p:cNvPr id="2964" name="Google Shape;2964;p10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5" name="Google Shape;2965;p10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66" name="Google Shape;2966;p106"/>
            <p:cNvGrpSpPr/>
            <p:nvPr/>
          </p:nvGrpSpPr>
          <p:grpSpPr>
            <a:xfrm>
              <a:off x="403375" y="4187468"/>
              <a:ext cx="477473" cy="477473"/>
              <a:chOff x="-83525" y="4333650"/>
              <a:chExt cx="539700" cy="539700"/>
            </a:xfrm>
          </p:grpSpPr>
          <p:sp>
            <p:nvSpPr>
              <p:cNvPr id="2967" name="Google Shape;2967;p10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8" name="Google Shape;2968;p10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969" name="Google Shape;2969;p106"/>
          <p:cNvSpPr txBox="1"/>
          <p:nvPr>
            <p:ph idx="1" type="subTitle"/>
          </p:nvPr>
        </p:nvSpPr>
        <p:spPr>
          <a:xfrm>
            <a:off x="2638550" y="3294450"/>
            <a:ext cx="38670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970" name="Google Shape;2970;p106"/>
          <p:cNvSpPr txBox="1"/>
          <p:nvPr>
            <p:ph type="title"/>
          </p:nvPr>
        </p:nvSpPr>
        <p:spPr>
          <a:xfrm>
            <a:off x="1178850" y="1246350"/>
            <a:ext cx="6786300" cy="2276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140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BLANK_1_1_1_2_1_1_1_2">
    <p:spTree>
      <p:nvGrpSpPr>
        <p:cNvPr id="2971" name="Shape 2971"/>
        <p:cNvGrpSpPr/>
        <p:nvPr/>
      </p:nvGrpSpPr>
      <p:grpSpPr>
        <a:xfrm>
          <a:off x="0" y="0"/>
          <a:ext cx="0" cy="0"/>
          <a:chOff x="0" y="0"/>
          <a:chExt cx="0" cy="0"/>
        </a:xfrm>
      </p:grpSpPr>
      <p:grpSp>
        <p:nvGrpSpPr>
          <p:cNvPr id="2972" name="Google Shape;2972;p107"/>
          <p:cNvGrpSpPr/>
          <p:nvPr/>
        </p:nvGrpSpPr>
        <p:grpSpPr>
          <a:xfrm flipH="1" rot="10800000">
            <a:off x="0" y="0"/>
            <a:ext cx="9144000" cy="5143500"/>
            <a:chOff x="0" y="0"/>
            <a:chExt cx="9144000" cy="5143500"/>
          </a:xfrm>
        </p:grpSpPr>
        <p:sp>
          <p:nvSpPr>
            <p:cNvPr id="2973" name="Google Shape;2973;p107"/>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4" name="Google Shape;2974;p107"/>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75" name="Google Shape;2975;p107"/>
          <p:cNvGrpSpPr/>
          <p:nvPr/>
        </p:nvGrpSpPr>
        <p:grpSpPr>
          <a:xfrm flipH="1">
            <a:off x="-162000" y="-104750"/>
            <a:ext cx="9456100" cy="5526550"/>
            <a:chOff x="-162000" y="-104750"/>
            <a:chExt cx="9456100" cy="5526550"/>
          </a:xfrm>
        </p:grpSpPr>
        <p:cxnSp>
          <p:nvCxnSpPr>
            <p:cNvPr id="2976" name="Google Shape;2976;p107"/>
            <p:cNvCxnSpPr/>
            <p:nvPr/>
          </p:nvCxnSpPr>
          <p:spPr>
            <a:xfrm flipH="1">
              <a:off x="8046450" y="-53850"/>
              <a:ext cx="684900" cy="5275800"/>
            </a:xfrm>
            <a:prstGeom prst="straightConnector1">
              <a:avLst/>
            </a:prstGeom>
            <a:noFill/>
            <a:ln cap="rnd" cmpd="sng" w="9525">
              <a:solidFill>
                <a:schemeClr val="accent4"/>
              </a:solidFill>
              <a:prstDash val="solid"/>
              <a:round/>
              <a:headEnd len="sm" w="sm" type="none"/>
              <a:tailEnd len="sm" w="sm" type="none"/>
            </a:ln>
          </p:spPr>
        </p:cxnSp>
        <p:grpSp>
          <p:nvGrpSpPr>
            <p:cNvPr id="2977" name="Google Shape;2977;p107"/>
            <p:cNvGrpSpPr/>
            <p:nvPr/>
          </p:nvGrpSpPr>
          <p:grpSpPr>
            <a:xfrm>
              <a:off x="786069" y="205832"/>
              <a:ext cx="334182" cy="334182"/>
              <a:chOff x="-83525" y="4333650"/>
              <a:chExt cx="539700" cy="539700"/>
            </a:xfrm>
          </p:grpSpPr>
          <p:sp>
            <p:nvSpPr>
              <p:cNvPr id="2978" name="Google Shape;2978;p10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9" name="Google Shape;2979;p10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980" name="Google Shape;2980;p107"/>
            <p:cNvCxnSpPr/>
            <p:nvPr/>
          </p:nvCxnSpPr>
          <p:spPr>
            <a:xfrm flipH="1" rot="10800000">
              <a:off x="4341400" y="4174325"/>
              <a:ext cx="4952700" cy="1122600"/>
            </a:xfrm>
            <a:prstGeom prst="straightConnector1">
              <a:avLst/>
            </a:prstGeom>
            <a:noFill/>
            <a:ln cap="rnd" cmpd="sng" w="9525">
              <a:solidFill>
                <a:schemeClr val="accent4"/>
              </a:solidFill>
              <a:prstDash val="solid"/>
              <a:round/>
              <a:headEnd len="sm" w="sm" type="none"/>
              <a:tailEnd len="sm" w="sm" type="none"/>
            </a:ln>
          </p:spPr>
        </p:cxnSp>
        <p:cxnSp>
          <p:nvCxnSpPr>
            <p:cNvPr id="2981" name="Google Shape;2981;p107"/>
            <p:cNvCxnSpPr/>
            <p:nvPr/>
          </p:nvCxnSpPr>
          <p:spPr>
            <a:xfrm>
              <a:off x="-162000" y="3226100"/>
              <a:ext cx="1122600" cy="2195700"/>
            </a:xfrm>
            <a:prstGeom prst="straightConnector1">
              <a:avLst/>
            </a:prstGeom>
            <a:noFill/>
            <a:ln cap="rnd" cmpd="sng" w="9525">
              <a:solidFill>
                <a:schemeClr val="accent4"/>
              </a:solidFill>
              <a:prstDash val="solid"/>
              <a:round/>
              <a:headEnd len="sm" w="sm" type="none"/>
              <a:tailEnd len="sm" w="sm" type="none"/>
            </a:ln>
          </p:spPr>
        </p:cxnSp>
        <p:cxnSp>
          <p:nvCxnSpPr>
            <p:cNvPr id="2982" name="Google Shape;2982;p107"/>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2983" name="Google Shape;2983;p107"/>
            <p:cNvCxnSpPr/>
            <p:nvPr/>
          </p:nvCxnSpPr>
          <p:spPr>
            <a:xfrm flipH="1" rot="10800000">
              <a:off x="-124575" y="-104750"/>
              <a:ext cx="3729900" cy="1235100"/>
            </a:xfrm>
            <a:prstGeom prst="straightConnector1">
              <a:avLst/>
            </a:prstGeom>
            <a:noFill/>
            <a:ln cap="rnd" cmpd="sng" w="9525">
              <a:solidFill>
                <a:schemeClr val="accent4"/>
              </a:solidFill>
              <a:prstDash val="solid"/>
              <a:round/>
              <a:headEnd len="sm" w="sm" type="none"/>
              <a:tailEnd len="sm" w="sm" type="none"/>
            </a:ln>
          </p:spPr>
        </p:cxnSp>
        <p:cxnSp>
          <p:nvCxnSpPr>
            <p:cNvPr id="2984" name="Google Shape;2984;p107"/>
            <p:cNvCxnSpPr/>
            <p:nvPr/>
          </p:nvCxnSpPr>
          <p:spPr>
            <a:xfrm>
              <a:off x="8171150" y="-29800"/>
              <a:ext cx="1072800" cy="3742500"/>
            </a:xfrm>
            <a:prstGeom prst="straightConnector1">
              <a:avLst/>
            </a:prstGeom>
            <a:noFill/>
            <a:ln cap="rnd" cmpd="sng" w="9525">
              <a:solidFill>
                <a:schemeClr val="accent4"/>
              </a:solidFill>
              <a:prstDash val="solid"/>
              <a:round/>
              <a:headEnd len="sm" w="sm" type="none"/>
              <a:tailEnd len="sm" w="sm" type="none"/>
            </a:ln>
          </p:spPr>
        </p:cxnSp>
        <p:grpSp>
          <p:nvGrpSpPr>
            <p:cNvPr id="2985" name="Google Shape;2985;p107"/>
            <p:cNvGrpSpPr/>
            <p:nvPr/>
          </p:nvGrpSpPr>
          <p:grpSpPr>
            <a:xfrm>
              <a:off x="7800479" y="4080048"/>
              <a:ext cx="718341" cy="718341"/>
              <a:chOff x="30975" y="3360397"/>
              <a:chExt cx="539700" cy="539700"/>
            </a:xfrm>
          </p:grpSpPr>
          <p:sp>
            <p:nvSpPr>
              <p:cNvPr id="2986" name="Google Shape;2986;p107"/>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7" name="Google Shape;2987;p107"/>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88" name="Google Shape;2988;p107"/>
            <p:cNvGrpSpPr/>
            <p:nvPr/>
          </p:nvGrpSpPr>
          <p:grpSpPr>
            <a:xfrm>
              <a:off x="242254" y="539998"/>
              <a:ext cx="718341" cy="718341"/>
              <a:chOff x="30975" y="3360397"/>
              <a:chExt cx="539700" cy="539700"/>
            </a:xfrm>
          </p:grpSpPr>
          <p:sp>
            <p:nvSpPr>
              <p:cNvPr id="2989" name="Google Shape;2989;p107"/>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0" name="Google Shape;2990;p107"/>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91" name="Google Shape;2991;p107"/>
            <p:cNvGrpSpPr/>
            <p:nvPr/>
          </p:nvGrpSpPr>
          <p:grpSpPr>
            <a:xfrm>
              <a:off x="434331" y="3745882"/>
              <a:ext cx="334182" cy="334182"/>
              <a:chOff x="-83525" y="4333650"/>
              <a:chExt cx="539700" cy="539700"/>
            </a:xfrm>
          </p:grpSpPr>
          <p:sp>
            <p:nvSpPr>
              <p:cNvPr id="2992" name="Google Shape;2992;p10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3" name="Google Shape;2993;p10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94" name="Google Shape;2994;p107"/>
            <p:cNvGrpSpPr/>
            <p:nvPr/>
          </p:nvGrpSpPr>
          <p:grpSpPr>
            <a:xfrm>
              <a:off x="100131" y="4568545"/>
              <a:ext cx="334182" cy="334182"/>
              <a:chOff x="-83525" y="4333650"/>
              <a:chExt cx="539700" cy="539700"/>
            </a:xfrm>
          </p:grpSpPr>
          <p:sp>
            <p:nvSpPr>
              <p:cNvPr id="2995" name="Google Shape;2995;p10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6" name="Google Shape;2996;p10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97" name="Google Shape;2997;p107"/>
            <p:cNvGrpSpPr/>
            <p:nvPr/>
          </p:nvGrpSpPr>
          <p:grpSpPr>
            <a:xfrm>
              <a:off x="7992556" y="924170"/>
              <a:ext cx="334182" cy="334182"/>
              <a:chOff x="-83525" y="4333650"/>
              <a:chExt cx="539700" cy="539700"/>
            </a:xfrm>
          </p:grpSpPr>
          <p:sp>
            <p:nvSpPr>
              <p:cNvPr id="2998" name="Google Shape;2998;p10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9" name="Google Shape;2999;p10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00" name="Google Shape;3000;p107"/>
            <p:cNvGrpSpPr/>
            <p:nvPr/>
          </p:nvGrpSpPr>
          <p:grpSpPr>
            <a:xfrm>
              <a:off x="8809806" y="1398220"/>
              <a:ext cx="334182" cy="334182"/>
              <a:chOff x="-83525" y="4333650"/>
              <a:chExt cx="539700" cy="539700"/>
            </a:xfrm>
          </p:grpSpPr>
          <p:sp>
            <p:nvSpPr>
              <p:cNvPr id="3001" name="Google Shape;3001;p10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2" name="Google Shape;3002;p10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003" name="Google Shape;3003;p107"/>
          <p:cNvSpPr txBox="1"/>
          <p:nvPr>
            <p:ph idx="1" type="subTitle"/>
          </p:nvPr>
        </p:nvSpPr>
        <p:spPr>
          <a:xfrm>
            <a:off x="2211600" y="1818425"/>
            <a:ext cx="4720800" cy="233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4"/>
              </a:buClr>
              <a:buSzPts val="1400"/>
              <a:buChar char="●"/>
              <a:defRPr sz="1400"/>
            </a:lvl1pPr>
            <a:lvl2pPr lvl="1" algn="l">
              <a:lnSpc>
                <a:spcPct val="100000"/>
              </a:lnSpc>
              <a:spcBef>
                <a:spcPts val="160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p:txBody>
      </p:sp>
      <p:sp>
        <p:nvSpPr>
          <p:cNvPr id="3004" name="Google Shape;3004;p107"/>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005" name="Shape 3005"/>
        <p:cNvGrpSpPr/>
        <p:nvPr/>
      </p:nvGrpSpPr>
      <p:grpSpPr>
        <a:xfrm>
          <a:off x="0" y="0"/>
          <a:ext cx="0" cy="0"/>
          <a:chOff x="0" y="0"/>
          <a:chExt cx="0" cy="0"/>
        </a:xfrm>
      </p:grpSpPr>
      <p:grpSp>
        <p:nvGrpSpPr>
          <p:cNvPr id="3006" name="Google Shape;3006;p108"/>
          <p:cNvGrpSpPr/>
          <p:nvPr/>
        </p:nvGrpSpPr>
        <p:grpSpPr>
          <a:xfrm flipH="1" rot="10800000">
            <a:off x="0" y="0"/>
            <a:ext cx="9144000" cy="5143500"/>
            <a:chOff x="0" y="0"/>
            <a:chExt cx="9144000" cy="5143500"/>
          </a:xfrm>
        </p:grpSpPr>
        <p:sp>
          <p:nvSpPr>
            <p:cNvPr id="3007" name="Google Shape;3007;p108"/>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8" name="Google Shape;3008;p108"/>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09" name="Google Shape;3009;p108"/>
          <p:cNvGrpSpPr/>
          <p:nvPr/>
        </p:nvGrpSpPr>
        <p:grpSpPr>
          <a:xfrm>
            <a:off x="-49850" y="-92250"/>
            <a:ext cx="9311158" cy="5310575"/>
            <a:chOff x="-49850" y="-92250"/>
            <a:chExt cx="9311158" cy="5310575"/>
          </a:xfrm>
        </p:grpSpPr>
        <p:grpSp>
          <p:nvGrpSpPr>
            <p:cNvPr id="3010" name="Google Shape;3010;p108"/>
            <p:cNvGrpSpPr/>
            <p:nvPr/>
          </p:nvGrpSpPr>
          <p:grpSpPr>
            <a:xfrm>
              <a:off x="222781" y="149707"/>
              <a:ext cx="334182" cy="334182"/>
              <a:chOff x="-83525" y="4333650"/>
              <a:chExt cx="539700" cy="539700"/>
            </a:xfrm>
          </p:grpSpPr>
          <p:sp>
            <p:nvSpPr>
              <p:cNvPr id="3011" name="Google Shape;3011;p10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2" name="Google Shape;3012;p10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013" name="Google Shape;3013;p108"/>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3014" name="Google Shape;3014;p108"/>
            <p:cNvCxnSpPr/>
            <p:nvPr/>
          </p:nvCxnSpPr>
          <p:spPr>
            <a:xfrm>
              <a:off x="-24900" y="340700"/>
              <a:ext cx="617400" cy="2862900"/>
            </a:xfrm>
            <a:prstGeom prst="straightConnector1">
              <a:avLst/>
            </a:prstGeom>
            <a:noFill/>
            <a:ln cap="rnd" cmpd="sng" w="9525">
              <a:solidFill>
                <a:schemeClr val="accent4"/>
              </a:solidFill>
              <a:prstDash val="solid"/>
              <a:round/>
              <a:headEnd len="sm" w="sm" type="none"/>
              <a:tailEnd len="sm" w="sm" type="none"/>
            </a:ln>
          </p:spPr>
        </p:cxnSp>
        <p:cxnSp>
          <p:nvCxnSpPr>
            <p:cNvPr id="3015" name="Google Shape;3015;p108"/>
            <p:cNvCxnSpPr/>
            <p:nvPr/>
          </p:nvCxnSpPr>
          <p:spPr>
            <a:xfrm>
              <a:off x="7884100" y="-39775"/>
              <a:ext cx="1297500" cy="1715400"/>
            </a:xfrm>
            <a:prstGeom prst="straightConnector1">
              <a:avLst/>
            </a:prstGeom>
            <a:noFill/>
            <a:ln cap="rnd" cmpd="sng" w="9525">
              <a:solidFill>
                <a:schemeClr val="accent4"/>
              </a:solidFill>
              <a:prstDash val="solid"/>
              <a:round/>
              <a:headEnd len="sm" w="sm" type="none"/>
              <a:tailEnd len="sm" w="sm" type="none"/>
            </a:ln>
          </p:spPr>
        </p:cxnSp>
        <p:cxnSp>
          <p:nvCxnSpPr>
            <p:cNvPr id="3016" name="Google Shape;3016;p108"/>
            <p:cNvCxnSpPr/>
            <p:nvPr/>
          </p:nvCxnSpPr>
          <p:spPr>
            <a:xfrm flipH="1" rot="10800000">
              <a:off x="7890325" y="4501025"/>
              <a:ext cx="1303500" cy="717300"/>
            </a:xfrm>
            <a:prstGeom prst="straightConnector1">
              <a:avLst/>
            </a:prstGeom>
            <a:noFill/>
            <a:ln cap="rnd" cmpd="sng" w="9525">
              <a:solidFill>
                <a:schemeClr val="accent4"/>
              </a:solidFill>
              <a:prstDash val="solid"/>
              <a:round/>
              <a:headEnd len="sm" w="sm" type="none"/>
              <a:tailEnd len="sm" w="sm" type="none"/>
            </a:ln>
          </p:spPr>
        </p:cxnSp>
        <p:cxnSp>
          <p:nvCxnSpPr>
            <p:cNvPr id="3017" name="Google Shape;3017;p108"/>
            <p:cNvCxnSpPr/>
            <p:nvPr/>
          </p:nvCxnSpPr>
          <p:spPr>
            <a:xfrm rot="10800000">
              <a:off x="8751100" y="3758675"/>
              <a:ext cx="237000" cy="1416000"/>
            </a:xfrm>
            <a:prstGeom prst="straightConnector1">
              <a:avLst/>
            </a:prstGeom>
            <a:noFill/>
            <a:ln cap="rnd" cmpd="sng" w="9525">
              <a:solidFill>
                <a:schemeClr val="accent4"/>
              </a:solidFill>
              <a:prstDash val="solid"/>
              <a:round/>
              <a:headEnd len="sm" w="sm" type="none"/>
              <a:tailEnd len="sm" w="sm" type="none"/>
            </a:ln>
          </p:spPr>
        </p:cxnSp>
        <p:cxnSp>
          <p:nvCxnSpPr>
            <p:cNvPr id="3018" name="Google Shape;3018;p108"/>
            <p:cNvCxnSpPr/>
            <p:nvPr/>
          </p:nvCxnSpPr>
          <p:spPr>
            <a:xfrm flipH="1" rot="10800000">
              <a:off x="-49850" y="4900350"/>
              <a:ext cx="3449400" cy="105900"/>
            </a:xfrm>
            <a:prstGeom prst="straightConnector1">
              <a:avLst/>
            </a:prstGeom>
            <a:noFill/>
            <a:ln cap="rnd" cmpd="sng" w="9525">
              <a:solidFill>
                <a:schemeClr val="accent4"/>
              </a:solidFill>
              <a:prstDash val="solid"/>
              <a:round/>
              <a:headEnd len="sm" w="sm" type="none"/>
              <a:tailEnd len="sm" w="sm" type="none"/>
            </a:ln>
          </p:spPr>
        </p:cxnSp>
        <p:cxnSp>
          <p:nvCxnSpPr>
            <p:cNvPr id="3019" name="Google Shape;3019;p108"/>
            <p:cNvCxnSpPr/>
            <p:nvPr/>
          </p:nvCxnSpPr>
          <p:spPr>
            <a:xfrm>
              <a:off x="-43625" y="3652750"/>
              <a:ext cx="867000" cy="1528200"/>
            </a:xfrm>
            <a:prstGeom prst="straightConnector1">
              <a:avLst/>
            </a:prstGeom>
            <a:noFill/>
            <a:ln cap="rnd" cmpd="sng" w="9525">
              <a:solidFill>
                <a:schemeClr val="accent4"/>
              </a:solidFill>
              <a:prstDash val="solid"/>
              <a:round/>
              <a:headEnd len="sm" w="sm" type="none"/>
              <a:tailEnd len="sm" w="sm" type="none"/>
            </a:ln>
          </p:spPr>
        </p:cxnSp>
        <p:grpSp>
          <p:nvGrpSpPr>
            <p:cNvPr id="3020" name="Google Shape;3020;p108"/>
            <p:cNvGrpSpPr/>
            <p:nvPr/>
          </p:nvGrpSpPr>
          <p:grpSpPr>
            <a:xfrm>
              <a:off x="9004" y="1818648"/>
              <a:ext cx="718341" cy="718341"/>
              <a:chOff x="30975" y="3360397"/>
              <a:chExt cx="539700" cy="539700"/>
            </a:xfrm>
          </p:grpSpPr>
          <p:sp>
            <p:nvSpPr>
              <p:cNvPr id="3021" name="Google Shape;3021;p108"/>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2" name="Google Shape;3022;p108"/>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23" name="Google Shape;3023;p108"/>
            <p:cNvGrpSpPr/>
            <p:nvPr/>
          </p:nvGrpSpPr>
          <p:grpSpPr>
            <a:xfrm>
              <a:off x="8542967" y="4287898"/>
              <a:ext cx="718341" cy="718341"/>
              <a:chOff x="30975" y="3360397"/>
              <a:chExt cx="539700" cy="539700"/>
            </a:xfrm>
          </p:grpSpPr>
          <p:sp>
            <p:nvSpPr>
              <p:cNvPr id="3024" name="Google Shape;3024;p108"/>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5" name="Google Shape;3025;p108"/>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26" name="Google Shape;3026;p108"/>
            <p:cNvGrpSpPr/>
            <p:nvPr/>
          </p:nvGrpSpPr>
          <p:grpSpPr>
            <a:xfrm>
              <a:off x="201081" y="3758682"/>
              <a:ext cx="334182" cy="334182"/>
              <a:chOff x="-83525" y="4333650"/>
              <a:chExt cx="539700" cy="539700"/>
            </a:xfrm>
          </p:grpSpPr>
          <p:sp>
            <p:nvSpPr>
              <p:cNvPr id="3027" name="Google Shape;3027;p10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8" name="Google Shape;3028;p10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29" name="Google Shape;3029;p108"/>
            <p:cNvGrpSpPr/>
            <p:nvPr/>
          </p:nvGrpSpPr>
          <p:grpSpPr>
            <a:xfrm>
              <a:off x="58706" y="4436420"/>
              <a:ext cx="334182" cy="334182"/>
              <a:chOff x="-83525" y="4333650"/>
              <a:chExt cx="539700" cy="539700"/>
            </a:xfrm>
          </p:grpSpPr>
          <p:sp>
            <p:nvSpPr>
              <p:cNvPr id="3030" name="Google Shape;3030;p10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1" name="Google Shape;3031;p10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32" name="Google Shape;3032;p108"/>
            <p:cNvGrpSpPr/>
            <p:nvPr/>
          </p:nvGrpSpPr>
          <p:grpSpPr>
            <a:xfrm>
              <a:off x="8653906" y="340695"/>
              <a:ext cx="334182" cy="334182"/>
              <a:chOff x="-83525" y="4333650"/>
              <a:chExt cx="539700" cy="539700"/>
            </a:xfrm>
          </p:grpSpPr>
          <p:sp>
            <p:nvSpPr>
              <p:cNvPr id="3033" name="Google Shape;3033;p10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4" name="Google Shape;3034;p10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35" name="Google Shape;3035;p108"/>
            <p:cNvGrpSpPr/>
            <p:nvPr/>
          </p:nvGrpSpPr>
          <p:grpSpPr>
            <a:xfrm>
              <a:off x="8460556" y="1450945"/>
              <a:ext cx="334182" cy="334182"/>
              <a:chOff x="-83525" y="4333650"/>
              <a:chExt cx="539700" cy="539700"/>
            </a:xfrm>
          </p:grpSpPr>
          <p:sp>
            <p:nvSpPr>
              <p:cNvPr id="3036" name="Google Shape;3036;p10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7" name="Google Shape;3037;p10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038" name="Google Shape;3038;p108"/>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3039" name="Google Shape;3039;p108"/>
          <p:cNvSpPr txBox="1"/>
          <p:nvPr>
            <p:ph idx="2" type="title"/>
          </p:nvPr>
        </p:nvSpPr>
        <p:spPr>
          <a:xfrm>
            <a:off x="720000" y="3610438"/>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040" name="Google Shape;3040;p108"/>
          <p:cNvSpPr txBox="1"/>
          <p:nvPr>
            <p:ph idx="1" type="subTitle"/>
          </p:nvPr>
        </p:nvSpPr>
        <p:spPr>
          <a:xfrm>
            <a:off x="720000" y="4000778"/>
            <a:ext cx="23364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041" name="Google Shape;3041;p108"/>
          <p:cNvSpPr txBox="1"/>
          <p:nvPr>
            <p:ph idx="3" type="title"/>
          </p:nvPr>
        </p:nvSpPr>
        <p:spPr>
          <a:xfrm>
            <a:off x="3403800" y="3610450"/>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042" name="Google Shape;3042;p108"/>
          <p:cNvSpPr txBox="1"/>
          <p:nvPr>
            <p:ph idx="4" type="subTitle"/>
          </p:nvPr>
        </p:nvSpPr>
        <p:spPr>
          <a:xfrm>
            <a:off x="3403800" y="4000791"/>
            <a:ext cx="23364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043" name="Google Shape;3043;p108"/>
          <p:cNvSpPr txBox="1"/>
          <p:nvPr>
            <p:ph idx="5" type="title"/>
          </p:nvPr>
        </p:nvSpPr>
        <p:spPr>
          <a:xfrm>
            <a:off x="6087600" y="3610438"/>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044" name="Google Shape;3044;p108"/>
          <p:cNvSpPr txBox="1"/>
          <p:nvPr>
            <p:ph idx="6" type="subTitle"/>
          </p:nvPr>
        </p:nvSpPr>
        <p:spPr>
          <a:xfrm>
            <a:off x="6087600" y="4000778"/>
            <a:ext cx="23364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BLANK_1_1_1_1_1_2">
    <p:spTree>
      <p:nvGrpSpPr>
        <p:cNvPr id="3045" name="Shape 3045"/>
        <p:cNvGrpSpPr/>
        <p:nvPr/>
      </p:nvGrpSpPr>
      <p:grpSpPr>
        <a:xfrm>
          <a:off x="0" y="0"/>
          <a:ext cx="0" cy="0"/>
          <a:chOff x="0" y="0"/>
          <a:chExt cx="0" cy="0"/>
        </a:xfrm>
      </p:grpSpPr>
      <p:sp>
        <p:nvSpPr>
          <p:cNvPr id="3046" name="Google Shape;3046;p109"/>
          <p:cNvSpPr/>
          <p:nvPr/>
        </p:nvSpPr>
        <p:spPr>
          <a:xfrm flipH="1">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47" name="Google Shape;3047;p109"/>
          <p:cNvGrpSpPr/>
          <p:nvPr/>
        </p:nvGrpSpPr>
        <p:grpSpPr>
          <a:xfrm flipH="1">
            <a:off x="-12824" y="-7250"/>
            <a:ext cx="9219397" cy="5308025"/>
            <a:chOff x="-12825" y="-83450"/>
            <a:chExt cx="9219397" cy="5308025"/>
          </a:xfrm>
        </p:grpSpPr>
        <p:cxnSp>
          <p:nvCxnSpPr>
            <p:cNvPr id="3048" name="Google Shape;3048;p109"/>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3049" name="Google Shape;3049;p109"/>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3050" name="Google Shape;3050;p109"/>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3051" name="Google Shape;3051;p109"/>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3052" name="Google Shape;3052;p109"/>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3053" name="Google Shape;3053;p109"/>
            <p:cNvGrpSpPr/>
            <p:nvPr/>
          </p:nvGrpSpPr>
          <p:grpSpPr>
            <a:xfrm>
              <a:off x="64804" y="834123"/>
              <a:ext cx="718341" cy="718341"/>
              <a:chOff x="-83525" y="4333650"/>
              <a:chExt cx="539700" cy="539700"/>
            </a:xfrm>
          </p:grpSpPr>
          <p:sp>
            <p:nvSpPr>
              <p:cNvPr id="3054" name="Google Shape;3054;p10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5" name="Google Shape;3055;p10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56" name="Google Shape;3056;p109"/>
            <p:cNvGrpSpPr/>
            <p:nvPr/>
          </p:nvGrpSpPr>
          <p:grpSpPr>
            <a:xfrm>
              <a:off x="8064829" y="180823"/>
              <a:ext cx="718341" cy="718341"/>
              <a:chOff x="-83525" y="4333650"/>
              <a:chExt cx="539700" cy="539700"/>
            </a:xfrm>
          </p:grpSpPr>
          <p:sp>
            <p:nvSpPr>
              <p:cNvPr id="3057" name="Google Shape;3057;p10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8" name="Google Shape;3058;p10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59" name="Google Shape;3059;p109"/>
            <p:cNvGrpSpPr/>
            <p:nvPr/>
          </p:nvGrpSpPr>
          <p:grpSpPr>
            <a:xfrm>
              <a:off x="108716" y="3627495"/>
              <a:ext cx="334182" cy="334182"/>
              <a:chOff x="-83525" y="4333650"/>
              <a:chExt cx="539700" cy="539700"/>
            </a:xfrm>
          </p:grpSpPr>
          <p:sp>
            <p:nvSpPr>
              <p:cNvPr id="3060" name="Google Shape;3060;p10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1" name="Google Shape;3061;p10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62" name="Google Shape;3062;p109"/>
            <p:cNvGrpSpPr/>
            <p:nvPr/>
          </p:nvGrpSpPr>
          <p:grpSpPr>
            <a:xfrm>
              <a:off x="8872390" y="3652444"/>
              <a:ext cx="334182" cy="334182"/>
              <a:chOff x="-83525" y="4333650"/>
              <a:chExt cx="539700" cy="539700"/>
            </a:xfrm>
          </p:grpSpPr>
          <p:sp>
            <p:nvSpPr>
              <p:cNvPr id="3063" name="Google Shape;3063;p10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4" name="Google Shape;3064;p10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65" name="Google Shape;3065;p109"/>
            <p:cNvGrpSpPr/>
            <p:nvPr/>
          </p:nvGrpSpPr>
          <p:grpSpPr>
            <a:xfrm>
              <a:off x="8538215" y="3184619"/>
              <a:ext cx="334182" cy="334182"/>
              <a:chOff x="-83525" y="4333650"/>
              <a:chExt cx="539700" cy="539700"/>
            </a:xfrm>
          </p:grpSpPr>
          <p:sp>
            <p:nvSpPr>
              <p:cNvPr id="3066" name="Google Shape;3066;p10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7" name="Google Shape;3067;p10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68" name="Google Shape;3068;p109"/>
            <p:cNvGrpSpPr/>
            <p:nvPr/>
          </p:nvGrpSpPr>
          <p:grpSpPr>
            <a:xfrm>
              <a:off x="8725315" y="1218294"/>
              <a:ext cx="334182" cy="334182"/>
              <a:chOff x="-83525" y="4333650"/>
              <a:chExt cx="539700" cy="539700"/>
            </a:xfrm>
          </p:grpSpPr>
          <p:sp>
            <p:nvSpPr>
              <p:cNvPr id="3069" name="Google Shape;3069;p10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0" name="Google Shape;3070;p10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71" name="Google Shape;3071;p109"/>
            <p:cNvGrpSpPr/>
            <p:nvPr/>
          </p:nvGrpSpPr>
          <p:grpSpPr>
            <a:xfrm>
              <a:off x="828790" y="126744"/>
              <a:ext cx="334182" cy="334182"/>
              <a:chOff x="-83525" y="4333650"/>
              <a:chExt cx="539700" cy="539700"/>
            </a:xfrm>
          </p:grpSpPr>
          <p:sp>
            <p:nvSpPr>
              <p:cNvPr id="3072" name="Google Shape;3072;p10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3" name="Google Shape;3073;p10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074" name="Google Shape;3074;p109"/>
          <p:cNvSpPr txBox="1"/>
          <p:nvPr>
            <p:ph type="title"/>
          </p:nvPr>
        </p:nvSpPr>
        <p:spPr>
          <a:xfrm>
            <a:off x="720000" y="2123650"/>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075" name="Google Shape;3075;p109"/>
          <p:cNvSpPr txBox="1"/>
          <p:nvPr>
            <p:ph idx="1" type="subTitle"/>
          </p:nvPr>
        </p:nvSpPr>
        <p:spPr>
          <a:xfrm>
            <a:off x="720000" y="2481575"/>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076" name="Google Shape;3076;p109"/>
          <p:cNvSpPr txBox="1"/>
          <p:nvPr>
            <p:ph idx="2" type="title"/>
          </p:nvPr>
        </p:nvSpPr>
        <p:spPr>
          <a:xfrm>
            <a:off x="3419269" y="2123650"/>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077" name="Google Shape;3077;p109"/>
          <p:cNvSpPr txBox="1"/>
          <p:nvPr>
            <p:ph idx="3" type="subTitle"/>
          </p:nvPr>
        </p:nvSpPr>
        <p:spPr>
          <a:xfrm>
            <a:off x="3419272" y="2481575"/>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078" name="Google Shape;3078;p109"/>
          <p:cNvSpPr txBox="1"/>
          <p:nvPr>
            <p:ph idx="4" type="title"/>
          </p:nvPr>
        </p:nvSpPr>
        <p:spPr>
          <a:xfrm>
            <a:off x="2094488" y="383802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079" name="Google Shape;3079;p109"/>
          <p:cNvSpPr txBox="1"/>
          <p:nvPr>
            <p:ph idx="5" type="subTitle"/>
          </p:nvPr>
        </p:nvSpPr>
        <p:spPr>
          <a:xfrm>
            <a:off x="2094500" y="4195950"/>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080" name="Google Shape;3080;p109"/>
          <p:cNvSpPr txBox="1"/>
          <p:nvPr>
            <p:ph idx="6" type="title"/>
          </p:nvPr>
        </p:nvSpPr>
        <p:spPr>
          <a:xfrm>
            <a:off x="4793757" y="383802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081" name="Google Shape;3081;p109"/>
          <p:cNvSpPr txBox="1"/>
          <p:nvPr>
            <p:ph idx="7" type="subTitle"/>
          </p:nvPr>
        </p:nvSpPr>
        <p:spPr>
          <a:xfrm>
            <a:off x="4793760" y="4195950"/>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082" name="Google Shape;3082;p109"/>
          <p:cNvSpPr txBox="1"/>
          <p:nvPr>
            <p:ph idx="8" type="title"/>
          </p:nvPr>
        </p:nvSpPr>
        <p:spPr>
          <a:xfrm>
            <a:off x="6118545" y="2123650"/>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083" name="Google Shape;3083;p109"/>
          <p:cNvSpPr txBox="1"/>
          <p:nvPr>
            <p:ph idx="9" type="subTitle"/>
          </p:nvPr>
        </p:nvSpPr>
        <p:spPr>
          <a:xfrm>
            <a:off x="6118550" y="2481575"/>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084" name="Google Shape;3084;p109"/>
          <p:cNvSpPr txBox="1"/>
          <p:nvPr>
            <p:ph idx="13"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085" name="Shape 3085"/>
        <p:cNvGrpSpPr/>
        <p:nvPr/>
      </p:nvGrpSpPr>
      <p:grpSpPr>
        <a:xfrm>
          <a:off x="0" y="0"/>
          <a:ext cx="0" cy="0"/>
          <a:chOff x="0" y="0"/>
          <a:chExt cx="0" cy="0"/>
        </a:xfrm>
      </p:grpSpPr>
      <p:sp>
        <p:nvSpPr>
          <p:cNvPr id="3086" name="Google Shape;3086;p110"/>
          <p:cNvSpPr/>
          <p:nvPr/>
        </p:nvSpPr>
        <p:spPr>
          <a:xfrm flipH="1">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87" name="Google Shape;3087;p110"/>
          <p:cNvGrpSpPr/>
          <p:nvPr/>
        </p:nvGrpSpPr>
        <p:grpSpPr>
          <a:xfrm flipH="1" rot="10800000">
            <a:off x="-12825" y="-7250"/>
            <a:ext cx="9219397" cy="5308025"/>
            <a:chOff x="-12825" y="-83450"/>
            <a:chExt cx="9219397" cy="5308025"/>
          </a:xfrm>
        </p:grpSpPr>
        <p:cxnSp>
          <p:nvCxnSpPr>
            <p:cNvPr id="3088" name="Google Shape;3088;p110"/>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3089" name="Google Shape;3089;p110"/>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3090" name="Google Shape;3090;p110"/>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3091" name="Google Shape;3091;p110"/>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3092" name="Google Shape;3092;p110"/>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3093" name="Google Shape;3093;p110"/>
            <p:cNvGrpSpPr/>
            <p:nvPr/>
          </p:nvGrpSpPr>
          <p:grpSpPr>
            <a:xfrm>
              <a:off x="64804" y="834123"/>
              <a:ext cx="718341" cy="718341"/>
              <a:chOff x="-83525" y="4333650"/>
              <a:chExt cx="539700" cy="539700"/>
            </a:xfrm>
          </p:grpSpPr>
          <p:sp>
            <p:nvSpPr>
              <p:cNvPr id="3094" name="Google Shape;3094;p11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5" name="Google Shape;3095;p1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96" name="Google Shape;3096;p110"/>
            <p:cNvGrpSpPr/>
            <p:nvPr/>
          </p:nvGrpSpPr>
          <p:grpSpPr>
            <a:xfrm>
              <a:off x="8064829" y="180823"/>
              <a:ext cx="718341" cy="718341"/>
              <a:chOff x="-83525" y="4333650"/>
              <a:chExt cx="539700" cy="539700"/>
            </a:xfrm>
          </p:grpSpPr>
          <p:sp>
            <p:nvSpPr>
              <p:cNvPr id="3097" name="Google Shape;3097;p11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8" name="Google Shape;3098;p1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99" name="Google Shape;3099;p110"/>
            <p:cNvGrpSpPr/>
            <p:nvPr/>
          </p:nvGrpSpPr>
          <p:grpSpPr>
            <a:xfrm>
              <a:off x="108716" y="3627495"/>
              <a:ext cx="334182" cy="334182"/>
              <a:chOff x="-83525" y="4333650"/>
              <a:chExt cx="539700" cy="539700"/>
            </a:xfrm>
          </p:grpSpPr>
          <p:sp>
            <p:nvSpPr>
              <p:cNvPr id="3100" name="Google Shape;3100;p11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1" name="Google Shape;3101;p1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02" name="Google Shape;3102;p110"/>
            <p:cNvGrpSpPr/>
            <p:nvPr/>
          </p:nvGrpSpPr>
          <p:grpSpPr>
            <a:xfrm>
              <a:off x="8872390" y="3652444"/>
              <a:ext cx="334182" cy="334182"/>
              <a:chOff x="-83525" y="4333650"/>
              <a:chExt cx="539700" cy="539700"/>
            </a:xfrm>
          </p:grpSpPr>
          <p:sp>
            <p:nvSpPr>
              <p:cNvPr id="3103" name="Google Shape;3103;p11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4" name="Google Shape;3104;p1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05" name="Google Shape;3105;p110"/>
            <p:cNvGrpSpPr/>
            <p:nvPr/>
          </p:nvGrpSpPr>
          <p:grpSpPr>
            <a:xfrm>
              <a:off x="8538215" y="3184619"/>
              <a:ext cx="334182" cy="334182"/>
              <a:chOff x="-83525" y="4333650"/>
              <a:chExt cx="539700" cy="539700"/>
            </a:xfrm>
          </p:grpSpPr>
          <p:sp>
            <p:nvSpPr>
              <p:cNvPr id="3106" name="Google Shape;3106;p11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7" name="Google Shape;3107;p1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08" name="Google Shape;3108;p110"/>
            <p:cNvGrpSpPr/>
            <p:nvPr/>
          </p:nvGrpSpPr>
          <p:grpSpPr>
            <a:xfrm>
              <a:off x="8725315" y="1218294"/>
              <a:ext cx="334182" cy="334182"/>
              <a:chOff x="-83525" y="4333650"/>
              <a:chExt cx="539700" cy="539700"/>
            </a:xfrm>
          </p:grpSpPr>
          <p:sp>
            <p:nvSpPr>
              <p:cNvPr id="3109" name="Google Shape;3109;p11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0" name="Google Shape;3110;p1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11" name="Google Shape;3111;p110"/>
            <p:cNvGrpSpPr/>
            <p:nvPr/>
          </p:nvGrpSpPr>
          <p:grpSpPr>
            <a:xfrm>
              <a:off x="828790" y="126744"/>
              <a:ext cx="334182" cy="334182"/>
              <a:chOff x="-83525" y="4333650"/>
              <a:chExt cx="539700" cy="539700"/>
            </a:xfrm>
          </p:grpSpPr>
          <p:sp>
            <p:nvSpPr>
              <p:cNvPr id="3112" name="Google Shape;3112;p11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3" name="Google Shape;3113;p1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114" name="Google Shape;3114;p110"/>
          <p:cNvSpPr txBox="1"/>
          <p:nvPr>
            <p:ph type="title"/>
          </p:nvPr>
        </p:nvSpPr>
        <p:spPr>
          <a:xfrm>
            <a:off x="720000" y="18203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115" name="Google Shape;3115;p110"/>
          <p:cNvSpPr txBox="1"/>
          <p:nvPr>
            <p:ph idx="1" type="subTitle"/>
          </p:nvPr>
        </p:nvSpPr>
        <p:spPr>
          <a:xfrm>
            <a:off x="720000" y="22545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16" name="Google Shape;3116;p110"/>
          <p:cNvSpPr txBox="1"/>
          <p:nvPr>
            <p:ph idx="2" type="title"/>
          </p:nvPr>
        </p:nvSpPr>
        <p:spPr>
          <a:xfrm>
            <a:off x="3419269" y="18203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117" name="Google Shape;3117;p110"/>
          <p:cNvSpPr txBox="1"/>
          <p:nvPr>
            <p:ph idx="3" type="subTitle"/>
          </p:nvPr>
        </p:nvSpPr>
        <p:spPr>
          <a:xfrm>
            <a:off x="3419271" y="22545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18" name="Google Shape;3118;p110"/>
          <p:cNvSpPr txBox="1"/>
          <p:nvPr>
            <p:ph idx="4" type="title"/>
          </p:nvPr>
        </p:nvSpPr>
        <p:spPr>
          <a:xfrm>
            <a:off x="720000" y="35348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119" name="Google Shape;3119;p110"/>
          <p:cNvSpPr txBox="1"/>
          <p:nvPr>
            <p:ph idx="5" type="subTitle"/>
          </p:nvPr>
        </p:nvSpPr>
        <p:spPr>
          <a:xfrm>
            <a:off x="720000" y="39690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20" name="Google Shape;3120;p110"/>
          <p:cNvSpPr txBox="1"/>
          <p:nvPr>
            <p:ph idx="6" type="title"/>
          </p:nvPr>
        </p:nvSpPr>
        <p:spPr>
          <a:xfrm>
            <a:off x="3419269" y="35348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121" name="Google Shape;3121;p110"/>
          <p:cNvSpPr txBox="1"/>
          <p:nvPr>
            <p:ph idx="7" type="subTitle"/>
          </p:nvPr>
        </p:nvSpPr>
        <p:spPr>
          <a:xfrm>
            <a:off x="3419271" y="39690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22" name="Google Shape;3122;p110"/>
          <p:cNvSpPr txBox="1"/>
          <p:nvPr>
            <p:ph idx="8" type="title"/>
          </p:nvPr>
        </p:nvSpPr>
        <p:spPr>
          <a:xfrm>
            <a:off x="6118545" y="18203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123" name="Google Shape;3123;p110"/>
          <p:cNvSpPr txBox="1"/>
          <p:nvPr>
            <p:ph idx="9" type="subTitle"/>
          </p:nvPr>
        </p:nvSpPr>
        <p:spPr>
          <a:xfrm>
            <a:off x="6118550" y="22545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24" name="Google Shape;3124;p110"/>
          <p:cNvSpPr txBox="1"/>
          <p:nvPr>
            <p:ph idx="13" type="title"/>
          </p:nvPr>
        </p:nvSpPr>
        <p:spPr>
          <a:xfrm>
            <a:off x="6118545" y="35348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125" name="Google Shape;3125;p110"/>
          <p:cNvSpPr txBox="1"/>
          <p:nvPr>
            <p:ph idx="14" type="subTitle"/>
          </p:nvPr>
        </p:nvSpPr>
        <p:spPr>
          <a:xfrm>
            <a:off x="6118550" y="39690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26" name="Google Shape;3126;p110"/>
          <p:cNvSpPr txBox="1"/>
          <p:nvPr>
            <p:ph idx="15"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3127" name="Shape 3127"/>
        <p:cNvGrpSpPr/>
        <p:nvPr/>
      </p:nvGrpSpPr>
      <p:grpSpPr>
        <a:xfrm>
          <a:off x="0" y="0"/>
          <a:ext cx="0" cy="0"/>
          <a:chOff x="0" y="0"/>
          <a:chExt cx="0" cy="0"/>
        </a:xfrm>
      </p:grpSpPr>
      <p:grpSp>
        <p:nvGrpSpPr>
          <p:cNvPr id="3128" name="Google Shape;3128;p111"/>
          <p:cNvGrpSpPr/>
          <p:nvPr/>
        </p:nvGrpSpPr>
        <p:grpSpPr>
          <a:xfrm flipH="1" rot="10800000">
            <a:off x="0" y="0"/>
            <a:ext cx="9144000" cy="5143500"/>
            <a:chOff x="0" y="0"/>
            <a:chExt cx="9144000" cy="5143500"/>
          </a:xfrm>
        </p:grpSpPr>
        <p:sp>
          <p:nvSpPr>
            <p:cNvPr id="3129" name="Google Shape;3129;p111"/>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0" name="Google Shape;3130;p111"/>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31" name="Google Shape;3131;p111"/>
          <p:cNvGrpSpPr/>
          <p:nvPr/>
        </p:nvGrpSpPr>
        <p:grpSpPr>
          <a:xfrm>
            <a:off x="-240525" y="-164575"/>
            <a:ext cx="9446850" cy="5376725"/>
            <a:chOff x="-240525" y="-164575"/>
            <a:chExt cx="9446850" cy="5376725"/>
          </a:xfrm>
        </p:grpSpPr>
        <p:cxnSp>
          <p:nvCxnSpPr>
            <p:cNvPr id="3132" name="Google Shape;3132;p111"/>
            <p:cNvCxnSpPr/>
            <p:nvPr/>
          </p:nvCxnSpPr>
          <p:spPr>
            <a:xfrm>
              <a:off x="5994150" y="-58550"/>
              <a:ext cx="3193500" cy="3455400"/>
            </a:xfrm>
            <a:prstGeom prst="straightConnector1">
              <a:avLst/>
            </a:prstGeom>
            <a:noFill/>
            <a:ln cap="rnd" cmpd="sng" w="9525">
              <a:solidFill>
                <a:schemeClr val="accent4"/>
              </a:solidFill>
              <a:prstDash val="solid"/>
              <a:round/>
              <a:headEnd len="sm" w="sm" type="none"/>
              <a:tailEnd len="sm" w="sm" type="none"/>
            </a:ln>
          </p:spPr>
        </p:cxnSp>
        <p:cxnSp>
          <p:nvCxnSpPr>
            <p:cNvPr id="3133" name="Google Shape;3133;p111"/>
            <p:cNvCxnSpPr/>
            <p:nvPr/>
          </p:nvCxnSpPr>
          <p:spPr>
            <a:xfrm flipH="1" rot="10800000">
              <a:off x="6075225" y="1245050"/>
              <a:ext cx="3131100" cy="361800"/>
            </a:xfrm>
            <a:prstGeom prst="straightConnector1">
              <a:avLst/>
            </a:prstGeom>
            <a:noFill/>
            <a:ln cap="rnd" cmpd="sng" w="9525">
              <a:solidFill>
                <a:schemeClr val="accent4"/>
              </a:solidFill>
              <a:prstDash val="solid"/>
              <a:round/>
              <a:headEnd len="sm" w="sm" type="none"/>
              <a:tailEnd len="sm" w="sm" type="none"/>
            </a:ln>
          </p:spPr>
        </p:cxnSp>
        <p:cxnSp>
          <p:nvCxnSpPr>
            <p:cNvPr id="3134" name="Google Shape;3134;p111"/>
            <p:cNvCxnSpPr/>
            <p:nvPr/>
          </p:nvCxnSpPr>
          <p:spPr>
            <a:xfrm>
              <a:off x="8102375" y="-58550"/>
              <a:ext cx="430500" cy="5270700"/>
            </a:xfrm>
            <a:prstGeom prst="straightConnector1">
              <a:avLst/>
            </a:prstGeom>
            <a:noFill/>
            <a:ln cap="rnd" cmpd="sng" w="9525">
              <a:solidFill>
                <a:schemeClr val="accent4"/>
              </a:solidFill>
              <a:prstDash val="solid"/>
              <a:round/>
              <a:headEnd len="sm" w="sm" type="none"/>
              <a:tailEnd len="sm" w="sm" type="none"/>
            </a:ln>
          </p:spPr>
        </p:cxnSp>
        <p:cxnSp>
          <p:nvCxnSpPr>
            <p:cNvPr id="3135" name="Google Shape;3135;p111"/>
            <p:cNvCxnSpPr/>
            <p:nvPr/>
          </p:nvCxnSpPr>
          <p:spPr>
            <a:xfrm flipH="1" rot="10800000">
              <a:off x="3711275" y="4688125"/>
              <a:ext cx="5476500" cy="505200"/>
            </a:xfrm>
            <a:prstGeom prst="straightConnector1">
              <a:avLst/>
            </a:prstGeom>
            <a:noFill/>
            <a:ln cap="rnd" cmpd="sng" w="9525">
              <a:solidFill>
                <a:schemeClr val="accent4"/>
              </a:solidFill>
              <a:prstDash val="solid"/>
              <a:round/>
              <a:headEnd len="sm" w="sm" type="none"/>
              <a:tailEnd len="sm" w="sm" type="none"/>
            </a:ln>
          </p:spPr>
        </p:cxnSp>
        <p:cxnSp>
          <p:nvCxnSpPr>
            <p:cNvPr id="3136" name="Google Shape;3136;p111"/>
            <p:cNvCxnSpPr/>
            <p:nvPr/>
          </p:nvCxnSpPr>
          <p:spPr>
            <a:xfrm flipH="1">
              <a:off x="1365950" y="2997775"/>
              <a:ext cx="2102100" cy="2164500"/>
            </a:xfrm>
            <a:prstGeom prst="straightConnector1">
              <a:avLst/>
            </a:prstGeom>
            <a:noFill/>
            <a:ln cap="rnd" cmpd="sng" w="9525">
              <a:solidFill>
                <a:schemeClr val="accent4"/>
              </a:solidFill>
              <a:prstDash val="solid"/>
              <a:round/>
              <a:headEnd len="sm" w="sm" type="none"/>
              <a:tailEnd len="sm" w="sm" type="none"/>
            </a:ln>
          </p:spPr>
        </p:cxnSp>
        <p:cxnSp>
          <p:nvCxnSpPr>
            <p:cNvPr id="3137" name="Google Shape;3137;p111"/>
            <p:cNvCxnSpPr/>
            <p:nvPr/>
          </p:nvCxnSpPr>
          <p:spPr>
            <a:xfrm>
              <a:off x="-31125" y="852125"/>
              <a:ext cx="2177100" cy="4353600"/>
            </a:xfrm>
            <a:prstGeom prst="straightConnector1">
              <a:avLst/>
            </a:prstGeom>
            <a:noFill/>
            <a:ln cap="rnd" cmpd="sng" w="9525">
              <a:solidFill>
                <a:schemeClr val="accent4"/>
              </a:solidFill>
              <a:prstDash val="solid"/>
              <a:round/>
              <a:headEnd len="sm" w="sm" type="none"/>
              <a:tailEnd len="sm" w="sm" type="none"/>
            </a:ln>
          </p:spPr>
        </p:cxnSp>
        <p:cxnSp>
          <p:nvCxnSpPr>
            <p:cNvPr id="3138" name="Google Shape;3138;p111"/>
            <p:cNvCxnSpPr/>
            <p:nvPr/>
          </p:nvCxnSpPr>
          <p:spPr>
            <a:xfrm>
              <a:off x="-31125" y="4020700"/>
              <a:ext cx="5725800" cy="1153800"/>
            </a:xfrm>
            <a:prstGeom prst="straightConnector1">
              <a:avLst/>
            </a:prstGeom>
            <a:noFill/>
            <a:ln cap="rnd" cmpd="sng" w="9525">
              <a:solidFill>
                <a:schemeClr val="accent4"/>
              </a:solidFill>
              <a:prstDash val="solid"/>
              <a:round/>
              <a:headEnd len="sm" w="sm" type="none"/>
              <a:tailEnd len="sm" w="sm" type="none"/>
            </a:ln>
          </p:spPr>
        </p:cxnSp>
        <p:cxnSp>
          <p:nvCxnSpPr>
            <p:cNvPr id="3139" name="Google Shape;3139;p111"/>
            <p:cNvCxnSpPr/>
            <p:nvPr/>
          </p:nvCxnSpPr>
          <p:spPr>
            <a:xfrm flipH="1" rot="10800000">
              <a:off x="-18650" y="-133500"/>
              <a:ext cx="1309800" cy="1952400"/>
            </a:xfrm>
            <a:prstGeom prst="straightConnector1">
              <a:avLst/>
            </a:prstGeom>
            <a:noFill/>
            <a:ln cap="rnd" cmpd="sng" w="9525">
              <a:solidFill>
                <a:schemeClr val="accent4"/>
              </a:solidFill>
              <a:prstDash val="solid"/>
              <a:round/>
              <a:headEnd len="sm" w="sm" type="none"/>
              <a:tailEnd len="sm" w="sm" type="none"/>
            </a:ln>
          </p:spPr>
        </p:cxnSp>
        <p:cxnSp>
          <p:nvCxnSpPr>
            <p:cNvPr id="3140" name="Google Shape;3140;p111"/>
            <p:cNvCxnSpPr/>
            <p:nvPr/>
          </p:nvCxnSpPr>
          <p:spPr>
            <a:xfrm>
              <a:off x="449150" y="-164575"/>
              <a:ext cx="1715400" cy="648600"/>
            </a:xfrm>
            <a:prstGeom prst="straightConnector1">
              <a:avLst/>
            </a:prstGeom>
            <a:noFill/>
            <a:ln cap="rnd" cmpd="sng" w="9525">
              <a:solidFill>
                <a:schemeClr val="accent4"/>
              </a:solidFill>
              <a:prstDash val="solid"/>
              <a:round/>
              <a:headEnd len="sm" w="sm" type="none"/>
              <a:tailEnd len="sm" w="sm" type="none"/>
            </a:ln>
          </p:spPr>
        </p:cxnSp>
        <p:grpSp>
          <p:nvGrpSpPr>
            <p:cNvPr id="3141" name="Google Shape;3141;p111"/>
            <p:cNvGrpSpPr/>
            <p:nvPr/>
          </p:nvGrpSpPr>
          <p:grpSpPr>
            <a:xfrm>
              <a:off x="7048151" y="1097948"/>
              <a:ext cx="718341" cy="718341"/>
              <a:chOff x="-83525" y="4333650"/>
              <a:chExt cx="539700" cy="539700"/>
            </a:xfrm>
          </p:grpSpPr>
          <p:sp>
            <p:nvSpPr>
              <p:cNvPr id="3142" name="Google Shape;3142;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3" name="Google Shape;3143;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44" name="Google Shape;3144;p111"/>
            <p:cNvGrpSpPr/>
            <p:nvPr/>
          </p:nvGrpSpPr>
          <p:grpSpPr>
            <a:xfrm>
              <a:off x="8365689" y="586475"/>
              <a:ext cx="265640" cy="265640"/>
              <a:chOff x="-83525" y="4333650"/>
              <a:chExt cx="539700" cy="539700"/>
            </a:xfrm>
          </p:grpSpPr>
          <p:sp>
            <p:nvSpPr>
              <p:cNvPr id="3145" name="Google Shape;3145;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6" name="Google Shape;3146;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47" name="Google Shape;3147;p111"/>
            <p:cNvGrpSpPr/>
            <p:nvPr/>
          </p:nvGrpSpPr>
          <p:grpSpPr>
            <a:xfrm>
              <a:off x="1204000" y="3827316"/>
              <a:ext cx="960558" cy="960558"/>
              <a:chOff x="-83525" y="4333650"/>
              <a:chExt cx="539700" cy="539700"/>
            </a:xfrm>
          </p:grpSpPr>
          <p:sp>
            <p:nvSpPr>
              <p:cNvPr id="3148" name="Google Shape;3148;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9" name="Google Shape;3149;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50" name="Google Shape;3150;p111"/>
            <p:cNvGrpSpPr/>
            <p:nvPr/>
          </p:nvGrpSpPr>
          <p:grpSpPr>
            <a:xfrm>
              <a:off x="-240525" y="945666"/>
              <a:ext cx="960558" cy="960558"/>
              <a:chOff x="-83525" y="4333650"/>
              <a:chExt cx="539700" cy="539700"/>
            </a:xfrm>
          </p:grpSpPr>
          <p:sp>
            <p:nvSpPr>
              <p:cNvPr id="3151" name="Google Shape;3151;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2" name="Google Shape;3152;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53" name="Google Shape;3153;p111"/>
            <p:cNvGrpSpPr/>
            <p:nvPr/>
          </p:nvGrpSpPr>
          <p:grpSpPr>
            <a:xfrm>
              <a:off x="8184801" y="2306100"/>
              <a:ext cx="265640" cy="265640"/>
              <a:chOff x="-83525" y="4333650"/>
              <a:chExt cx="539700" cy="539700"/>
            </a:xfrm>
          </p:grpSpPr>
          <p:sp>
            <p:nvSpPr>
              <p:cNvPr id="3154" name="Google Shape;3154;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5" name="Google Shape;3155;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56" name="Google Shape;3156;p111"/>
            <p:cNvGrpSpPr/>
            <p:nvPr/>
          </p:nvGrpSpPr>
          <p:grpSpPr>
            <a:xfrm>
              <a:off x="8283249" y="4562832"/>
              <a:ext cx="430519" cy="430519"/>
              <a:chOff x="-83525" y="4333650"/>
              <a:chExt cx="539700" cy="539700"/>
            </a:xfrm>
          </p:grpSpPr>
          <p:sp>
            <p:nvSpPr>
              <p:cNvPr id="3157" name="Google Shape;3157;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8" name="Google Shape;3158;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59" name="Google Shape;3159;p111"/>
            <p:cNvGrpSpPr/>
            <p:nvPr/>
          </p:nvGrpSpPr>
          <p:grpSpPr>
            <a:xfrm>
              <a:off x="8005924" y="1151532"/>
              <a:ext cx="430519" cy="430519"/>
              <a:chOff x="-83525" y="4333650"/>
              <a:chExt cx="539700" cy="539700"/>
            </a:xfrm>
          </p:grpSpPr>
          <p:sp>
            <p:nvSpPr>
              <p:cNvPr id="3160" name="Google Shape;3160;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1" name="Google Shape;3161;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62" name="Google Shape;3162;p111"/>
            <p:cNvGrpSpPr/>
            <p:nvPr/>
          </p:nvGrpSpPr>
          <p:grpSpPr>
            <a:xfrm>
              <a:off x="935424" y="-133493"/>
              <a:ext cx="430519" cy="430519"/>
              <a:chOff x="-83525" y="4333650"/>
              <a:chExt cx="539700" cy="539700"/>
            </a:xfrm>
          </p:grpSpPr>
          <p:sp>
            <p:nvSpPr>
              <p:cNvPr id="3163" name="Google Shape;3163;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4" name="Google Shape;3164;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65" name="Google Shape;3165;p111"/>
            <p:cNvGrpSpPr/>
            <p:nvPr/>
          </p:nvGrpSpPr>
          <p:grpSpPr>
            <a:xfrm>
              <a:off x="2192026" y="3249300"/>
              <a:ext cx="265640" cy="265640"/>
              <a:chOff x="-83525" y="4333650"/>
              <a:chExt cx="539700" cy="539700"/>
            </a:xfrm>
          </p:grpSpPr>
          <p:sp>
            <p:nvSpPr>
              <p:cNvPr id="3166" name="Google Shape;3166;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7" name="Google Shape;3167;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68" name="Google Shape;3168;p111"/>
            <p:cNvGrpSpPr/>
            <p:nvPr/>
          </p:nvGrpSpPr>
          <p:grpSpPr>
            <a:xfrm>
              <a:off x="1742915" y="4515988"/>
              <a:ext cx="265640" cy="265640"/>
              <a:chOff x="-83525" y="4333650"/>
              <a:chExt cx="539700" cy="539700"/>
            </a:xfrm>
          </p:grpSpPr>
          <p:sp>
            <p:nvSpPr>
              <p:cNvPr id="3169" name="Google Shape;3169;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0" name="Google Shape;3170;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71" name="Google Shape;3171;p111"/>
            <p:cNvGrpSpPr/>
            <p:nvPr/>
          </p:nvGrpSpPr>
          <p:grpSpPr>
            <a:xfrm>
              <a:off x="598599" y="3434282"/>
              <a:ext cx="430519" cy="430519"/>
              <a:chOff x="-83525" y="4333650"/>
              <a:chExt cx="539700" cy="539700"/>
            </a:xfrm>
          </p:grpSpPr>
          <p:sp>
            <p:nvSpPr>
              <p:cNvPr id="3172" name="Google Shape;3172;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3" name="Google Shape;3173;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74" name="Google Shape;3174;p111"/>
            <p:cNvGrpSpPr/>
            <p:nvPr/>
          </p:nvGrpSpPr>
          <p:grpSpPr>
            <a:xfrm>
              <a:off x="270876" y="4297175"/>
              <a:ext cx="265640" cy="265640"/>
              <a:chOff x="-83525" y="4333650"/>
              <a:chExt cx="539700" cy="539700"/>
            </a:xfrm>
          </p:grpSpPr>
          <p:sp>
            <p:nvSpPr>
              <p:cNvPr id="3175" name="Google Shape;3175;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6" name="Google Shape;3176;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77" name="Google Shape;3177;p111"/>
            <p:cNvGrpSpPr/>
            <p:nvPr/>
          </p:nvGrpSpPr>
          <p:grpSpPr>
            <a:xfrm>
              <a:off x="6848449" y="7"/>
              <a:ext cx="430519" cy="430519"/>
              <a:chOff x="-83525" y="4333650"/>
              <a:chExt cx="539700" cy="539700"/>
            </a:xfrm>
          </p:grpSpPr>
          <p:sp>
            <p:nvSpPr>
              <p:cNvPr id="3178" name="Google Shape;3178;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9" name="Google Shape;3179;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80" name="Google Shape;3180;p111"/>
            <p:cNvGrpSpPr/>
            <p:nvPr/>
          </p:nvGrpSpPr>
          <p:grpSpPr>
            <a:xfrm>
              <a:off x="5858264" y="885875"/>
              <a:ext cx="265640" cy="265640"/>
              <a:chOff x="-83525" y="4333650"/>
              <a:chExt cx="539700" cy="539700"/>
            </a:xfrm>
          </p:grpSpPr>
          <p:sp>
            <p:nvSpPr>
              <p:cNvPr id="3181" name="Google Shape;3181;p1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2" name="Google Shape;3182;p1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183" name="Google Shape;3183;p111"/>
          <p:cNvSpPr txBox="1"/>
          <p:nvPr>
            <p:ph type="title"/>
          </p:nvPr>
        </p:nvSpPr>
        <p:spPr>
          <a:xfrm rot="-255">
            <a:off x="1287559" y="540150"/>
            <a:ext cx="4049700" cy="14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8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3184" name="Google Shape;3184;p111"/>
          <p:cNvSpPr txBox="1"/>
          <p:nvPr>
            <p:ph idx="1" type="subTitle"/>
          </p:nvPr>
        </p:nvSpPr>
        <p:spPr>
          <a:xfrm>
            <a:off x="1287638" y="1816288"/>
            <a:ext cx="4049700" cy="445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85" name="Google Shape;3185;p111"/>
          <p:cNvSpPr txBox="1"/>
          <p:nvPr>
            <p:ph idx="2" type="title"/>
          </p:nvPr>
        </p:nvSpPr>
        <p:spPr>
          <a:xfrm>
            <a:off x="3806688" y="2844700"/>
            <a:ext cx="4049700" cy="142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8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3186" name="Google Shape;3186;p111"/>
          <p:cNvSpPr txBox="1"/>
          <p:nvPr>
            <p:ph idx="3" type="subTitle"/>
          </p:nvPr>
        </p:nvSpPr>
        <p:spPr>
          <a:xfrm>
            <a:off x="3806663" y="4158288"/>
            <a:ext cx="4049700" cy="445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AND_TWO_COLUMNS_1">
    <p:spTree>
      <p:nvGrpSpPr>
        <p:cNvPr id="3187" name="Shape 3187"/>
        <p:cNvGrpSpPr/>
        <p:nvPr/>
      </p:nvGrpSpPr>
      <p:grpSpPr>
        <a:xfrm>
          <a:off x="0" y="0"/>
          <a:ext cx="0" cy="0"/>
          <a:chOff x="0" y="0"/>
          <a:chExt cx="0" cy="0"/>
        </a:xfrm>
      </p:grpSpPr>
      <p:grpSp>
        <p:nvGrpSpPr>
          <p:cNvPr id="3188" name="Google Shape;3188;p112"/>
          <p:cNvGrpSpPr/>
          <p:nvPr/>
        </p:nvGrpSpPr>
        <p:grpSpPr>
          <a:xfrm>
            <a:off x="0" y="0"/>
            <a:ext cx="9144000" cy="5143500"/>
            <a:chOff x="0" y="0"/>
            <a:chExt cx="9144000" cy="5143500"/>
          </a:xfrm>
        </p:grpSpPr>
        <p:sp>
          <p:nvSpPr>
            <p:cNvPr id="3189" name="Google Shape;3189;p112"/>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0" name="Google Shape;3190;p112"/>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91" name="Google Shape;3191;p112"/>
          <p:cNvGrpSpPr/>
          <p:nvPr/>
        </p:nvGrpSpPr>
        <p:grpSpPr>
          <a:xfrm>
            <a:off x="-57340" y="-86000"/>
            <a:ext cx="9209740" cy="5293875"/>
            <a:chOff x="-57340" y="-86000"/>
            <a:chExt cx="9209740" cy="5293875"/>
          </a:xfrm>
        </p:grpSpPr>
        <p:cxnSp>
          <p:nvCxnSpPr>
            <p:cNvPr id="3192" name="Google Shape;3192;p112"/>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3193" name="Google Shape;3193;p112"/>
            <p:cNvCxnSpPr/>
            <p:nvPr/>
          </p:nvCxnSpPr>
          <p:spPr>
            <a:xfrm>
              <a:off x="2100" y="224950"/>
              <a:ext cx="9150300" cy="168300"/>
            </a:xfrm>
            <a:prstGeom prst="straightConnector1">
              <a:avLst/>
            </a:prstGeom>
            <a:noFill/>
            <a:ln cap="rnd" cmpd="sng" w="9525">
              <a:solidFill>
                <a:schemeClr val="accent4"/>
              </a:solidFill>
              <a:prstDash val="solid"/>
              <a:round/>
              <a:headEnd len="sm" w="sm" type="none"/>
              <a:tailEnd len="sm" w="sm" type="none"/>
            </a:ln>
          </p:spPr>
        </p:cxnSp>
        <p:cxnSp>
          <p:nvCxnSpPr>
            <p:cNvPr id="3194" name="Google Shape;3194;p112"/>
            <p:cNvCxnSpPr/>
            <p:nvPr/>
          </p:nvCxnSpPr>
          <p:spPr>
            <a:xfrm>
              <a:off x="7997725" y="-37700"/>
              <a:ext cx="1153800" cy="3187200"/>
            </a:xfrm>
            <a:prstGeom prst="straightConnector1">
              <a:avLst/>
            </a:prstGeom>
            <a:noFill/>
            <a:ln cap="rnd" cmpd="sng" w="9525">
              <a:solidFill>
                <a:schemeClr val="accent4"/>
              </a:solidFill>
              <a:prstDash val="solid"/>
              <a:round/>
              <a:headEnd len="sm" w="sm" type="none"/>
              <a:tailEnd len="sm" w="sm" type="none"/>
            </a:ln>
          </p:spPr>
        </p:cxnSp>
        <p:cxnSp>
          <p:nvCxnSpPr>
            <p:cNvPr id="3195" name="Google Shape;3195;p112"/>
            <p:cNvCxnSpPr/>
            <p:nvPr/>
          </p:nvCxnSpPr>
          <p:spPr>
            <a:xfrm>
              <a:off x="-11075" y="1777375"/>
              <a:ext cx="1284900" cy="3430500"/>
            </a:xfrm>
            <a:prstGeom prst="straightConnector1">
              <a:avLst/>
            </a:prstGeom>
            <a:noFill/>
            <a:ln cap="rnd" cmpd="sng" w="9525">
              <a:solidFill>
                <a:schemeClr val="accent4"/>
              </a:solidFill>
              <a:prstDash val="solid"/>
              <a:round/>
              <a:headEnd len="sm" w="sm" type="none"/>
              <a:tailEnd len="sm" w="sm" type="none"/>
            </a:ln>
          </p:spPr>
        </p:cxnSp>
        <p:cxnSp>
          <p:nvCxnSpPr>
            <p:cNvPr id="3196" name="Google Shape;3196;p112"/>
            <p:cNvCxnSpPr/>
            <p:nvPr/>
          </p:nvCxnSpPr>
          <p:spPr>
            <a:xfrm>
              <a:off x="-30475" y="4227975"/>
              <a:ext cx="3823500" cy="929400"/>
            </a:xfrm>
            <a:prstGeom prst="straightConnector1">
              <a:avLst/>
            </a:prstGeom>
            <a:noFill/>
            <a:ln cap="rnd" cmpd="sng" w="9525">
              <a:solidFill>
                <a:schemeClr val="accent4"/>
              </a:solidFill>
              <a:prstDash val="solid"/>
              <a:round/>
              <a:headEnd len="sm" w="sm" type="none"/>
              <a:tailEnd len="sm" w="sm" type="none"/>
            </a:ln>
          </p:spPr>
        </p:cxnSp>
        <p:grpSp>
          <p:nvGrpSpPr>
            <p:cNvPr id="3197" name="Google Shape;3197;p112"/>
            <p:cNvGrpSpPr/>
            <p:nvPr/>
          </p:nvGrpSpPr>
          <p:grpSpPr>
            <a:xfrm>
              <a:off x="525404" y="45405"/>
              <a:ext cx="389178" cy="389178"/>
              <a:chOff x="-83525" y="4333650"/>
              <a:chExt cx="539700" cy="539700"/>
            </a:xfrm>
          </p:grpSpPr>
          <p:sp>
            <p:nvSpPr>
              <p:cNvPr id="3198" name="Google Shape;3198;p11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9" name="Google Shape;3199;p11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00" name="Google Shape;3200;p112"/>
            <p:cNvGrpSpPr/>
            <p:nvPr/>
          </p:nvGrpSpPr>
          <p:grpSpPr>
            <a:xfrm>
              <a:off x="7894902" y="126996"/>
              <a:ext cx="482600" cy="482600"/>
              <a:chOff x="-83525" y="4333650"/>
              <a:chExt cx="539700" cy="539700"/>
            </a:xfrm>
          </p:grpSpPr>
          <p:sp>
            <p:nvSpPr>
              <p:cNvPr id="3201" name="Google Shape;3201;p11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2" name="Google Shape;3202;p11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03" name="Google Shape;3203;p112"/>
            <p:cNvGrpSpPr/>
            <p:nvPr/>
          </p:nvGrpSpPr>
          <p:grpSpPr>
            <a:xfrm>
              <a:off x="8668547" y="2101237"/>
              <a:ext cx="344976" cy="344976"/>
              <a:chOff x="-83525" y="4333650"/>
              <a:chExt cx="539700" cy="539700"/>
            </a:xfrm>
          </p:grpSpPr>
          <p:sp>
            <p:nvSpPr>
              <p:cNvPr id="3204" name="Google Shape;3204;p11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5" name="Google Shape;3205;p11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06" name="Google Shape;3206;p112"/>
            <p:cNvGrpSpPr/>
            <p:nvPr/>
          </p:nvGrpSpPr>
          <p:grpSpPr>
            <a:xfrm>
              <a:off x="758689" y="4234209"/>
              <a:ext cx="482600" cy="482600"/>
              <a:chOff x="-83525" y="4333650"/>
              <a:chExt cx="539700" cy="539700"/>
            </a:xfrm>
          </p:grpSpPr>
          <p:sp>
            <p:nvSpPr>
              <p:cNvPr id="3207" name="Google Shape;3207;p11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8" name="Google Shape;3208;p11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09" name="Google Shape;3209;p112"/>
            <p:cNvGrpSpPr/>
            <p:nvPr/>
          </p:nvGrpSpPr>
          <p:grpSpPr>
            <a:xfrm>
              <a:off x="-57340" y="1926600"/>
              <a:ext cx="344976" cy="344976"/>
              <a:chOff x="-83525" y="4333650"/>
              <a:chExt cx="539700" cy="539700"/>
            </a:xfrm>
          </p:grpSpPr>
          <p:sp>
            <p:nvSpPr>
              <p:cNvPr id="3210" name="Google Shape;3210;p11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1" name="Google Shape;3211;p11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212" name="Google Shape;3212;p112"/>
          <p:cNvSpPr txBox="1"/>
          <p:nvPr>
            <p:ph idx="1" type="subTitle"/>
          </p:nvPr>
        </p:nvSpPr>
        <p:spPr>
          <a:xfrm>
            <a:off x="720000" y="2996988"/>
            <a:ext cx="2239500" cy="78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213" name="Google Shape;3213;p112"/>
          <p:cNvSpPr txBox="1"/>
          <p:nvPr>
            <p:ph idx="2" type="subTitle"/>
          </p:nvPr>
        </p:nvSpPr>
        <p:spPr>
          <a:xfrm>
            <a:off x="6212450" y="2996988"/>
            <a:ext cx="2239500" cy="78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214" name="Google Shape;3214;p112"/>
          <p:cNvSpPr txBox="1"/>
          <p:nvPr>
            <p:ph type="title"/>
          </p:nvPr>
        </p:nvSpPr>
        <p:spPr>
          <a:xfrm>
            <a:off x="720000" y="2031948"/>
            <a:ext cx="2239500" cy="1113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solidFill>
                  <a:schemeClr val="accent4"/>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3215" name="Google Shape;3215;p112"/>
          <p:cNvSpPr txBox="1"/>
          <p:nvPr>
            <p:ph idx="3" type="title"/>
          </p:nvPr>
        </p:nvSpPr>
        <p:spPr>
          <a:xfrm>
            <a:off x="6212450" y="2031948"/>
            <a:ext cx="2239500" cy="1113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3216" name="Google Shape;3216;p112"/>
          <p:cNvSpPr txBox="1"/>
          <p:nvPr>
            <p:ph idx="4"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3217" name="Shape 3217"/>
        <p:cNvGrpSpPr/>
        <p:nvPr/>
      </p:nvGrpSpPr>
      <p:grpSpPr>
        <a:xfrm>
          <a:off x="0" y="0"/>
          <a:ext cx="0" cy="0"/>
          <a:chOff x="0" y="0"/>
          <a:chExt cx="0" cy="0"/>
        </a:xfrm>
      </p:grpSpPr>
      <p:grpSp>
        <p:nvGrpSpPr>
          <p:cNvPr id="3218" name="Google Shape;3218;p113"/>
          <p:cNvGrpSpPr/>
          <p:nvPr/>
        </p:nvGrpSpPr>
        <p:grpSpPr>
          <a:xfrm>
            <a:off x="0" y="0"/>
            <a:ext cx="9144000" cy="5143500"/>
            <a:chOff x="0" y="0"/>
            <a:chExt cx="9144000" cy="5143500"/>
          </a:xfrm>
        </p:grpSpPr>
        <p:sp>
          <p:nvSpPr>
            <p:cNvPr id="3219" name="Google Shape;3219;p113"/>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0" name="Google Shape;3220;p113"/>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21" name="Google Shape;3221;p113"/>
          <p:cNvSpPr txBox="1"/>
          <p:nvPr/>
        </p:nvSpPr>
        <p:spPr>
          <a:xfrm>
            <a:off x="3925025" y="3203013"/>
            <a:ext cx="3216600" cy="70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100"/>
              <a:buFont typeface="Arial"/>
              <a:buNone/>
            </a:pPr>
            <a:r>
              <a:rPr b="1" i="0" lang="it-IT" sz="1100" u="none" cap="none" strike="noStrike">
                <a:solidFill>
                  <a:schemeClr val="accent4"/>
                </a:solidFill>
                <a:latin typeface="Overpass"/>
                <a:ea typeface="Overpass"/>
                <a:cs typeface="Overpass"/>
                <a:sym typeface="Overpass"/>
              </a:rPr>
              <a:t>CREDITS:</a:t>
            </a:r>
            <a:r>
              <a:rPr b="0" i="0" lang="it-IT" sz="1100" u="none" cap="none" strike="noStrike">
                <a:solidFill>
                  <a:schemeClr val="accent4"/>
                </a:solidFill>
                <a:latin typeface="Overpass"/>
                <a:ea typeface="Overpass"/>
                <a:cs typeface="Overpass"/>
                <a:sym typeface="Overpass"/>
              </a:rPr>
              <a:t> </a:t>
            </a:r>
            <a:r>
              <a:rPr b="0" i="0" lang="it-IT" sz="1100" u="none" cap="none" strike="noStrike">
                <a:solidFill>
                  <a:schemeClr val="lt1"/>
                </a:solidFill>
                <a:latin typeface="Overpass"/>
                <a:ea typeface="Overpass"/>
                <a:cs typeface="Overpass"/>
                <a:sym typeface="Overpass"/>
              </a:rPr>
              <a:t>This presentation template was created by </a:t>
            </a:r>
            <a:r>
              <a:rPr b="1" i="0" lang="it-IT" sz="1100" u="none" cap="none" strike="noStrike">
                <a:solidFill>
                  <a:schemeClr val="hlink"/>
                </a:solidFill>
                <a:uFill>
                  <a:noFill/>
                </a:uFill>
                <a:latin typeface="Overpass"/>
                <a:ea typeface="Overpass"/>
                <a:cs typeface="Overpass"/>
                <a:sym typeface="Overpass"/>
                <a:hlinkClick r:id="rId2"/>
              </a:rPr>
              <a:t>Slidesgo</a:t>
            </a:r>
            <a:r>
              <a:rPr b="1" i="0" lang="it-IT" sz="1100" u="none" cap="none" strike="noStrike">
                <a:solidFill>
                  <a:schemeClr val="accent4"/>
                </a:solidFill>
                <a:latin typeface="Overpass"/>
                <a:ea typeface="Overpass"/>
                <a:cs typeface="Overpass"/>
                <a:sym typeface="Overpass"/>
              </a:rPr>
              <a:t>,</a:t>
            </a:r>
            <a:r>
              <a:rPr b="0" i="0" lang="it-IT" sz="1100" u="none" cap="none" strike="noStrike">
                <a:solidFill>
                  <a:schemeClr val="lt1"/>
                </a:solidFill>
                <a:latin typeface="Overpass"/>
                <a:ea typeface="Overpass"/>
                <a:cs typeface="Overpass"/>
                <a:sym typeface="Overpass"/>
              </a:rPr>
              <a:t> including icons by </a:t>
            </a:r>
            <a:r>
              <a:rPr b="1" i="0" lang="it-IT" sz="1100" u="none" cap="none" strike="noStrike">
                <a:solidFill>
                  <a:schemeClr val="hlink"/>
                </a:solidFill>
                <a:uFill>
                  <a:noFill/>
                </a:uFill>
                <a:latin typeface="Overpass"/>
                <a:ea typeface="Overpass"/>
                <a:cs typeface="Overpass"/>
                <a:sym typeface="Overpass"/>
                <a:hlinkClick r:id="rId3"/>
              </a:rPr>
              <a:t>Flaticon</a:t>
            </a:r>
            <a:r>
              <a:rPr b="1" i="0" lang="it-IT" sz="1100" u="none" cap="none" strike="noStrike">
                <a:solidFill>
                  <a:schemeClr val="accent4"/>
                </a:solidFill>
                <a:latin typeface="Overpass"/>
                <a:ea typeface="Overpass"/>
                <a:cs typeface="Overpass"/>
                <a:sym typeface="Overpass"/>
              </a:rPr>
              <a:t>,</a:t>
            </a:r>
            <a:r>
              <a:rPr b="0" i="0" lang="it-IT" sz="1100" u="none" cap="none" strike="noStrike">
                <a:solidFill>
                  <a:schemeClr val="lt1"/>
                </a:solidFill>
                <a:latin typeface="Overpass"/>
                <a:ea typeface="Overpass"/>
                <a:cs typeface="Overpass"/>
                <a:sym typeface="Overpass"/>
              </a:rPr>
              <a:t> and infographics &amp; images by </a:t>
            </a:r>
            <a:r>
              <a:rPr b="1" i="0" lang="it-IT" sz="1100" u="none" cap="none" strike="noStrike">
                <a:solidFill>
                  <a:schemeClr val="hlink"/>
                </a:solidFill>
                <a:uFill>
                  <a:noFill/>
                </a:uFill>
                <a:latin typeface="Overpass"/>
                <a:ea typeface="Overpass"/>
                <a:cs typeface="Overpass"/>
                <a:sym typeface="Overpass"/>
                <a:hlinkClick r:id="rId4"/>
              </a:rPr>
              <a:t>Freepik</a:t>
            </a:r>
            <a:endParaRPr b="1" i="0" sz="1100" u="none" cap="none" strike="noStrike">
              <a:solidFill>
                <a:schemeClr val="accent4"/>
              </a:solidFill>
              <a:latin typeface="Overpass"/>
              <a:ea typeface="Overpass"/>
              <a:cs typeface="Overpass"/>
              <a:sym typeface="Overpass"/>
            </a:endParaRPr>
          </a:p>
        </p:txBody>
      </p:sp>
      <p:grpSp>
        <p:nvGrpSpPr>
          <p:cNvPr id="3222" name="Google Shape;3222;p113"/>
          <p:cNvGrpSpPr/>
          <p:nvPr/>
        </p:nvGrpSpPr>
        <p:grpSpPr>
          <a:xfrm>
            <a:off x="-198425" y="-124600"/>
            <a:ext cx="9393725" cy="5424592"/>
            <a:chOff x="-198425" y="-124600"/>
            <a:chExt cx="9393725" cy="5424592"/>
          </a:xfrm>
        </p:grpSpPr>
        <p:cxnSp>
          <p:nvCxnSpPr>
            <p:cNvPr id="3223" name="Google Shape;3223;p113"/>
            <p:cNvCxnSpPr/>
            <p:nvPr/>
          </p:nvCxnSpPr>
          <p:spPr>
            <a:xfrm>
              <a:off x="3506700" y="-28150"/>
              <a:ext cx="5688600" cy="327600"/>
            </a:xfrm>
            <a:prstGeom prst="straightConnector1">
              <a:avLst/>
            </a:prstGeom>
            <a:noFill/>
            <a:ln cap="rnd" cmpd="sng" w="9525">
              <a:solidFill>
                <a:schemeClr val="accent4"/>
              </a:solidFill>
              <a:prstDash val="solid"/>
              <a:round/>
              <a:headEnd len="sm" w="sm" type="none"/>
              <a:tailEnd len="sm" w="sm" type="none"/>
            </a:ln>
          </p:spPr>
        </p:cxnSp>
        <p:cxnSp>
          <p:nvCxnSpPr>
            <p:cNvPr id="3224" name="Google Shape;3224;p113"/>
            <p:cNvCxnSpPr/>
            <p:nvPr/>
          </p:nvCxnSpPr>
          <p:spPr>
            <a:xfrm>
              <a:off x="8609300" y="-124600"/>
              <a:ext cx="526800" cy="2563800"/>
            </a:xfrm>
            <a:prstGeom prst="straightConnector1">
              <a:avLst/>
            </a:prstGeom>
            <a:noFill/>
            <a:ln cap="rnd" cmpd="sng" w="9525">
              <a:solidFill>
                <a:schemeClr val="accent4"/>
              </a:solidFill>
              <a:prstDash val="solid"/>
              <a:round/>
              <a:headEnd len="sm" w="sm" type="none"/>
              <a:tailEnd len="sm" w="sm" type="none"/>
            </a:ln>
          </p:spPr>
        </p:cxnSp>
        <p:cxnSp>
          <p:nvCxnSpPr>
            <p:cNvPr id="3225" name="Google Shape;3225;p113"/>
            <p:cNvCxnSpPr/>
            <p:nvPr/>
          </p:nvCxnSpPr>
          <p:spPr>
            <a:xfrm flipH="1" rot="10800000">
              <a:off x="2703925" y="4662700"/>
              <a:ext cx="957600" cy="552600"/>
            </a:xfrm>
            <a:prstGeom prst="straightConnector1">
              <a:avLst/>
            </a:prstGeom>
            <a:noFill/>
            <a:ln cap="rnd" cmpd="sng" w="9525">
              <a:solidFill>
                <a:schemeClr val="accent4"/>
              </a:solidFill>
              <a:prstDash val="solid"/>
              <a:round/>
              <a:headEnd len="sm" w="sm" type="none"/>
              <a:tailEnd len="sm" w="sm" type="none"/>
            </a:ln>
          </p:spPr>
        </p:cxnSp>
        <p:cxnSp>
          <p:nvCxnSpPr>
            <p:cNvPr id="3226" name="Google Shape;3226;p113"/>
            <p:cNvCxnSpPr/>
            <p:nvPr/>
          </p:nvCxnSpPr>
          <p:spPr>
            <a:xfrm>
              <a:off x="3173025" y="4643400"/>
              <a:ext cx="2210400" cy="546300"/>
            </a:xfrm>
            <a:prstGeom prst="straightConnector1">
              <a:avLst/>
            </a:prstGeom>
            <a:noFill/>
            <a:ln cap="rnd" cmpd="sng" w="9525">
              <a:solidFill>
                <a:schemeClr val="accent4"/>
              </a:solidFill>
              <a:prstDash val="solid"/>
              <a:round/>
              <a:headEnd len="sm" w="sm" type="none"/>
              <a:tailEnd len="sm" w="sm" type="none"/>
            </a:ln>
          </p:spPr>
        </p:cxnSp>
        <p:cxnSp>
          <p:nvCxnSpPr>
            <p:cNvPr id="3227" name="Google Shape;3227;p113"/>
            <p:cNvCxnSpPr/>
            <p:nvPr/>
          </p:nvCxnSpPr>
          <p:spPr>
            <a:xfrm flipH="1" rot="10800000">
              <a:off x="4141900" y="4849025"/>
              <a:ext cx="5044200" cy="122100"/>
            </a:xfrm>
            <a:prstGeom prst="straightConnector1">
              <a:avLst/>
            </a:prstGeom>
            <a:noFill/>
            <a:ln cap="rnd" cmpd="sng" w="9525">
              <a:solidFill>
                <a:schemeClr val="accent4"/>
              </a:solidFill>
              <a:prstDash val="solid"/>
              <a:round/>
              <a:headEnd len="sm" w="sm" type="none"/>
              <a:tailEnd len="sm" w="sm" type="none"/>
            </a:ln>
          </p:spPr>
        </p:cxnSp>
        <p:cxnSp>
          <p:nvCxnSpPr>
            <p:cNvPr id="3228" name="Google Shape;3228;p113"/>
            <p:cNvCxnSpPr/>
            <p:nvPr/>
          </p:nvCxnSpPr>
          <p:spPr>
            <a:xfrm>
              <a:off x="-198425" y="2876200"/>
              <a:ext cx="796800" cy="2339100"/>
            </a:xfrm>
            <a:prstGeom prst="straightConnector1">
              <a:avLst/>
            </a:prstGeom>
            <a:noFill/>
            <a:ln cap="rnd" cmpd="sng" w="9525">
              <a:solidFill>
                <a:schemeClr val="accent4"/>
              </a:solidFill>
              <a:prstDash val="solid"/>
              <a:round/>
              <a:headEnd len="sm" w="sm" type="none"/>
              <a:tailEnd len="sm" w="sm" type="none"/>
            </a:ln>
          </p:spPr>
        </p:cxnSp>
        <p:cxnSp>
          <p:nvCxnSpPr>
            <p:cNvPr id="3229" name="Google Shape;3229;p113"/>
            <p:cNvCxnSpPr/>
            <p:nvPr/>
          </p:nvCxnSpPr>
          <p:spPr>
            <a:xfrm flipH="1">
              <a:off x="-146900" y="3737350"/>
              <a:ext cx="526800" cy="809700"/>
            </a:xfrm>
            <a:prstGeom prst="straightConnector1">
              <a:avLst/>
            </a:prstGeom>
            <a:noFill/>
            <a:ln cap="rnd" cmpd="sng" w="9525">
              <a:solidFill>
                <a:schemeClr val="accent4"/>
              </a:solidFill>
              <a:prstDash val="solid"/>
              <a:round/>
              <a:headEnd len="sm" w="sm" type="none"/>
              <a:tailEnd len="sm" w="sm" type="none"/>
            </a:ln>
          </p:spPr>
        </p:cxnSp>
        <p:grpSp>
          <p:nvGrpSpPr>
            <p:cNvPr id="3230" name="Google Shape;3230;p113"/>
            <p:cNvGrpSpPr/>
            <p:nvPr/>
          </p:nvGrpSpPr>
          <p:grpSpPr>
            <a:xfrm>
              <a:off x="-165624" y="3659499"/>
              <a:ext cx="718341" cy="718341"/>
              <a:chOff x="-83525" y="4333650"/>
              <a:chExt cx="539700" cy="539700"/>
            </a:xfrm>
          </p:grpSpPr>
          <p:sp>
            <p:nvSpPr>
              <p:cNvPr id="3231" name="Google Shape;3231;p11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2" name="Google Shape;3232;p11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33" name="Google Shape;3233;p113"/>
            <p:cNvGrpSpPr/>
            <p:nvPr/>
          </p:nvGrpSpPr>
          <p:grpSpPr>
            <a:xfrm>
              <a:off x="3322345" y="4509447"/>
              <a:ext cx="419725" cy="419725"/>
              <a:chOff x="-83525" y="4333650"/>
              <a:chExt cx="539700" cy="539700"/>
            </a:xfrm>
          </p:grpSpPr>
          <p:sp>
            <p:nvSpPr>
              <p:cNvPr id="3234" name="Google Shape;3234;p11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5" name="Google Shape;3235;p11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36" name="Google Shape;3236;p113"/>
            <p:cNvGrpSpPr/>
            <p:nvPr/>
          </p:nvGrpSpPr>
          <p:grpSpPr>
            <a:xfrm>
              <a:off x="8475894" y="68865"/>
              <a:ext cx="419725" cy="419725"/>
              <a:chOff x="-83525" y="4333650"/>
              <a:chExt cx="539700" cy="539700"/>
            </a:xfrm>
          </p:grpSpPr>
          <p:sp>
            <p:nvSpPr>
              <p:cNvPr id="3237" name="Google Shape;3237;p11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8" name="Google Shape;3238;p11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39" name="Google Shape;3239;p113"/>
            <p:cNvGrpSpPr/>
            <p:nvPr/>
          </p:nvGrpSpPr>
          <p:grpSpPr>
            <a:xfrm>
              <a:off x="4154182" y="4629037"/>
              <a:ext cx="670955" cy="670955"/>
              <a:chOff x="-83525" y="4333650"/>
              <a:chExt cx="539700" cy="539700"/>
            </a:xfrm>
          </p:grpSpPr>
          <p:sp>
            <p:nvSpPr>
              <p:cNvPr id="3240" name="Google Shape;3240;p11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1" name="Google Shape;3241;p11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242" name="Google Shape;3242;p113"/>
          <p:cNvSpPr txBox="1"/>
          <p:nvPr>
            <p:ph type="ctrTitle"/>
          </p:nvPr>
        </p:nvSpPr>
        <p:spPr>
          <a:xfrm>
            <a:off x="3498300" y="705863"/>
            <a:ext cx="4070100" cy="1165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65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243" name="Google Shape;3243;p113"/>
          <p:cNvSpPr txBox="1"/>
          <p:nvPr>
            <p:ph idx="1" type="subTitle"/>
          </p:nvPr>
        </p:nvSpPr>
        <p:spPr>
          <a:xfrm>
            <a:off x="3924975" y="1898032"/>
            <a:ext cx="3216600" cy="1227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244" name="Google Shape;3244;p113"/>
          <p:cNvSpPr txBox="1"/>
          <p:nvPr>
            <p:ph idx="2" type="subTitle"/>
          </p:nvPr>
        </p:nvSpPr>
        <p:spPr>
          <a:xfrm rot="-962">
            <a:off x="3924916" y="4018388"/>
            <a:ext cx="3216600" cy="41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100"/>
              <a:buNone/>
              <a:defRPr/>
            </a:lvl1pPr>
            <a:lvl2pPr lvl="1" algn="ctr">
              <a:lnSpc>
                <a:spcPct val="100000"/>
              </a:lnSpc>
              <a:spcBef>
                <a:spcPts val="0"/>
              </a:spcBef>
              <a:spcAft>
                <a:spcPts val="0"/>
              </a:spcAft>
              <a:buClr>
                <a:schemeClr val="dk1"/>
              </a:buClr>
              <a:buSzPts val="1100"/>
              <a:buNone/>
              <a:defRPr sz="1100">
                <a:solidFill>
                  <a:schemeClr val="dk1"/>
                </a:solidFill>
              </a:defRPr>
            </a:lvl2pPr>
            <a:lvl3pPr lvl="2" algn="ctr">
              <a:lnSpc>
                <a:spcPct val="100000"/>
              </a:lnSpc>
              <a:spcBef>
                <a:spcPts val="0"/>
              </a:spcBef>
              <a:spcAft>
                <a:spcPts val="0"/>
              </a:spcAft>
              <a:buClr>
                <a:schemeClr val="dk1"/>
              </a:buClr>
              <a:buSzPts val="1100"/>
              <a:buNone/>
              <a:defRPr sz="1100">
                <a:solidFill>
                  <a:schemeClr val="dk1"/>
                </a:solidFill>
              </a:defRPr>
            </a:lvl3pPr>
            <a:lvl4pPr lvl="3" algn="ctr">
              <a:lnSpc>
                <a:spcPct val="100000"/>
              </a:lnSpc>
              <a:spcBef>
                <a:spcPts val="0"/>
              </a:spcBef>
              <a:spcAft>
                <a:spcPts val="0"/>
              </a:spcAft>
              <a:buClr>
                <a:schemeClr val="dk1"/>
              </a:buClr>
              <a:buSzPts val="1100"/>
              <a:buNone/>
              <a:defRPr sz="1100">
                <a:solidFill>
                  <a:schemeClr val="dk1"/>
                </a:solidFill>
              </a:defRPr>
            </a:lvl4pPr>
            <a:lvl5pPr lvl="4" algn="ctr">
              <a:lnSpc>
                <a:spcPct val="100000"/>
              </a:lnSpc>
              <a:spcBef>
                <a:spcPts val="0"/>
              </a:spcBef>
              <a:spcAft>
                <a:spcPts val="0"/>
              </a:spcAft>
              <a:buClr>
                <a:schemeClr val="dk1"/>
              </a:buClr>
              <a:buSzPts val="1100"/>
              <a:buNone/>
              <a:defRPr sz="1100">
                <a:solidFill>
                  <a:schemeClr val="dk1"/>
                </a:solidFill>
              </a:defRPr>
            </a:lvl5pPr>
            <a:lvl6pPr lvl="5" algn="ctr">
              <a:lnSpc>
                <a:spcPct val="100000"/>
              </a:lnSpc>
              <a:spcBef>
                <a:spcPts val="0"/>
              </a:spcBef>
              <a:spcAft>
                <a:spcPts val="0"/>
              </a:spcAft>
              <a:buClr>
                <a:schemeClr val="dk1"/>
              </a:buClr>
              <a:buSzPts val="1100"/>
              <a:buNone/>
              <a:defRPr sz="1100">
                <a:solidFill>
                  <a:schemeClr val="dk1"/>
                </a:solidFill>
              </a:defRPr>
            </a:lvl6pPr>
            <a:lvl7pPr lvl="6" algn="ctr">
              <a:lnSpc>
                <a:spcPct val="100000"/>
              </a:lnSpc>
              <a:spcBef>
                <a:spcPts val="0"/>
              </a:spcBef>
              <a:spcAft>
                <a:spcPts val="0"/>
              </a:spcAft>
              <a:buClr>
                <a:schemeClr val="dk1"/>
              </a:buClr>
              <a:buSzPts val="1100"/>
              <a:buNone/>
              <a:defRPr sz="1100">
                <a:solidFill>
                  <a:schemeClr val="dk1"/>
                </a:solidFill>
              </a:defRPr>
            </a:lvl7pPr>
            <a:lvl8pPr lvl="7" algn="ctr">
              <a:lnSpc>
                <a:spcPct val="100000"/>
              </a:lnSpc>
              <a:spcBef>
                <a:spcPts val="0"/>
              </a:spcBef>
              <a:spcAft>
                <a:spcPts val="0"/>
              </a:spcAft>
              <a:buClr>
                <a:schemeClr val="dk1"/>
              </a:buClr>
              <a:buSzPts val="1100"/>
              <a:buNone/>
              <a:defRPr sz="1100">
                <a:solidFill>
                  <a:schemeClr val="dk1"/>
                </a:solidFill>
              </a:defRPr>
            </a:lvl8pPr>
            <a:lvl9pPr lvl="8" algn="ctr">
              <a:lnSpc>
                <a:spcPct val="100000"/>
              </a:lnSpc>
              <a:spcBef>
                <a:spcPts val="0"/>
              </a:spcBef>
              <a:spcAft>
                <a:spcPts val="0"/>
              </a:spcAft>
              <a:buClr>
                <a:schemeClr val="dk1"/>
              </a:buClr>
              <a:buSzPts val="1100"/>
              <a:buNone/>
              <a:defRPr sz="1100">
                <a:solidFill>
                  <a:schemeClr val="dk1"/>
                </a:solidFill>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3245" name="Shape 3245"/>
        <p:cNvGrpSpPr/>
        <p:nvPr/>
      </p:nvGrpSpPr>
      <p:grpSpPr>
        <a:xfrm>
          <a:off x="0" y="0"/>
          <a:ext cx="0" cy="0"/>
          <a:chOff x="0" y="0"/>
          <a:chExt cx="0" cy="0"/>
        </a:xfrm>
      </p:grpSpPr>
      <p:sp>
        <p:nvSpPr>
          <p:cNvPr id="3246" name="Google Shape;3246;p114"/>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2_1_1_2">
    <p:spTree>
      <p:nvGrpSpPr>
        <p:cNvPr id="3247" name="Shape 3247"/>
        <p:cNvGrpSpPr/>
        <p:nvPr/>
      </p:nvGrpSpPr>
      <p:grpSpPr>
        <a:xfrm>
          <a:off x="0" y="0"/>
          <a:ext cx="0" cy="0"/>
          <a:chOff x="0" y="0"/>
          <a:chExt cx="0" cy="0"/>
        </a:xfrm>
      </p:grpSpPr>
      <p:grpSp>
        <p:nvGrpSpPr>
          <p:cNvPr id="3248" name="Google Shape;3248;p115"/>
          <p:cNvGrpSpPr/>
          <p:nvPr/>
        </p:nvGrpSpPr>
        <p:grpSpPr>
          <a:xfrm>
            <a:off x="0" y="0"/>
            <a:ext cx="9144000" cy="5143500"/>
            <a:chOff x="0" y="0"/>
            <a:chExt cx="9144000" cy="5143500"/>
          </a:xfrm>
        </p:grpSpPr>
        <p:sp>
          <p:nvSpPr>
            <p:cNvPr id="3249" name="Google Shape;3249;p115"/>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0" name="Google Shape;3250;p115"/>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51" name="Google Shape;3251;p115"/>
          <p:cNvGrpSpPr/>
          <p:nvPr/>
        </p:nvGrpSpPr>
        <p:grpSpPr>
          <a:xfrm>
            <a:off x="-211800" y="-216925"/>
            <a:ext cx="9518250" cy="5601275"/>
            <a:chOff x="-211800" y="-216925"/>
            <a:chExt cx="9518250" cy="5601275"/>
          </a:xfrm>
        </p:grpSpPr>
        <p:cxnSp>
          <p:nvCxnSpPr>
            <p:cNvPr id="3252" name="Google Shape;3252;p115"/>
            <p:cNvCxnSpPr/>
            <p:nvPr/>
          </p:nvCxnSpPr>
          <p:spPr>
            <a:xfrm>
              <a:off x="7116875" y="-52250"/>
              <a:ext cx="2033400" cy="1636200"/>
            </a:xfrm>
            <a:prstGeom prst="straightConnector1">
              <a:avLst/>
            </a:prstGeom>
            <a:noFill/>
            <a:ln cap="rnd" cmpd="sng" w="9525">
              <a:solidFill>
                <a:schemeClr val="accent4"/>
              </a:solidFill>
              <a:prstDash val="solid"/>
              <a:round/>
              <a:headEnd len="sm" w="sm" type="none"/>
              <a:tailEnd len="sm" w="sm" type="none"/>
            </a:ln>
          </p:spPr>
        </p:cxnSp>
        <p:grpSp>
          <p:nvGrpSpPr>
            <p:cNvPr id="3253" name="Google Shape;3253;p115"/>
            <p:cNvGrpSpPr/>
            <p:nvPr/>
          </p:nvGrpSpPr>
          <p:grpSpPr>
            <a:xfrm>
              <a:off x="263431" y="690170"/>
              <a:ext cx="334182" cy="334182"/>
              <a:chOff x="-83525" y="4333650"/>
              <a:chExt cx="539700" cy="539700"/>
            </a:xfrm>
          </p:grpSpPr>
          <p:sp>
            <p:nvSpPr>
              <p:cNvPr id="3254" name="Google Shape;3254;p1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5" name="Google Shape;3255;p1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256" name="Google Shape;3256;p115"/>
            <p:cNvCxnSpPr/>
            <p:nvPr/>
          </p:nvCxnSpPr>
          <p:spPr>
            <a:xfrm>
              <a:off x="7852875" y="-77200"/>
              <a:ext cx="1291200" cy="3935700"/>
            </a:xfrm>
            <a:prstGeom prst="straightConnector1">
              <a:avLst/>
            </a:prstGeom>
            <a:noFill/>
            <a:ln cap="rnd" cmpd="sng" w="9525">
              <a:solidFill>
                <a:schemeClr val="accent4"/>
              </a:solidFill>
              <a:prstDash val="solid"/>
              <a:round/>
              <a:headEnd len="sm" w="sm" type="none"/>
              <a:tailEnd len="sm" w="sm" type="none"/>
            </a:ln>
          </p:spPr>
        </p:cxnSp>
        <p:cxnSp>
          <p:nvCxnSpPr>
            <p:cNvPr id="3257" name="Google Shape;3257;p115"/>
            <p:cNvCxnSpPr/>
            <p:nvPr/>
          </p:nvCxnSpPr>
          <p:spPr>
            <a:xfrm flipH="1" rot="10800000">
              <a:off x="7921650" y="2826975"/>
              <a:ext cx="1384800" cy="2445000"/>
            </a:xfrm>
            <a:prstGeom prst="straightConnector1">
              <a:avLst/>
            </a:prstGeom>
            <a:noFill/>
            <a:ln cap="rnd" cmpd="sng" w="9525">
              <a:solidFill>
                <a:schemeClr val="accent4"/>
              </a:solidFill>
              <a:prstDash val="solid"/>
              <a:round/>
              <a:headEnd len="sm" w="sm" type="none"/>
              <a:tailEnd len="sm" w="sm" type="none"/>
            </a:ln>
          </p:spPr>
        </p:cxnSp>
        <p:cxnSp>
          <p:nvCxnSpPr>
            <p:cNvPr id="3258" name="Google Shape;3258;p115"/>
            <p:cNvCxnSpPr/>
            <p:nvPr/>
          </p:nvCxnSpPr>
          <p:spPr>
            <a:xfrm flipH="1">
              <a:off x="-211800" y="-216925"/>
              <a:ext cx="1634100" cy="3667500"/>
            </a:xfrm>
            <a:prstGeom prst="straightConnector1">
              <a:avLst/>
            </a:prstGeom>
            <a:noFill/>
            <a:ln cap="rnd" cmpd="sng" w="9525">
              <a:solidFill>
                <a:schemeClr val="accent4"/>
              </a:solidFill>
              <a:prstDash val="solid"/>
              <a:round/>
              <a:headEnd len="sm" w="sm" type="none"/>
              <a:tailEnd len="sm" w="sm" type="none"/>
            </a:ln>
          </p:spPr>
        </p:cxnSp>
        <p:cxnSp>
          <p:nvCxnSpPr>
            <p:cNvPr id="3259" name="Google Shape;3259;p115"/>
            <p:cNvCxnSpPr/>
            <p:nvPr/>
          </p:nvCxnSpPr>
          <p:spPr>
            <a:xfrm>
              <a:off x="-149525" y="1280050"/>
              <a:ext cx="1160100" cy="4104300"/>
            </a:xfrm>
            <a:prstGeom prst="straightConnector1">
              <a:avLst/>
            </a:prstGeom>
            <a:noFill/>
            <a:ln cap="rnd" cmpd="sng" w="9525">
              <a:solidFill>
                <a:schemeClr val="accent4"/>
              </a:solidFill>
              <a:prstDash val="solid"/>
              <a:round/>
              <a:headEnd len="sm" w="sm" type="none"/>
              <a:tailEnd len="sm" w="sm" type="none"/>
            </a:ln>
          </p:spPr>
        </p:cxnSp>
        <p:grpSp>
          <p:nvGrpSpPr>
            <p:cNvPr id="3260" name="Google Shape;3260;p115"/>
            <p:cNvGrpSpPr/>
            <p:nvPr/>
          </p:nvGrpSpPr>
          <p:grpSpPr>
            <a:xfrm>
              <a:off x="7774404" y="406673"/>
              <a:ext cx="718341" cy="718341"/>
              <a:chOff x="30975" y="3360397"/>
              <a:chExt cx="539700" cy="539700"/>
            </a:xfrm>
          </p:grpSpPr>
          <p:sp>
            <p:nvSpPr>
              <p:cNvPr id="3261" name="Google Shape;3261;p11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2" name="Google Shape;3262;p11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63" name="Google Shape;3263;p115"/>
            <p:cNvGrpSpPr/>
            <p:nvPr/>
          </p:nvGrpSpPr>
          <p:grpSpPr>
            <a:xfrm>
              <a:off x="360829" y="3949923"/>
              <a:ext cx="718341" cy="718341"/>
              <a:chOff x="30975" y="3360397"/>
              <a:chExt cx="539700" cy="539700"/>
            </a:xfrm>
          </p:grpSpPr>
          <p:sp>
            <p:nvSpPr>
              <p:cNvPr id="3264" name="Google Shape;3264;p11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5" name="Google Shape;3265;p11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66" name="Google Shape;3266;p115"/>
            <p:cNvGrpSpPr/>
            <p:nvPr/>
          </p:nvGrpSpPr>
          <p:grpSpPr>
            <a:xfrm>
              <a:off x="837256" y="1663220"/>
              <a:ext cx="334182" cy="334182"/>
              <a:chOff x="-83525" y="4333650"/>
              <a:chExt cx="539700" cy="539700"/>
            </a:xfrm>
          </p:grpSpPr>
          <p:sp>
            <p:nvSpPr>
              <p:cNvPr id="3267" name="Google Shape;3267;p1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8" name="Google Shape;3268;p1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69" name="Google Shape;3269;p115"/>
            <p:cNvGrpSpPr/>
            <p:nvPr/>
          </p:nvGrpSpPr>
          <p:grpSpPr>
            <a:xfrm>
              <a:off x="8158556" y="3680320"/>
              <a:ext cx="334182" cy="334182"/>
              <a:chOff x="-83525" y="4333650"/>
              <a:chExt cx="539700" cy="539700"/>
            </a:xfrm>
          </p:grpSpPr>
          <p:sp>
            <p:nvSpPr>
              <p:cNvPr id="3270" name="Google Shape;3270;p1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1" name="Google Shape;3271;p1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72" name="Google Shape;3272;p115"/>
            <p:cNvGrpSpPr/>
            <p:nvPr/>
          </p:nvGrpSpPr>
          <p:grpSpPr>
            <a:xfrm>
              <a:off x="7721931" y="2571745"/>
              <a:ext cx="334182" cy="334182"/>
              <a:chOff x="-83525" y="4333650"/>
              <a:chExt cx="539700" cy="539700"/>
            </a:xfrm>
          </p:grpSpPr>
          <p:sp>
            <p:nvSpPr>
              <p:cNvPr id="3273" name="Google Shape;3273;p1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4" name="Google Shape;3274;p1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2_1_1_1_1">
    <p:spTree>
      <p:nvGrpSpPr>
        <p:cNvPr id="3275" name="Shape 3275"/>
        <p:cNvGrpSpPr/>
        <p:nvPr/>
      </p:nvGrpSpPr>
      <p:grpSpPr>
        <a:xfrm>
          <a:off x="0" y="0"/>
          <a:ext cx="0" cy="0"/>
          <a:chOff x="0" y="0"/>
          <a:chExt cx="0" cy="0"/>
        </a:xfrm>
      </p:grpSpPr>
      <p:grpSp>
        <p:nvGrpSpPr>
          <p:cNvPr id="3276" name="Google Shape;3276;p116"/>
          <p:cNvGrpSpPr/>
          <p:nvPr/>
        </p:nvGrpSpPr>
        <p:grpSpPr>
          <a:xfrm flipH="1" rot="10800000">
            <a:off x="0" y="0"/>
            <a:ext cx="9144000" cy="5143500"/>
            <a:chOff x="0" y="0"/>
            <a:chExt cx="9144000" cy="5143500"/>
          </a:xfrm>
        </p:grpSpPr>
        <p:sp>
          <p:nvSpPr>
            <p:cNvPr id="3277" name="Google Shape;3277;p116"/>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8" name="Google Shape;3278;p116"/>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79" name="Google Shape;3279;p116"/>
          <p:cNvGrpSpPr/>
          <p:nvPr/>
        </p:nvGrpSpPr>
        <p:grpSpPr>
          <a:xfrm>
            <a:off x="-162000" y="-104750"/>
            <a:ext cx="9456100" cy="5526550"/>
            <a:chOff x="-162000" y="-104750"/>
            <a:chExt cx="9456100" cy="5526550"/>
          </a:xfrm>
        </p:grpSpPr>
        <p:cxnSp>
          <p:nvCxnSpPr>
            <p:cNvPr id="3280" name="Google Shape;3280;p116"/>
            <p:cNvCxnSpPr/>
            <p:nvPr/>
          </p:nvCxnSpPr>
          <p:spPr>
            <a:xfrm flipH="1">
              <a:off x="8046450" y="-53850"/>
              <a:ext cx="684900" cy="5275800"/>
            </a:xfrm>
            <a:prstGeom prst="straightConnector1">
              <a:avLst/>
            </a:prstGeom>
            <a:noFill/>
            <a:ln cap="rnd" cmpd="sng" w="9525">
              <a:solidFill>
                <a:schemeClr val="accent4"/>
              </a:solidFill>
              <a:prstDash val="solid"/>
              <a:round/>
              <a:headEnd len="sm" w="sm" type="none"/>
              <a:tailEnd len="sm" w="sm" type="none"/>
            </a:ln>
          </p:spPr>
        </p:cxnSp>
        <p:grpSp>
          <p:nvGrpSpPr>
            <p:cNvPr id="3281" name="Google Shape;3281;p116"/>
            <p:cNvGrpSpPr/>
            <p:nvPr/>
          </p:nvGrpSpPr>
          <p:grpSpPr>
            <a:xfrm>
              <a:off x="786069" y="205832"/>
              <a:ext cx="334182" cy="334182"/>
              <a:chOff x="-83525" y="4333650"/>
              <a:chExt cx="539700" cy="539700"/>
            </a:xfrm>
          </p:grpSpPr>
          <p:sp>
            <p:nvSpPr>
              <p:cNvPr id="3282" name="Google Shape;3282;p1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3" name="Google Shape;3283;p1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284" name="Google Shape;3284;p116"/>
            <p:cNvCxnSpPr/>
            <p:nvPr/>
          </p:nvCxnSpPr>
          <p:spPr>
            <a:xfrm flipH="1" rot="10800000">
              <a:off x="4341400" y="4174325"/>
              <a:ext cx="4952700" cy="1122600"/>
            </a:xfrm>
            <a:prstGeom prst="straightConnector1">
              <a:avLst/>
            </a:prstGeom>
            <a:noFill/>
            <a:ln cap="rnd" cmpd="sng" w="9525">
              <a:solidFill>
                <a:schemeClr val="accent4"/>
              </a:solidFill>
              <a:prstDash val="solid"/>
              <a:round/>
              <a:headEnd len="sm" w="sm" type="none"/>
              <a:tailEnd len="sm" w="sm" type="none"/>
            </a:ln>
          </p:spPr>
        </p:cxnSp>
        <p:cxnSp>
          <p:nvCxnSpPr>
            <p:cNvPr id="3285" name="Google Shape;3285;p116"/>
            <p:cNvCxnSpPr/>
            <p:nvPr/>
          </p:nvCxnSpPr>
          <p:spPr>
            <a:xfrm>
              <a:off x="-162000" y="3226100"/>
              <a:ext cx="1122600" cy="2195700"/>
            </a:xfrm>
            <a:prstGeom prst="straightConnector1">
              <a:avLst/>
            </a:prstGeom>
            <a:noFill/>
            <a:ln cap="rnd" cmpd="sng" w="9525">
              <a:solidFill>
                <a:schemeClr val="accent4"/>
              </a:solidFill>
              <a:prstDash val="solid"/>
              <a:round/>
              <a:headEnd len="sm" w="sm" type="none"/>
              <a:tailEnd len="sm" w="sm" type="none"/>
            </a:ln>
          </p:spPr>
        </p:cxnSp>
        <p:cxnSp>
          <p:nvCxnSpPr>
            <p:cNvPr id="3286" name="Google Shape;3286;p116"/>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3287" name="Google Shape;3287;p116"/>
            <p:cNvCxnSpPr/>
            <p:nvPr/>
          </p:nvCxnSpPr>
          <p:spPr>
            <a:xfrm flipH="1" rot="10800000">
              <a:off x="-124575" y="-104750"/>
              <a:ext cx="3729900" cy="1235100"/>
            </a:xfrm>
            <a:prstGeom prst="straightConnector1">
              <a:avLst/>
            </a:prstGeom>
            <a:noFill/>
            <a:ln cap="rnd" cmpd="sng" w="9525">
              <a:solidFill>
                <a:schemeClr val="accent4"/>
              </a:solidFill>
              <a:prstDash val="solid"/>
              <a:round/>
              <a:headEnd len="sm" w="sm" type="none"/>
              <a:tailEnd len="sm" w="sm" type="none"/>
            </a:ln>
          </p:spPr>
        </p:cxnSp>
        <p:cxnSp>
          <p:nvCxnSpPr>
            <p:cNvPr id="3288" name="Google Shape;3288;p116"/>
            <p:cNvCxnSpPr/>
            <p:nvPr/>
          </p:nvCxnSpPr>
          <p:spPr>
            <a:xfrm>
              <a:off x="8171150" y="-29800"/>
              <a:ext cx="1072800" cy="3742500"/>
            </a:xfrm>
            <a:prstGeom prst="straightConnector1">
              <a:avLst/>
            </a:prstGeom>
            <a:noFill/>
            <a:ln cap="rnd" cmpd="sng" w="9525">
              <a:solidFill>
                <a:schemeClr val="accent4"/>
              </a:solidFill>
              <a:prstDash val="solid"/>
              <a:round/>
              <a:headEnd len="sm" w="sm" type="none"/>
              <a:tailEnd len="sm" w="sm" type="none"/>
            </a:ln>
          </p:spPr>
        </p:cxnSp>
        <p:grpSp>
          <p:nvGrpSpPr>
            <p:cNvPr id="3289" name="Google Shape;3289;p116"/>
            <p:cNvGrpSpPr/>
            <p:nvPr/>
          </p:nvGrpSpPr>
          <p:grpSpPr>
            <a:xfrm>
              <a:off x="7800479" y="4080048"/>
              <a:ext cx="718341" cy="718341"/>
              <a:chOff x="30975" y="3360397"/>
              <a:chExt cx="539700" cy="539700"/>
            </a:xfrm>
          </p:grpSpPr>
          <p:sp>
            <p:nvSpPr>
              <p:cNvPr id="3290" name="Google Shape;3290;p116"/>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1" name="Google Shape;3291;p116"/>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92" name="Google Shape;3292;p116"/>
            <p:cNvGrpSpPr/>
            <p:nvPr/>
          </p:nvGrpSpPr>
          <p:grpSpPr>
            <a:xfrm>
              <a:off x="242254" y="539998"/>
              <a:ext cx="718341" cy="718341"/>
              <a:chOff x="30975" y="3360397"/>
              <a:chExt cx="539700" cy="539700"/>
            </a:xfrm>
          </p:grpSpPr>
          <p:sp>
            <p:nvSpPr>
              <p:cNvPr id="3293" name="Google Shape;3293;p116"/>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4" name="Google Shape;3294;p116"/>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95" name="Google Shape;3295;p116"/>
            <p:cNvGrpSpPr/>
            <p:nvPr/>
          </p:nvGrpSpPr>
          <p:grpSpPr>
            <a:xfrm>
              <a:off x="434331" y="3745882"/>
              <a:ext cx="334182" cy="334182"/>
              <a:chOff x="-83525" y="4333650"/>
              <a:chExt cx="539700" cy="539700"/>
            </a:xfrm>
          </p:grpSpPr>
          <p:sp>
            <p:nvSpPr>
              <p:cNvPr id="3296" name="Google Shape;3296;p1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7" name="Google Shape;3297;p1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98" name="Google Shape;3298;p116"/>
            <p:cNvGrpSpPr/>
            <p:nvPr/>
          </p:nvGrpSpPr>
          <p:grpSpPr>
            <a:xfrm>
              <a:off x="100131" y="4568545"/>
              <a:ext cx="334182" cy="334182"/>
              <a:chOff x="-83525" y="4333650"/>
              <a:chExt cx="539700" cy="539700"/>
            </a:xfrm>
          </p:grpSpPr>
          <p:sp>
            <p:nvSpPr>
              <p:cNvPr id="3299" name="Google Shape;3299;p1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0" name="Google Shape;3300;p1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01" name="Google Shape;3301;p116"/>
            <p:cNvGrpSpPr/>
            <p:nvPr/>
          </p:nvGrpSpPr>
          <p:grpSpPr>
            <a:xfrm>
              <a:off x="7992556" y="924170"/>
              <a:ext cx="334182" cy="334182"/>
              <a:chOff x="-83525" y="4333650"/>
              <a:chExt cx="539700" cy="539700"/>
            </a:xfrm>
          </p:grpSpPr>
          <p:sp>
            <p:nvSpPr>
              <p:cNvPr id="3302" name="Google Shape;3302;p1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3" name="Google Shape;3303;p1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04" name="Google Shape;3304;p116"/>
            <p:cNvGrpSpPr/>
            <p:nvPr/>
          </p:nvGrpSpPr>
          <p:grpSpPr>
            <a:xfrm>
              <a:off x="8809806" y="1398220"/>
              <a:ext cx="334182" cy="334182"/>
              <a:chOff x="-83525" y="4333650"/>
              <a:chExt cx="539700" cy="539700"/>
            </a:xfrm>
          </p:grpSpPr>
          <p:sp>
            <p:nvSpPr>
              <p:cNvPr id="3305" name="Google Shape;3305;p1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6" name="Google Shape;3306;p1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LANK_1_1_1_1_2">
    <p:spTree>
      <p:nvGrpSpPr>
        <p:cNvPr id="3307" name="Shape 3307"/>
        <p:cNvGrpSpPr/>
        <p:nvPr/>
      </p:nvGrpSpPr>
      <p:grpSpPr>
        <a:xfrm>
          <a:off x="0" y="0"/>
          <a:ext cx="0" cy="0"/>
          <a:chOff x="0" y="0"/>
          <a:chExt cx="0" cy="0"/>
        </a:xfrm>
      </p:grpSpPr>
      <p:sp>
        <p:nvSpPr>
          <p:cNvPr id="3308" name="Google Shape;3308;p117"/>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09" name="Google Shape;3309;p117"/>
          <p:cNvGrpSpPr/>
          <p:nvPr/>
        </p:nvGrpSpPr>
        <p:grpSpPr>
          <a:xfrm>
            <a:off x="-12825" y="-83450"/>
            <a:ext cx="9219397" cy="5308025"/>
            <a:chOff x="-12825" y="-83450"/>
            <a:chExt cx="9219397" cy="5308025"/>
          </a:xfrm>
        </p:grpSpPr>
        <p:cxnSp>
          <p:nvCxnSpPr>
            <p:cNvPr id="3310" name="Google Shape;3310;p117"/>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3311" name="Google Shape;3311;p117"/>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3312" name="Google Shape;3312;p117"/>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3313" name="Google Shape;3313;p117"/>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3314" name="Google Shape;3314;p117"/>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3315" name="Google Shape;3315;p117"/>
            <p:cNvGrpSpPr/>
            <p:nvPr/>
          </p:nvGrpSpPr>
          <p:grpSpPr>
            <a:xfrm>
              <a:off x="64804" y="834123"/>
              <a:ext cx="718341" cy="718341"/>
              <a:chOff x="-83525" y="4333650"/>
              <a:chExt cx="539700" cy="539700"/>
            </a:xfrm>
          </p:grpSpPr>
          <p:sp>
            <p:nvSpPr>
              <p:cNvPr id="3316" name="Google Shape;3316;p1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7" name="Google Shape;3317;p1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18" name="Google Shape;3318;p117"/>
            <p:cNvGrpSpPr/>
            <p:nvPr/>
          </p:nvGrpSpPr>
          <p:grpSpPr>
            <a:xfrm>
              <a:off x="8064829" y="180823"/>
              <a:ext cx="718341" cy="718341"/>
              <a:chOff x="-83525" y="4333650"/>
              <a:chExt cx="539700" cy="539700"/>
            </a:xfrm>
          </p:grpSpPr>
          <p:sp>
            <p:nvSpPr>
              <p:cNvPr id="3319" name="Google Shape;3319;p1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0" name="Google Shape;3320;p1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21" name="Google Shape;3321;p117"/>
            <p:cNvGrpSpPr/>
            <p:nvPr/>
          </p:nvGrpSpPr>
          <p:grpSpPr>
            <a:xfrm>
              <a:off x="108716" y="3627495"/>
              <a:ext cx="334182" cy="334182"/>
              <a:chOff x="-83525" y="4333650"/>
              <a:chExt cx="539700" cy="539700"/>
            </a:xfrm>
          </p:grpSpPr>
          <p:sp>
            <p:nvSpPr>
              <p:cNvPr id="3322" name="Google Shape;3322;p1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3" name="Google Shape;3323;p1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24" name="Google Shape;3324;p117"/>
            <p:cNvGrpSpPr/>
            <p:nvPr/>
          </p:nvGrpSpPr>
          <p:grpSpPr>
            <a:xfrm>
              <a:off x="8872390" y="3652444"/>
              <a:ext cx="334182" cy="334182"/>
              <a:chOff x="-83525" y="4333650"/>
              <a:chExt cx="539700" cy="539700"/>
            </a:xfrm>
          </p:grpSpPr>
          <p:sp>
            <p:nvSpPr>
              <p:cNvPr id="3325" name="Google Shape;3325;p1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6" name="Google Shape;3326;p1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27" name="Google Shape;3327;p117"/>
            <p:cNvGrpSpPr/>
            <p:nvPr/>
          </p:nvGrpSpPr>
          <p:grpSpPr>
            <a:xfrm>
              <a:off x="8538215" y="3184619"/>
              <a:ext cx="334182" cy="334182"/>
              <a:chOff x="-83525" y="4333650"/>
              <a:chExt cx="539700" cy="539700"/>
            </a:xfrm>
          </p:grpSpPr>
          <p:sp>
            <p:nvSpPr>
              <p:cNvPr id="3328" name="Google Shape;3328;p1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9" name="Google Shape;3329;p1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30" name="Google Shape;3330;p117"/>
            <p:cNvGrpSpPr/>
            <p:nvPr/>
          </p:nvGrpSpPr>
          <p:grpSpPr>
            <a:xfrm>
              <a:off x="8725315" y="1218294"/>
              <a:ext cx="334182" cy="334182"/>
              <a:chOff x="-83525" y="4333650"/>
              <a:chExt cx="539700" cy="539700"/>
            </a:xfrm>
          </p:grpSpPr>
          <p:sp>
            <p:nvSpPr>
              <p:cNvPr id="3331" name="Google Shape;3331;p1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2" name="Google Shape;3332;p1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33" name="Google Shape;3333;p117"/>
            <p:cNvGrpSpPr/>
            <p:nvPr/>
          </p:nvGrpSpPr>
          <p:grpSpPr>
            <a:xfrm>
              <a:off x="828790" y="126744"/>
              <a:ext cx="334182" cy="334182"/>
              <a:chOff x="-83525" y="4333650"/>
              <a:chExt cx="539700" cy="539700"/>
            </a:xfrm>
          </p:grpSpPr>
          <p:sp>
            <p:nvSpPr>
              <p:cNvPr id="3334" name="Google Shape;3334;p1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5" name="Google Shape;3335;p1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TITLE_AND_TWO_COLUMNS_1_1">
    <p:spTree>
      <p:nvGrpSpPr>
        <p:cNvPr id="3336" name="Shape 3336"/>
        <p:cNvGrpSpPr/>
        <p:nvPr/>
      </p:nvGrpSpPr>
      <p:grpSpPr>
        <a:xfrm>
          <a:off x="0" y="0"/>
          <a:ext cx="0" cy="0"/>
          <a:chOff x="0" y="0"/>
          <a:chExt cx="0" cy="0"/>
        </a:xfrm>
      </p:grpSpPr>
      <p:grpSp>
        <p:nvGrpSpPr>
          <p:cNvPr id="3337" name="Google Shape;3337;p118"/>
          <p:cNvGrpSpPr/>
          <p:nvPr/>
        </p:nvGrpSpPr>
        <p:grpSpPr>
          <a:xfrm>
            <a:off x="0" y="0"/>
            <a:ext cx="9144000" cy="5143500"/>
            <a:chOff x="0" y="0"/>
            <a:chExt cx="9144000" cy="5143500"/>
          </a:xfrm>
        </p:grpSpPr>
        <p:sp>
          <p:nvSpPr>
            <p:cNvPr id="3338" name="Google Shape;3338;p118"/>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9" name="Google Shape;3339;p118"/>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40" name="Google Shape;3340;p118"/>
          <p:cNvGrpSpPr/>
          <p:nvPr/>
        </p:nvGrpSpPr>
        <p:grpSpPr>
          <a:xfrm>
            <a:off x="-57340" y="-86000"/>
            <a:ext cx="9209740" cy="5293875"/>
            <a:chOff x="-57340" y="-86000"/>
            <a:chExt cx="9209740" cy="5293875"/>
          </a:xfrm>
        </p:grpSpPr>
        <p:cxnSp>
          <p:nvCxnSpPr>
            <p:cNvPr id="3341" name="Google Shape;3341;p118"/>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3342" name="Google Shape;3342;p118"/>
            <p:cNvCxnSpPr/>
            <p:nvPr/>
          </p:nvCxnSpPr>
          <p:spPr>
            <a:xfrm>
              <a:off x="2100" y="224950"/>
              <a:ext cx="9150300" cy="168300"/>
            </a:xfrm>
            <a:prstGeom prst="straightConnector1">
              <a:avLst/>
            </a:prstGeom>
            <a:noFill/>
            <a:ln cap="rnd" cmpd="sng" w="9525">
              <a:solidFill>
                <a:schemeClr val="accent4"/>
              </a:solidFill>
              <a:prstDash val="solid"/>
              <a:round/>
              <a:headEnd len="sm" w="sm" type="none"/>
              <a:tailEnd len="sm" w="sm" type="none"/>
            </a:ln>
          </p:spPr>
        </p:cxnSp>
        <p:cxnSp>
          <p:nvCxnSpPr>
            <p:cNvPr id="3343" name="Google Shape;3343;p118"/>
            <p:cNvCxnSpPr/>
            <p:nvPr/>
          </p:nvCxnSpPr>
          <p:spPr>
            <a:xfrm>
              <a:off x="7997725" y="-37700"/>
              <a:ext cx="1153800" cy="3187200"/>
            </a:xfrm>
            <a:prstGeom prst="straightConnector1">
              <a:avLst/>
            </a:prstGeom>
            <a:noFill/>
            <a:ln cap="rnd" cmpd="sng" w="9525">
              <a:solidFill>
                <a:schemeClr val="accent4"/>
              </a:solidFill>
              <a:prstDash val="solid"/>
              <a:round/>
              <a:headEnd len="sm" w="sm" type="none"/>
              <a:tailEnd len="sm" w="sm" type="none"/>
            </a:ln>
          </p:spPr>
        </p:cxnSp>
        <p:cxnSp>
          <p:nvCxnSpPr>
            <p:cNvPr id="3344" name="Google Shape;3344;p118"/>
            <p:cNvCxnSpPr/>
            <p:nvPr/>
          </p:nvCxnSpPr>
          <p:spPr>
            <a:xfrm>
              <a:off x="-11075" y="1777375"/>
              <a:ext cx="1284900" cy="3430500"/>
            </a:xfrm>
            <a:prstGeom prst="straightConnector1">
              <a:avLst/>
            </a:prstGeom>
            <a:noFill/>
            <a:ln cap="rnd" cmpd="sng" w="9525">
              <a:solidFill>
                <a:schemeClr val="accent4"/>
              </a:solidFill>
              <a:prstDash val="solid"/>
              <a:round/>
              <a:headEnd len="sm" w="sm" type="none"/>
              <a:tailEnd len="sm" w="sm" type="none"/>
            </a:ln>
          </p:spPr>
        </p:cxnSp>
        <p:cxnSp>
          <p:nvCxnSpPr>
            <p:cNvPr id="3345" name="Google Shape;3345;p118"/>
            <p:cNvCxnSpPr/>
            <p:nvPr/>
          </p:nvCxnSpPr>
          <p:spPr>
            <a:xfrm>
              <a:off x="-30475" y="4227975"/>
              <a:ext cx="3823500" cy="929400"/>
            </a:xfrm>
            <a:prstGeom prst="straightConnector1">
              <a:avLst/>
            </a:prstGeom>
            <a:noFill/>
            <a:ln cap="rnd" cmpd="sng" w="9525">
              <a:solidFill>
                <a:schemeClr val="accent4"/>
              </a:solidFill>
              <a:prstDash val="solid"/>
              <a:round/>
              <a:headEnd len="sm" w="sm" type="none"/>
              <a:tailEnd len="sm" w="sm" type="none"/>
            </a:ln>
          </p:spPr>
        </p:cxnSp>
        <p:grpSp>
          <p:nvGrpSpPr>
            <p:cNvPr id="3346" name="Google Shape;3346;p118"/>
            <p:cNvGrpSpPr/>
            <p:nvPr/>
          </p:nvGrpSpPr>
          <p:grpSpPr>
            <a:xfrm>
              <a:off x="525404" y="45405"/>
              <a:ext cx="389178" cy="389178"/>
              <a:chOff x="-83525" y="4333650"/>
              <a:chExt cx="539700" cy="539700"/>
            </a:xfrm>
          </p:grpSpPr>
          <p:sp>
            <p:nvSpPr>
              <p:cNvPr id="3347" name="Google Shape;3347;p1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8" name="Google Shape;3348;p1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49" name="Google Shape;3349;p118"/>
            <p:cNvGrpSpPr/>
            <p:nvPr/>
          </p:nvGrpSpPr>
          <p:grpSpPr>
            <a:xfrm>
              <a:off x="7894902" y="126996"/>
              <a:ext cx="482600" cy="482600"/>
              <a:chOff x="-83525" y="4333650"/>
              <a:chExt cx="539700" cy="539700"/>
            </a:xfrm>
          </p:grpSpPr>
          <p:sp>
            <p:nvSpPr>
              <p:cNvPr id="3350" name="Google Shape;3350;p1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1" name="Google Shape;3351;p1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52" name="Google Shape;3352;p118"/>
            <p:cNvGrpSpPr/>
            <p:nvPr/>
          </p:nvGrpSpPr>
          <p:grpSpPr>
            <a:xfrm>
              <a:off x="8668547" y="2101237"/>
              <a:ext cx="344976" cy="344976"/>
              <a:chOff x="-83525" y="4333650"/>
              <a:chExt cx="539700" cy="539700"/>
            </a:xfrm>
          </p:grpSpPr>
          <p:sp>
            <p:nvSpPr>
              <p:cNvPr id="3353" name="Google Shape;3353;p1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4" name="Google Shape;3354;p1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55" name="Google Shape;3355;p118"/>
            <p:cNvGrpSpPr/>
            <p:nvPr/>
          </p:nvGrpSpPr>
          <p:grpSpPr>
            <a:xfrm>
              <a:off x="758689" y="4234209"/>
              <a:ext cx="482600" cy="482600"/>
              <a:chOff x="-83525" y="4333650"/>
              <a:chExt cx="539700" cy="539700"/>
            </a:xfrm>
          </p:grpSpPr>
          <p:sp>
            <p:nvSpPr>
              <p:cNvPr id="3356" name="Google Shape;3356;p1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7" name="Google Shape;3357;p1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58" name="Google Shape;3358;p118"/>
            <p:cNvGrpSpPr/>
            <p:nvPr/>
          </p:nvGrpSpPr>
          <p:grpSpPr>
            <a:xfrm>
              <a:off x="-57340" y="1926600"/>
              <a:ext cx="344976" cy="344976"/>
              <a:chOff x="-83525" y="4333650"/>
              <a:chExt cx="539700" cy="539700"/>
            </a:xfrm>
          </p:grpSpPr>
          <p:sp>
            <p:nvSpPr>
              <p:cNvPr id="3359" name="Google Shape;3359;p1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0" name="Google Shape;3360;p1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TITLE_1">
    <p:spTree>
      <p:nvGrpSpPr>
        <p:cNvPr id="3361" name="Shape 3361"/>
        <p:cNvGrpSpPr/>
        <p:nvPr/>
      </p:nvGrpSpPr>
      <p:grpSpPr>
        <a:xfrm>
          <a:off x="0" y="0"/>
          <a:ext cx="0" cy="0"/>
          <a:chOff x="0" y="0"/>
          <a:chExt cx="0" cy="0"/>
        </a:xfrm>
      </p:grpSpPr>
      <p:sp>
        <p:nvSpPr>
          <p:cNvPr id="3362" name="Google Shape;3362;p119"/>
          <p:cNvSpPr/>
          <p:nvPr/>
        </p:nvSpPr>
        <p:spPr>
          <a:xfrm>
            <a:off x="1752600" y="1491853"/>
            <a:ext cx="6923100" cy="2862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1680"/>
              <a:buFont typeface="Noto Sans Symbols"/>
              <a:buNone/>
            </a:pPr>
            <a:r>
              <a:t/>
            </a:r>
            <a:endParaRPr b="0" i="0" sz="2400" u="none" cap="none" strike="noStrike">
              <a:solidFill>
                <a:schemeClr val="dk1"/>
              </a:solidFill>
              <a:latin typeface="Arial"/>
              <a:ea typeface="Arial"/>
              <a:cs typeface="Arial"/>
              <a:sym typeface="Arial"/>
            </a:endParaRPr>
          </a:p>
        </p:txBody>
      </p:sp>
      <p:sp>
        <p:nvSpPr>
          <p:cNvPr id="3363" name="Google Shape;3363;p119"/>
          <p:cNvSpPr/>
          <p:nvPr/>
        </p:nvSpPr>
        <p:spPr>
          <a:xfrm>
            <a:off x="2484438" y="303610"/>
            <a:ext cx="6624600" cy="1133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it-IT" sz="4000" u="none" cap="none" strike="noStrike">
                <a:solidFill>
                  <a:schemeClr val="dk2"/>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364" name="Google Shape;3364;p119"/>
          <p:cNvSpPr txBox="1"/>
          <p:nvPr/>
        </p:nvSpPr>
        <p:spPr>
          <a:xfrm>
            <a:off x="2339975" y="1600200"/>
            <a:ext cx="5976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65" name="Google Shape;3365;p119"/>
          <p:cNvSpPr txBox="1"/>
          <p:nvPr>
            <p:ph idx="10" type="dt"/>
          </p:nvPr>
        </p:nvSpPr>
        <p:spPr>
          <a:xfrm>
            <a:off x="457200" y="4683919"/>
            <a:ext cx="2133600" cy="3573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3366" name="Google Shape;3366;p119"/>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0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367" name="Google Shape;3367;p119"/>
          <p:cNvSpPr txBox="1"/>
          <p:nvPr>
            <p:ph idx="12" type="sldNum"/>
          </p:nvPr>
        </p:nvSpPr>
        <p:spPr>
          <a:xfrm>
            <a:off x="6553200" y="4683919"/>
            <a:ext cx="2133600" cy="357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368" name="Shape 3368"/>
        <p:cNvGrpSpPr/>
        <p:nvPr/>
      </p:nvGrpSpPr>
      <p:grpSpPr>
        <a:xfrm>
          <a:off x="0" y="0"/>
          <a:ext cx="0" cy="0"/>
          <a:chOff x="0" y="0"/>
          <a:chExt cx="0" cy="0"/>
        </a:xfrm>
      </p:grpSpPr>
      <p:sp>
        <p:nvSpPr>
          <p:cNvPr id="3369" name="Google Shape;3369;p12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3370" name="Google Shape;3370;p120"/>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71" name="Google Shape;3371;p120"/>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372" name="Google Shape;3372;p120"/>
          <p:cNvSpPr txBox="1"/>
          <p:nvPr>
            <p:ph idx="12" type="sldNum"/>
          </p:nvPr>
        </p:nvSpPr>
        <p:spPr>
          <a:xfrm>
            <a:off x="0" y="4786313"/>
            <a:ext cx="2133600" cy="3573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it-IT"/>
              <a:t>página </a:t>
            </a:r>
            <a:fld id="{00000000-1234-1234-1234-123412341234}" type="slidenum">
              <a:rPr lang="it-IT"/>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373" name="Shape 3373"/>
        <p:cNvGrpSpPr/>
        <p:nvPr/>
      </p:nvGrpSpPr>
      <p:grpSpPr>
        <a:xfrm>
          <a:off x="0" y="0"/>
          <a:ext cx="0" cy="0"/>
          <a:chOff x="0" y="0"/>
          <a:chExt cx="0" cy="0"/>
        </a:xfrm>
      </p:grpSpPr>
      <p:sp>
        <p:nvSpPr>
          <p:cNvPr id="3374" name="Google Shape;3374;p121"/>
          <p:cNvSpPr txBox="1"/>
          <p:nvPr>
            <p:ph type="title"/>
          </p:nvPr>
        </p:nvSpPr>
        <p:spPr>
          <a:xfrm>
            <a:off x="406400" y="171450"/>
            <a:ext cx="77724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3375" name="Google Shape;3375;p121"/>
          <p:cNvSpPr txBox="1"/>
          <p:nvPr>
            <p:ph idx="1" type="body"/>
          </p:nvPr>
        </p:nvSpPr>
        <p:spPr>
          <a:xfrm>
            <a:off x="468313" y="1383506"/>
            <a:ext cx="4013100" cy="3129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76" name="Google Shape;3376;p121"/>
          <p:cNvSpPr txBox="1"/>
          <p:nvPr>
            <p:ph idx="2" type="body"/>
          </p:nvPr>
        </p:nvSpPr>
        <p:spPr>
          <a:xfrm>
            <a:off x="4633913" y="1383506"/>
            <a:ext cx="4013100" cy="3129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77" name="Google Shape;3377;p121"/>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378" name="Google Shape;3378;p121"/>
          <p:cNvSpPr txBox="1"/>
          <p:nvPr>
            <p:ph idx="12" type="sldNum"/>
          </p:nvPr>
        </p:nvSpPr>
        <p:spPr>
          <a:xfrm>
            <a:off x="6731000" y="4672013"/>
            <a:ext cx="1905000" cy="3429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1" Type="http://schemas.openxmlformats.org/officeDocument/2006/relationships/theme" Target="../theme/theme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60.xml"/><Relationship Id="rId22" Type="http://schemas.openxmlformats.org/officeDocument/2006/relationships/slideLayout" Target="../slideLayouts/slideLayout62.xml"/><Relationship Id="rId21" Type="http://schemas.openxmlformats.org/officeDocument/2006/relationships/slideLayout" Target="../slideLayouts/slideLayout61.xml"/><Relationship Id="rId24" Type="http://schemas.openxmlformats.org/officeDocument/2006/relationships/slideLayout" Target="../slideLayouts/slideLayout64.xml"/><Relationship Id="rId23" Type="http://schemas.openxmlformats.org/officeDocument/2006/relationships/slideLayout" Target="../slideLayouts/slideLayout63.xml"/><Relationship Id="rId1" Type="http://schemas.openxmlformats.org/officeDocument/2006/relationships/slideLayout" Target="../slideLayouts/slideLayout41.xml"/><Relationship Id="rId2" Type="http://schemas.openxmlformats.org/officeDocument/2006/relationships/slideLayout" Target="../slideLayouts/slideLayout42.xml"/><Relationship Id="rId3" Type="http://schemas.openxmlformats.org/officeDocument/2006/relationships/slideLayout" Target="../slideLayouts/slideLayout43.xml"/><Relationship Id="rId4" Type="http://schemas.openxmlformats.org/officeDocument/2006/relationships/slideLayout" Target="../slideLayouts/slideLayout44.xml"/><Relationship Id="rId9" Type="http://schemas.openxmlformats.org/officeDocument/2006/relationships/slideLayout" Target="../slideLayouts/slideLayout49.xml"/><Relationship Id="rId26" Type="http://schemas.openxmlformats.org/officeDocument/2006/relationships/slideLayout" Target="../slideLayouts/slideLayout66.xml"/><Relationship Id="rId25" Type="http://schemas.openxmlformats.org/officeDocument/2006/relationships/slideLayout" Target="../slideLayouts/slideLayout65.xml"/><Relationship Id="rId28" Type="http://schemas.openxmlformats.org/officeDocument/2006/relationships/slideLayout" Target="../slideLayouts/slideLayout68.xml"/><Relationship Id="rId27" Type="http://schemas.openxmlformats.org/officeDocument/2006/relationships/slideLayout" Target="../slideLayouts/slideLayout67.xml"/><Relationship Id="rId5" Type="http://schemas.openxmlformats.org/officeDocument/2006/relationships/slideLayout" Target="../slideLayouts/slideLayout45.xml"/><Relationship Id="rId6" Type="http://schemas.openxmlformats.org/officeDocument/2006/relationships/slideLayout" Target="../slideLayouts/slideLayout46.xml"/><Relationship Id="rId29" Type="http://schemas.openxmlformats.org/officeDocument/2006/relationships/slideLayout" Target="../slideLayouts/slideLayout69.xml"/><Relationship Id="rId7" Type="http://schemas.openxmlformats.org/officeDocument/2006/relationships/slideLayout" Target="../slideLayouts/slideLayout47.xml"/><Relationship Id="rId8" Type="http://schemas.openxmlformats.org/officeDocument/2006/relationships/slideLayout" Target="../slideLayouts/slideLayout48.xml"/><Relationship Id="rId31" Type="http://schemas.openxmlformats.org/officeDocument/2006/relationships/slideLayout" Target="../slideLayouts/slideLayout71.xml"/><Relationship Id="rId30" Type="http://schemas.openxmlformats.org/officeDocument/2006/relationships/slideLayout" Target="../slideLayouts/slideLayout70.xml"/><Relationship Id="rId11" Type="http://schemas.openxmlformats.org/officeDocument/2006/relationships/slideLayout" Target="../slideLayouts/slideLayout51.xml"/><Relationship Id="rId33" Type="http://schemas.openxmlformats.org/officeDocument/2006/relationships/slideLayout" Target="../slideLayouts/slideLayout73.xml"/><Relationship Id="rId10" Type="http://schemas.openxmlformats.org/officeDocument/2006/relationships/slideLayout" Target="../slideLayouts/slideLayout50.xml"/><Relationship Id="rId32" Type="http://schemas.openxmlformats.org/officeDocument/2006/relationships/slideLayout" Target="../slideLayouts/slideLayout72.xml"/><Relationship Id="rId13" Type="http://schemas.openxmlformats.org/officeDocument/2006/relationships/slideLayout" Target="../slideLayouts/slideLayout53.xml"/><Relationship Id="rId35" Type="http://schemas.openxmlformats.org/officeDocument/2006/relationships/slideLayout" Target="../slideLayouts/slideLayout75.xml"/><Relationship Id="rId12" Type="http://schemas.openxmlformats.org/officeDocument/2006/relationships/slideLayout" Target="../slideLayouts/slideLayout52.xml"/><Relationship Id="rId34" Type="http://schemas.openxmlformats.org/officeDocument/2006/relationships/slideLayout" Target="../slideLayouts/slideLayout74.xml"/><Relationship Id="rId15" Type="http://schemas.openxmlformats.org/officeDocument/2006/relationships/slideLayout" Target="../slideLayouts/slideLayout55.xml"/><Relationship Id="rId37" Type="http://schemas.openxmlformats.org/officeDocument/2006/relationships/slideLayout" Target="../slideLayouts/slideLayout77.xml"/><Relationship Id="rId14" Type="http://schemas.openxmlformats.org/officeDocument/2006/relationships/slideLayout" Target="../slideLayouts/slideLayout54.xml"/><Relationship Id="rId36" Type="http://schemas.openxmlformats.org/officeDocument/2006/relationships/slideLayout" Target="../slideLayouts/slideLayout76.xml"/><Relationship Id="rId17" Type="http://schemas.openxmlformats.org/officeDocument/2006/relationships/slideLayout" Target="../slideLayouts/slideLayout57.xml"/><Relationship Id="rId39" Type="http://schemas.openxmlformats.org/officeDocument/2006/relationships/slideLayout" Target="../slideLayouts/slideLayout79.xml"/><Relationship Id="rId16" Type="http://schemas.openxmlformats.org/officeDocument/2006/relationships/slideLayout" Target="../slideLayouts/slideLayout56.xml"/><Relationship Id="rId38" Type="http://schemas.openxmlformats.org/officeDocument/2006/relationships/slideLayout" Target="../slideLayouts/slideLayout78.xml"/><Relationship Id="rId19" Type="http://schemas.openxmlformats.org/officeDocument/2006/relationships/slideLayout" Target="../slideLayouts/slideLayout59.xml"/><Relationship Id="rId18" Type="http://schemas.openxmlformats.org/officeDocument/2006/relationships/slideLayout" Target="../slideLayouts/slideLayout58.xml"/></Relationships>
</file>

<file path=ppt/slideMasters/_rels/slideMaster3.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99.xml"/><Relationship Id="rId22" Type="http://schemas.openxmlformats.org/officeDocument/2006/relationships/slideLayout" Target="../slideLayouts/slideLayout101.xml"/><Relationship Id="rId21" Type="http://schemas.openxmlformats.org/officeDocument/2006/relationships/slideLayout" Target="../slideLayouts/slideLayout100.xml"/><Relationship Id="rId24" Type="http://schemas.openxmlformats.org/officeDocument/2006/relationships/slideLayout" Target="../slideLayouts/slideLayout103.xml"/><Relationship Id="rId23" Type="http://schemas.openxmlformats.org/officeDocument/2006/relationships/slideLayout" Target="../slideLayouts/slideLayout102.xml"/><Relationship Id="rId1" Type="http://schemas.openxmlformats.org/officeDocument/2006/relationships/slideLayout" Target="../slideLayouts/slideLayout80.xml"/><Relationship Id="rId2" Type="http://schemas.openxmlformats.org/officeDocument/2006/relationships/slideLayout" Target="../slideLayouts/slideLayout81.xml"/><Relationship Id="rId3" Type="http://schemas.openxmlformats.org/officeDocument/2006/relationships/slideLayout" Target="../slideLayouts/slideLayout82.xml"/><Relationship Id="rId4" Type="http://schemas.openxmlformats.org/officeDocument/2006/relationships/slideLayout" Target="../slideLayouts/slideLayout83.xml"/><Relationship Id="rId9" Type="http://schemas.openxmlformats.org/officeDocument/2006/relationships/slideLayout" Target="../slideLayouts/slideLayout88.xml"/><Relationship Id="rId26" Type="http://schemas.openxmlformats.org/officeDocument/2006/relationships/slideLayout" Target="../slideLayouts/slideLayout105.xml"/><Relationship Id="rId25" Type="http://schemas.openxmlformats.org/officeDocument/2006/relationships/slideLayout" Target="../slideLayouts/slideLayout104.xml"/><Relationship Id="rId28" Type="http://schemas.openxmlformats.org/officeDocument/2006/relationships/slideLayout" Target="../slideLayouts/slideLayout107.xml"/><Relationship Id="rId27" Type="http://schemas.openxmlformats.org/officeDocument/2006/relationships/slideLayout" Target="../slideLayouts/slideLayout106.xml"/><Relationship Id="rId5" Type="http://schemas.openxmlformats.org/officeDocument/2006/relationships/slideLayout" Target="../slideLayouts/slideLayout84.xml"/><Relationship Id="rId6" Type="http://schemas.openxmlformats.org/officeDocument/2006/relationships/slideLayout" Target="../slideLayouts/slideLayout85.xml"/><Relationship Id="rId29" Type="http://schemas.openxmlformats.org/officeDocument/2006/relationships/slideLayout" Target="../slideLayouts/slideLayout108.xml"/><Relationship Id="rId7" Type="http://schemas.openxmlformats.org/officeDocument/2006/relationships/slideLayout" Target="../slideLayouts/slideLayout86.xml"/><Relationship Id="rId8" Type="http://schemas.openxmlformats.org/officeDocument/2006/relationships/slideLayout" Target="../slideLayouts/slideLayout87.xml"/><Relationship Id="rId31" Type="http://schemas.openxmlformats.org/officeDocument/2006/relationships/slideLayout" Target="../slideLayouts/slideLayout110.xml"/><Relationship Id="rId30" Type="http://schemas.openxmlformats.org/officeDocument/2006/relationships/slideLayout" Target="../slideLayouts/slideLayout109.xml"/><Relationship Id="rId11" Type="http://schemas.openxmlformats.org/officeDocument/2006/relationships/slideLayout" Target="../slideLayouts/slideLayout90.xml"/><Relationship Id="rId33" Type="http://schemas.openxmlformats.org/officeDocument/2006/relationships/slideLayout" Target="../slideLayouts/slideLayout112.xml"/><Relationship Id="rId10" Type="http://schemas.openxmlformats.org/officeDocument/2006/relationships/slideLayout" Target="../slideLayouts/slideLayout89.xml"/><Relationship Id="rId32" Type="http://schemas.openxmlformats.org/officeDocument/2006/relationships/slideLayout" Target="../slideLayouts/slideLayout111.xml"/><Relationship Id="rId13" Type="http://schemas.openxmlformats.org/officeDocument/2006/relationships/slideLayout" Target="../slideLayouts/slideLayout92.xml"/><Relationship Id="rId35" Type="http://schemas.openxmlformats.org/officeDocument/2006/relationships/slideLayout" Target="../slideLayouts/slideLayout114.xml"/><Relationship Id="rId12" Type="http://schemas.openxmlformats.org/officeDocument/2006/relationships/slideLayout" Target="../slideLayouts/slideLayout91.xml"/><Relationship Id="rId34" Type="http://schemas.openxmlformats.org/officeDocument/2006/relationships/slideLayout" Target="../slideLayouts/slideLayout113.xml"/><Relationship Id="rId15" Type="http://schemas.openxmlformats.org/officeDocument/2006/relationships/slideLayout" Target="../slideLayouts/slideLayout94.xml"/><Relationship Id="rId37" Type="http://schemas.openxmlformats.org/officeDocument/2006/relationships/slideLayout" Target="../slideLayouts/slideLayout116.xml"/><Relationship Id="rId14" Type="http://schemas.openxmlformats.org/officeDocument/2006/relationships/slideLayout" Target="../slideLayouts/slideLayout93.xml"/><Relationship Id="rId36" Type="http://schemas.openxmlformats.org/officeDocument/2006/relationships/slideLayout" Target="../slideLayouts/slideLayout115.xml"/><Relationship Id="rId17" Type="http://schemas.openxmlformats.org/officeDocument/2006/relationships/slideLayout" Target="../slideLayouts/slideLayout96.xml"/><Relationship Id="rId39" Type="http://schemas.openxmlformats.org/officeDocument/2006/relationships/slideLayout" Target="../slideLayouts/slideLayout118.xml"/><Relationship Id="rId16" Type="http://schemas.openxmlformats.org/officeDocument/2006/relationships/slideLayout" Target="../slideLayouts/slideLayout95.xml"/><Relationship Id="rId38" Type="http://schemas.openxmlformats.org/officeDocument/2006/relationships/slideLayout" Target="../slideLayouts/slideLayout117.xml"/><Relationship Id="rId19" Type="http://schemas.openxmlformats.org/officeDocument/2006/relationships/slideLayout" Target="../slideLayouts/slideLayout98.xml"/><Relationship Id="rId18" Type="http://schemas.openxmlformats.org/officeDocument/2006/relationships/slideLayout" Target="../slideLayouts/slideLayout9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2"/>
            </a:gs>
            <a:gs pos="100000">
              <a:schemeClr val="dk2"/>
            </a:gs>
          </a:gsLst>
          <a:path path="circle">
            <a:fillToRect b="50%" l="50%" r="50%" t="50%"/>
          </a:path>
          <a:tileRect/>
        </a:gra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1pPr>
            <a:lvl2pPr lvl="1"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2pPr>
            <a:lvl3pPr lvl="2"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3pPr>
            <a:lvl4pPr lvl="3"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4pPr>
            <a:lvl5pPr lvl="4"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5pPr>
            <a:lvl6pPr lvl="5"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6pPr>
            <a:lvl7pPr lvl="6"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7pPr>
            <a:lvl8pPr lvl="7"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8pPr>
            <a:lvl9pPr lvl="8"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9pPr>
          </a:lstStyle>
          <a:p/>
        </p:txBody>
      </p:sp>
      <p:sp>
        <p:nvSpPr>
          <p:cNvPr id="11" name="Google Shape;11;p1"/>
          <p:cNvSpPr txBox="1"/>
          <p:nvPr>
            <p:ph idx="1" type="body"/>
          </p:nvPr>
        </p:nvSpPr>
        <p:spPr>
          <a:xfrm>
            <a:off x="720000" y="1217550"/>
            <a:ext cx="7704000" cy="3385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1pPr>
            <a:lvl2pPr indent="-317500" lvl="1" marL="9144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2pPr>
            <a:lvl3pPr indent="-317500" lvl="2" marL="13716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3pPr>
            <a:lvl4pPr indent="-317500" lvl="3" marL="18288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4pPr>
            <a:lvl5pPr indent="-317500" lvl="4" marL="22860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5pPr>
            <a:lvl6pPr indent="-317500" lvl="5" marL="27432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6pPr>
            <a:lvl7pPr indent="-317500" lvl="6" marL="32004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7pPr>
            <a:lvl8pPr indent="-317500" lvl="7" marL="36576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8pPr>
            <a:lvl9pPr indent="-317500" lvl="8" marL="4114800" marR="0" rtl="0" algn="l">
              <a:lnSpc>
                <a:spcPct val="100000"/>
              </a:lnSpc>
              <a:spcBef>
                <a:spcPts val="1600"/>
              </a:spcBef>
              <a:spcAft>
                <a:spcPts val="160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2"/>
            </a:gs>
            <a:gs pos="100000">
              <a:schemeClr val="dk2"/>
            </a:gs>
          </a:gsLst>
          <a:path path="circle">
            <a:fillToRect b="50%" l="50%" r="50%" t="50%"/>
          </a:path>
          <a:tileRect/>
        </a:gradFill>
      </p:bgPr>
    </p:bg>
    <p:spTree>
      <p:nvGrpSpPr>
        <p:cNvPr id="1137" name="Shape 1137"/>
        <p:cNvGrpSpPr/>
        <p:nvPr/>
      </p:nvGrpSpPr>
      <p:grpSpPr>
        <a:xfrm>
          <a:off x="0" y="0"/>
          <a:ext cx="0" cy="0"/>
          <a:chOff x="0" y="0"/>
          <a:chExt cx="0" cy="0"/>
        </a:xfrm>
      </p:grpSpPr>
      <p:sp>
        <p:nvSpPr>
          <p:cNvPr id="1138" name="Google Shape;1138;p42"/>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1pPr>
            <a:lvl2pPr lvl="1"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2pPr>
            <a:lvl3pPr lvl="2"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3pPr>
            <a:lvl4pPr lvl="3"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4pPr>
            <a:lvl5pPr lvl="4"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5pPr>
            <a:lvl6pPr lvl="5"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6pPr>
            <a:lvl7pPr lvl="6"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7pPr>
            <a:lvl8pPr lvl="7"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8pPr>
            <a:lvl9pPr lvl="8"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9pPr>
          </a:lstStyle>
          <a:p/>
        </p:txBody>
      </p:sp>
      <p:sp>
        <p:nvSpPr>
          <p:cNvPr id="1139" name="Google Shape;1139;p42"/>
          <p:cNvSpPr txBox="1"/>
          <p:nvPr>
            <p:ph idx="1" type="body"/>
          </p:nvPr>
        </p:nvSpPr>
        <p:spPr>
          <a:xfrm>
            <a:off x="720000" y="1217550"/>
            <a:ext cx="7704000" cy="3385800"/>
          </a:xfrm>
          <a:prstGeom prst="rect">
            <a:avLst/>
          </a:prstGeom>
          <a:noFill/>
          <a:ln>
            <a:noFill/>
          </a:ln>
        </p:spPr>
        <p:txBody>
          <a:bodyPr anchorCtr="0" anchor="t" bIns="91425" lIns="91425" spcFirstLastPara="1" rIns="91425" wrap="square" tIns="91425">
            <a:noAutofit/>
          </a:bodyPr>
          <a:lstStyle>
            <a:lvl1pPr indent="-317500" lvl="0" marL="457200" marR="0" algn="l">
              <a:lnSpc>
                <a:spcPct val="100000"/>
              </a:lnSpc>
              <a:spcBef>
                <a:spcPts val="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1pPr>
            <a:lvl2pPr indent="-317500" lvl="1" marL="9144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2pPr>
            <a:lvl3pPr indent="-317500" lvl="2" marL="13716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3pPr>
            <a:lvl4pPr indent="-317500" lvl="3" marL="18288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4pPr>
            <a:lvl5pPr indent="-317500" lvl="4" marL="22860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5pPr>
            <a:lvl6pPr indent="-317500" lvl="5" marL="27432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6pPr>
            <a:lvl7pPr indent="-317500" lvl="6" marL="32004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7pPr>
            <a:lvl8pPr indent="-317500" lvl="7" marL="36576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8pPr>
            <a:lvl9pPr indent="-317500" lvl="8" marL="4114800" marR="0" algn="l">
              <a:lnSpc>
                <a:spcPct val="100000"/>
              </a:lnSpc>
              <a:spcBef>
                <a:spcPts val="1600"/>
              </a:spcBef>
              <a:spcAft>
                <a:spcPts val="160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9pPr>
          </a:lstStyle>
          <a:p/>
        </p:txBody>
      </p:sp>
    </p:spTree>
  </p:cSld>
  <p:clrMap accent1="accent1" accent2="accent2" accent3="accent3" accent4="accent4" accent5="accent5" accent6="accent6" bg1="lt1" bg2="dk2" tx1="dk1" tx2="lt2" folHlink="folHlink" hlink="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 id="2147483708" r:id="rId21"/>
    <p:sldLayoutId id="2147483709" r:id="rId22"/>
    <p:sldLayoutId id="2147483710" r:id="rId23"/>
    <p:sldLayoutId id="2147483711" r:id="rId24"/>
    <p:sldLayoutId id="2147483712" r:id="rId25"/>
    <p:sldLayoutId id="2147483713" r:id="rId26"/>
    <p:sldLayoutId id="2147483714" r:id="rId27"/>
    <p:sldLayoutId id="2147483715" r:id="rId28"/>
    <p:sldLayoutId id="2147483716" r:id="rId29"/>
    <p:sldLayoutId id="2147483717" r:id="rId30"/>
    <p:sldLayoutId id="2147483718" r:id="rId31"/>
    <p:sldLayoutId id="2147483719" r:id="rId32"/>
    <p:sldLayoutId id="2147483720" r:id="rId33"/>
    <p:sldLayoutId id="2147483721" r:id="rId34"/>
    <p:sldLayoutId id="2147483722" r:id="rId35"/>
    <p:sldLayoutId id="2147483723" r:id="rId36"/>
    <p:sldLayoutId id="2147483724" r:id="rId37"/>
    <p:sldLayoutId id="2147483725" r:id="rId38"/>
    <p:sldLayoutId id="2147483726" r:id="rId3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2"/>
            </a:gs>
            <a:gs pos="100000">
              <a:schemeClr val="dk2"/>
            </a:gs>
          </a:gsLst>
          <a:path path="circle">
            <a:fillToRect b="50%" l="50%" r="50%" t="50%"/>
          </a:path>
          <a:tileRect/>
        </a:gradFill>
      </p:bgPr>
    </p:bg>
    <p:spTree>
      <p:nvGrpSpPr>
        <p:cNvPr id="2258" name="Shape 2258"/>
        <p:cNvGrpSpPr/>
        <p:nvPr/>
      </p:nvGrpSpPr>
      <p:grpSpPr>
        <a:xfrm>
          <a:off x="0" y="0"/>
          <a:ext cx="0" cy="0"/>
          <a:chOff x="0" y="0"/>
          <a:chExt cx="0" cy="0"/>
        </a:xfrm>
      </p:grpSpPr>
      <p:sp>
        <p:nvSpPr>
          <p:cNvPr id="2259" name="Google Shape;2259;p82"/>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1pPr>
            <a:lvl2pPr lvl="1"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2pPr>
            <a:lvl3pPr lvl="2"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3pPr>
            <a:lvl4pPr lvl="3"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4pPr>
            <a:lvl5pPr lvl="4"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5pPr>
            <a:lvl6pPr lvl="5"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6pPr>
            <a:lvl7pPr lvl="6"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7pPr>
            <a:lvl8pPr lvl="7"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8pPr>
            <a:lvl9pPr lvl="8" marR="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9pPr>
          </a:lstStyle>
          <a:p/>
        </p:txBody>
      </p:sp>
      <p:sp>
        <p:nvSpPr>
          <p:cNvPr id="2260" name="Google Shape;2260;p82"/>
          <p:cNvSpPr txBox="1"/>
          <p:nvPr>
            <p:ph idx="1" type="body"/>
          </p:nvPr>
        </p:nvSpPr>
        <p:spPr>
          <a:xfrm>
            <a:off x="720000" y="1217550"/>
            <a:ext cx="7704000" cy="3385800"/>
          </a:xfrm>
          <a:prstGeom prst="rect">
            <a:avLst/>
          </a:prstGeom>
          <a:noFill/>
          <a:ln>
            <a:noFill/>
          </a:ln>
        </p:spPr>
        <p:txBody>
          <a:bodyPr anchorCtr="0" anchor="t" bIns="91425" lIns="91425" spcFirstLastPara="1" rIns="91425" wrap="square" tIns="91425">
            <a:noAutofit/>
          </a:bodyPr>
          <a:lstStyle>
            <a:lvl1pPr indent="-317500" lvl="0" marL="457200" marR="0" algn="l">
              <a:lnSpc>
                <a:spcPct val="100000"/>
              </a:lnSpc>
              <a:spcBef>
                <a:spcPts val="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1pPr>
            <a:lvl2pPr indent="-317500" lvl="1" marL="9144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2pPr>
            <a:lvl3pPr indent="-317500" lvl="2" marL="13716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3pPr>
            <a:lvl4pPr indent="-317500" lvl="3" marL="18288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4pPr>
            <a:lvl5pPr indent="-317500" lvl="4" marL="22860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5pPr>
            <a:lvl6pPr indent="-317500" lvl="5" marL="27432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6pPr>
            <a:lvl7pPr indent="-317500" lvl="6" marL="32004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7pPr>
            <a:lvl8pPr indent="-317500" lvl="7" marL="3657600" marR="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8pPr>
            <a:lvl9pPr indent="-317500" lvl="8" marL="4114800" marR="0" algn="l">
              <a:lnSpc>
                <a:spcPct val="100000"/>
              </a:lnSpc>
              <a:spcBef>
                <a:spcPts val="1600"/>
              </a:spcBef>
              <a:spcAft>
                <a:spcPts val="160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9pPr>
          </a:lstStyle>
          <a:p/>
        </p:txBody>
      </p:sp>
    </p:spTree>
  </p:cSld>
  <p:clrMap accent1="accent1" accent2="accent2" accent3="accent3" accent4="accent4" accent5="accent5" accent6="accent6" bg1="lt1" bg2="dk2" tx1="dk1" tx2="lt2" folHlink="folHlink" hlink="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 id="2147483752" r:id="rId26"/>
    <p:sldLayoutId id="2147483753" r:id="rId27"/>
    <p:sldLayoutId id="2147483754" r:id="rId28"/>
    <p:sldLayoutId id="2147483755" r:id="rId29"/>
    <p:sldLayoutId id="2147483756" r:id="rId30"/>
    <p:sldLayoutId id="2147483757" r:id="rId31"/>
    <p:sldLayoutId id="2147483758" r:id="rId32"/>
    <p:sldLayoutId id="2147483759" r:id="rId33"/>
    <p:sldLayoutId id="2147483760" r:id="rId34"/>
    <p:sldLayoutId id="2147483761" r:id="rId35"/>
    <p:sldLayoutId id="2147483762" r:id="rId36"/>
    <p:sldLayoutId id="2147483763" r:id="rId37"/>
    <p:sldLayoutId id="2147483764" r:id="rId38"/>
    <p:sldLayoutId id="2147483765" r:id="rId3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nngroup.com/articles/fitts-law/" TargetMode="Externa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hyperlink" Target="https://en.wikipedia.org/wiki/Hick's_law"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2" name="Shape 3382"/>
        <p:cNvGrpSpPr/>
        <p:nvPr/>
      </p:nvGrpSpPr>
      <p:grpSpPr>
        <a:xfrm>
          <a:off x="0" y="0"/>
          <a:ext cx="0" cy="0"/>
          <a:chOff x="0" y="0"/>
          <a:chExt cx="0" cy="0"/>
        </a:xfrm>
      </p:grpSpPr>
      <p:sp>
        <p:nvSpPr>
          <p:cNvPr id="3383" name="Google Shape;3383;p122"/>
          <p:cNvSpPr txBox="1"/>
          <p:nvPr>
            <p:ph idx="1" type="subTitle"/>
          </p:nvPr>
        </p:nvSpPr>
        <p:spPr>
          <a:xfrm rot="-615">
            <a:off x="719999" y="2993858"/>
            <a:ext cx="3354000" cy="426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it-IT"/>
              <a:t>IUM 2024/2025</a:t>
            </a:r>
            <a:endParaRPr/>
          </a:p>
        </p:txBody>
      </p:sp>
      <p:sp>
        <p:nvSpPr>
          <p:cNvPr id="3384" name="Google Shape;3384;p122"/>
          <p:cNvSpPr txBox="1"/>
          <p:nvPr>
            <p:ph type="ctrTitle"/>
          </p:nvPr>
        </p:nvSpPr>
        <p:spPr>
          <a:xfrm>
            <a:off x="720000" y="540000"/>
            <a:ext cx="6378600" cy="255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6000"/>
              <a:buNone/>
            </a:pPr>
            <a:r>
              <a:rPr lang="it-IT"/>
              <a:t>HCI </a:t>
            </a:r>
            <a:br>
              <a:rPr lang="it-IT"/>
            </a:br>
            <a:r>
              <a:rPr lang="it-IT"/>
              <a:t>Principles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8" name="Shape 3388"/>
        <p:cNvGrpSpPr/>
        <p:nvPr/>
      </p:nvGrpSpPr>
      <p:grpSpPr>
        <a:xfrm>
          <a:off x="0" y="0"/>
          <a:ext cx="0" cy="0"/>
          <a:chOff x="0" y="0"/>
          <a:chExt cx="0" cy="0"/>
        </a:xfrm>
      </p:grpSpPr>
      <p:sp>
        <p:nvSpPr>
          <p:cNvPr id="3389" name="Google Shape;3389;p123"/>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people are complex</a:t>
            </a:r>
            <a:endParaRPr/>
          </a:p>
        </p:txBody>
      </p:sp>
      <p:sp>
        <p:nvSpPr>
          <p:cNvPr id="3390" name="Google Shape;3390;p123"/>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92500" lnSpcReduction="20000"/>
          </a:bodyPr>
          <a:lstStyle/>
          <a:p>
            <a:pPr indent="-331470" lvl="0" marL="342900" rtl="0" algn="l">
              <a:lnSpc>
                <a:spcPct val="115000"/>
              </a:lnSpc>
              <a:spcBef>
                <a:spcPts val="0"/>
              </a:spcBef>
              <a:spcAft>
                <a:spcPts val="0"/>
              </a:spcAft>
              <a:buClr>
                <a:schemeClr val="lt1"/>
              </a:buClr>
              <a:buSzPct val="100000"/>
              <a:buFont typeface="Arial"/>
              <a:buChar char="●"/>
            </a:pPr>
            <a:r>
              <a:rPr lang="it-IT" sz="2400"/>
              <a:t>individual differences: ≠ thinking styles, ≠ interaction strategies</a:t>
            </a:r>
            <a:endParaRPr/>
          </a:p>
          <a:p>
            <a:pPr indent="-331470" lvl="0" marL="342900" rtl="0" algn="l">
              <a:lnSpc>
                <a:spcPct val="115000"/>
              </a:lnSpc>
              <a:spcBef>
                <a:spcPts val="480"/>
              </a:spcBef>
              <a:spcAft>
                <a:spcPts val="0"/>
              </a:spcAft>
              <a:buClr>
                <a:schemeClr val="lt1"/>
              </a:buClr>
              <a:buSzPct val="100000"/>
              <a:buFont typeface="Arial"/>
              <a:buChar char="●"/>
            </a:pPr>
            <a:r>
              <a:rPr lang="it-IT" sz="2400"/>
              <a:t>parallel processing</a:t>
            </a:r>
            <a:r>
              <a:rPr baseline="30000" lang="it-IT" sz="2400"/>
              <a:t>:</a:t>
            </a:r>
            <a:r>
              <a:rPr lang="it-IT" sz="2400"/>
              <a:t> people may handle ≠ jobs at the same time - how can we use this?</a:t>
            </a:r>
            <a:endParaRPr/>
          </a:p>
          <a:p>
            <a:pPr indent="-331470" lvl="0" marL="342900" rtl="0" algn="l">
              <a:lnSpc>
                <a:spcPct val="115000"/>
              </a:lnSpc>
              <a:spcBef>
                <a:spcPts val="480"/>
              </a:spcBef>
              <a:spcAft>
                <a:spcPts val="0"/>
              </a:spcAft>
              <a:buClr>
                <a:schemeClr val="lt1"/>
              </a:buClr>
              <a:buSzPct val="100000"/>
              <a:buFont typeface="Arial"/>
              <a:buChar char="●"/>
            </a:pPr>
            <a:r>
              <a:rPr lang="it-IT" sz="2400" u="sng"/>
              <a:t>expert systems</a:t>
            </a:r>
            <a:r>
              <a:rPr lang="it-IT" sz="2400"/>
              <a:t>: it is convenient to view the mind as an expert system: LTM a body of rules, STM a blackboard, the number of goals is limited, access to rules in LTM increases their probability of future access...</a:t>
            </a:r>
            <a:endParaRPr/>
          </a:p>
          <a:p>
            <a:pPr indent="-331470" lvl="0" marL="342900" rtl="0" algn="l">
              <a:lnSpc>
                <a:spcPct val="115000"/>
              </a:lnSpc>
              <a:spcBef>
                <a:spcPts val="480"/>
              </a:spcBef>
              <a:spcAft>
                <a:spcPts val="0"/>
              </a:spcAft>
              <a:buClr>
                <a:schemeClr val="lt1"/>
              </a:buClr>
              <a:buSzPct val="100000"/>
              <a:buFont typeface="Arial"/>
              <a:buChar char="●"/>
            </a:pPr>
            <a:r>
              <a:rPr lang="it-IT" sz="2400"/>
              <a:t>wider issues: motivation, stress, play, environment affect the user and therefore his attitudes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4" name="Shape 3394"/>
        <p:cNvGrpSpPr/>
        <p:nvPr/>
      </p:nvGrpSpPr>
      <p:grpSpPr>
        <a:xfrm>
          <a:off x="0" y="0"/>
          <a:ext cx="0" cy="0"/>
          <a:chOff x="0" y="0"/>
          <a:chExt cx="0" cy="0"/>
        </a:xfrm>
      </p:grpSpPr>
      <p:sp>
        <p:nvSpPr>
          <p:cNvPr id="3395" name="Google Shape;3395;p124"/>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skill/rule/knowledge</a:t>
            </a:r>
            <a:endParaRPr/>
          </a:p>
        </p:txBody>
      </p:sp>
      <p:sp>
        <p:nvSpPr>
          <p:cNvPr id="3396" name="Google Shape;3396;p124"/>
          <p:cNvSpPr txBox="1"/>
          <p:nvPr>
            <p:ph idx="1" type="body"/>
          </p:nvPr>
        </p:nvSpPr>
        <p:spPr>
          <a:xfrm>
            <a:off x="720000" y="1217550"/>
            <a:ext cx="7704000" cy="3076500"/>
          </a:xfrm>
          <a:prstGeom prst="rect">
            <a:avLst/>
          </a:prstGeom>
          <a:noFill/>
          <a:ln>
            <a:noFill/>
          </a:ln>
        </p:spPr>
        <p:txBody>
          <a:bodyPr anchorCtr="0" anchor="t" bIns="44450" lIns="90475" spcFirstLastPara="1" rIns="90475" wrap="square" tIns="44450">
            <a:normAutofit fontScale="77500"/>
          </a:bodyPr>
          <a:lstStyle/>
          <a:p>
            <a:pPr indent="-575310" lvl="0" marL="609600" rtl="0" algn="l">
              <a:lnSpc>
                <a:spcPct val="115000"/>
              </a:lnSpc>
              <a:spcBef>
                <a:spcPts val="0"/>
              </a:spcBef>
              <a:spcAft>
                <a:spcPts val="0"/>
              </a:spcAft>
              <a:buClr>
                <a:schemeClr val="lt1"/>
              </a:buClr>
              <a:buSzPct val="100000"/>
              <a:buFont typeface="Arial"/>
              <a:buAutoNum type="arabicPeriod"/>
            </a:pPr>
            <a:r>
              <a:rPr b="1" lang="it-IT" sz="2400"/>
              <a:t>skill-based</a:t>
            </a:r>
            <a:r>
              <a:rPr lang="it-IT" sz="2400"/>
              <a:t> performance runs </a:t>
            </a:r>
            <a:r>
              <a:rPr lang="it-IT" sz="2400" u="sng"/>
              <a:t>without conscious attention</a:t>
            </a:r>
            <a:r>
              <a:rPr lang="it-IT" sz="2400"/>
              <a:t> or control, e.g. typing for a typist - it works only if the user's control model is an adequate representation of the interface</a:t>
            </a:r>
            <a:endParaRPr/>
          </a:p>
          <a:p>
            <a:pPr indent="-575310" lvl="0" marL="609600" rtl="0" algn="l">
              <a:lnSpc>
                <a:spcPct val="115000"/>
              </a:lnSpc>
              <a:spcBef>
                <a:spcPts val="480"/>
              </a:spcBef>
              <a:spcAft>
                <a:spcPts val="0"/>
              </a:spcAft>
              <a:buClr>
                <a:schemeClr val="lt1"/>
              </a:buClr>
              <a:buSzPct val="100000"/>
              <a:buFont typeface="Arial"/>
              <a:buAutoNum type="arabicPeriod"/>
            </a:pPr>
            <a:r>
              <a:rPr b="1" lang="it-IT" sz="2400"/>
              <a:t>rule-based</a:t>
            </a:r>
            <a:r>
              <a:rPr lang="it-IT" sz="2400"/>
              <a:t> performance is the </a:t>
            </a:r>
            <a:r>
              <a:rPr lang="it-IT" sz="2400" u="sng"/>
              <a:t>recollection of skilled behaviour patterns</a:t>
            </a:r>
            <a:endParaRPr u="sng"/>
          </a:p>
          <a:p>
            <a:pPr indent="-575310" lvl="0" marL="609600" rtl="0" algn="l">
              <a:lnSpc>
                <a:spcPct val="115000"/>
              </a:lnSpc>
              <a:spcBef>
                <a:spcPts val="480"/>
              </a:spcBef>
              <a:spcAft>
                <a:spcPts val="0"/>
              </a:spcAft>
              <a:buClr>
                <a:schemeClr val="lt1"/>
              </a:buClr>
              <a:buSzPct val="100000"/>
              <a:buFont typeface="Arial"/>
              <a:buAutoNum type="arabicPeriod"/>
            </a:pPr>
            <a:r>
              <a:rPr b="1" lang="it-IT" sz="2400"/>
              <a:t>knowledge-based </a:t>
            </a:r>
            <a:r>
              <a:rPr lang="it-IT" sz="2400"/>
              <a:t>behaviour is used for an </a:t>
            </a:r>
            <a:r>
              <a:rPr lang="it-IT" sz="2400" u="sng"/>
              <a:t>interaction poorly rehearsed so that rules have not been developed</a:t>
            </a:r>
            <a:r>
              <a:rPr lang="it-IT" sz="2400"/>
              <a:t> - goals must be explicitly formulated in order to work out a plan</a:t>
            </a:r>
            <a:endParaRPr/>
          </a:p>
        </p:txBody>
      </p:sp>
      <p:sp>
        <p:nvSpPr>
          <p:cNvPr id="3397" name="Google Shape;3397;p124"/>
          <p:cNvSpPr/>
          <p:nvPr/>
        </p:nvSpPr>
        <p:spPr>
          <a:xfrm>
            <a:off x="2411413" y="789385"/>
            <a:ext cx="3625800" cy="387000"/>
          </a:xfrm>
          <a:prstGeom prst="rect">
            <a:avLst/>
          </a:prstGeom>
          <a:noFill/>
          <a:ln>
            <a:noFill/>
          </a:ln>
        </p:spPr>
        <p:txBody>
          <a:bodyPr anchorCtr="0" anchor="t" bIns="44450" lIns="90475" spcFirstLastPara="1" rIns="90475" wrap="square" tIns="44450">
            <a:noAutofit/>
          </a:bodyPr>
          <a:lstStyle/>
          <a:p>
            <a:pPr indent="0" lvl="0" marL="0" marR="0" rtl="0" algn="ctr">
              <a:lnSpc>
                <a:spcPct val="100000"/>
              </a:lnSpc>
              <a:spcBef>
                <a:spcPts val="0"/>
              </a:spcBef>
              <a:spcAft>
                <a:spcPts val="0"/>
              </a:spcAft>
              <a:buClr>
                <a:srgbClr val="000000"/>
              </a:buClr>
              <a:buSzPts val="2600"/>
              <a:buFont typeface="Arial"/>
              <a:buNone/>
            </a:pPr>
            <a:r>
              <a:rPr b="0" i="0" lang="it-IT" sz="2600" u="sng" cap="none" strike="noStrike">
                <a:solidFill>
                  <a:srgbClr val="FFFF00"/>
                </a:solidFill>
                <a:latin typeface="Overpass"/>
                <a:ea typeface="Overpass"/>
                <a:cs typeface="Overpass"/>
                <a:sym typeface="Overpass"/>
              </a:rPr>
              <a:t>3 levels of abstraction</a:t>
            </a:r>
            <a:endParaRPr b="0" i="0" sz="1200" u="none" cap="none" strike="noStrike">
              <a:solidFill>
                <a:srgbClr val="000000"/>
              </a:solidFill>
              <a:latin typeface="Overpass"/>
              <a:ea typeface="Overpass"/>
              <a:cs typeface="Overpass"/>
              <a:sym typeface="Overpass"/>
            </a:endParaRPr>
          </a:p>
        </p:txBody>
      </p:sp>
      <p:sp>
        <p:nvSpPr>
          <p:cNvPr id="3398" name="Google Shape;3398;p124"/>
          <p:cNvSpPr/>
          <p:nvPr/>
        </p:nvSpPr>
        <p:spPr>
          <a:xfrm>
            <a:off x="0" y="4354116"/>
            <a:ext cx="9144000" cy="614400"/>
          </a:xfrm>
          <a:prstGeom prst="rect">
            <a:avLst/>
          </a:prstGeom>
          <a:noFill/>
          <a:ln>
            <a:noFill/>
          </a:ln>
        </p:spPr>
        <p:txBody>
          <a:bodyPr anchorCtr="0" anchor="t" bIns="44450" lIns="90475" spcFirstLastPara="1" rIns="90475" wrap="square" tIns="44450">
            <a:noAutofit/>
          </a:bodyPr>
          <a:lstStyle/>
          <a:p>
            <a:pPr indent="0" lvl="0" marL="0" marR="0" rtl="0" algn="ctr">
              <a:lnSpc>
                <a:spcPct val="100000"/>
              </a:lnSpc>
              <a:spcBef>
                <a:spcPts val="0"/>
              </a:spcBef>
              <a:spcAft>
                <a:spcPts val="0"/>
              </a:spcAft>
              <a:buClr>
                <a:srgbClr val="000000"/>
              </a:buClr>
              <a:buSzPts val="2400"/>
              <a:buFont typeface="Arial"/>
              <a:buNone/>
            </a:pPr>
            <a:r>
              <a:rPr b="0" i="0" lang="it-IT" sz="2400" u="none" cap="none" strike="noStrike">
                <a:solidFill>
                  <a:srgbClr val="FFFF00"/>
                </a:solidFill>
                <a:latin typeface="Overpass"/>
                <a:ea typeface="Overpass"/>
                <a:cs typeface="Overpass"/>
                <a:sym typeface="Overpass"/>
              </a:rPr>
              <a:t>The system will favour the transition from knowledge-based to</a:t>
            </a:r>
            <a:endParaRPr b="0" i="0" sz="1400" u="none" cap="none" strike="noStrike">
              <a:solidFill>
                <a:srgbClr val="000000"/>
              </a:solidFill>
              <a:latin typeface="Overpass"/>
              <a:ea typeface="Overpass"/>
              <a:cs typeface="Overpass"/>
              <a:sym typeface="Overpass"/>
            </a:endParaRPr>
          </a:p>
          <a:p>
            <a:pPr indent="0" lvl="0" marL="0" marR="0" rtl="0" algn="ctr">
              <a:lnSpc>
                <a:spcPct val="100000"/>
              </a:lnSpc>
              <a:spcBef>
                <a:spcPts val="0"/>
              </a:spcBef>
              <a:spcAft>
                <a:spcPts val="0"/>
              </a:spcAft>
              <a:buClr>
                <a:srgbClr val="000000"/>
              </a:buClr>
              <a:buSzPts val="2400"/>
              <a:buFont typeface="Arial"/>
              <a:buNone/>
            </a:pPr>
            <a:r>
              <a:rPr b="0" i="0" lang="it-IT" sz="2400" u="none" cap="none" strike="noStrike">
                <a:solidFill>
                  <a:srgbClr val="FFFF00"/>
                </a:solidFill>
                <a:latin typeface="Overpass"/>
                <a:ea typeface="Overpass"/>
                <a:cs typeface="Overpass"/>
                <a:sym typeface="Overpass"/>
              </a:rPr>
              <a:t>skill-based user behaviour</a:t>
            </a:r>
            <a:endParaRPr b="0" i="0" sz="1400" u="none" cap="none" strike="noStrike">
              <a:solidFill>
                <a:srgbClr val="000000"/>
              </a:solidFill>
              <a:latin typeface="Overpass"/>
              <a:ea typeface="Overpass"/>
              <a:cs typeface="Overpass"/>
              <a:sym typeface="Overpas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2" name="Shape 3402"/>
        <p:cNvGrpSpPr/>
        <p:nvPr/>
      </p:nvGrpSpPr>
      <p:grpSpPr>
        <a:xfrm>
          <a:off x="0" y="0"/>
          <a:ext cx="0" cy="0"/>
          <a:chOff x="0" y="0"/>
          <a:chExt cx="0" cy="0"/>
        </a:xfrm>
      </p:grpSpPr>
      <p:sp>
        <p:nvSpPr>
          <p:cNvPr id="3403" name="Google Shape;3403;p125"/>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lang="it-IT"/>
              <a:t>symbolic/atomic/continuous</a:t>
            </a:r>
            <a:endParaRPr/>
          </a:p>
        </p:txBody>
      </p:sp>
      <p:sp>
        <p:nvSpPr>
          <p:cNvPr id="3404" name="Google Shape;3404;p125"/>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20000"/>
          </a:bodyPr>
          <a:lstStyle/>
          <a:p>
            <a:pPr indent="-251458" lvl="0" marL="285750" rtl="0" algn="l">
              <a:lnSpc>
                <a:spcPct val="115000"/>
              </a:lnSpc>
              <a:spcBef>
                <a:spcPts val="0"/>
              </a:spcBef>
              <a:spcAft>
                <a:spcPts val="0"/>
              </a:spcAft>
              <a:buClr>
                <a:srgbClr val="FFFF00"/>
              </a:buClr>
              <a:buSzPct val="100000"/>
              <a:buFont typeface="Arial"/>
              <a:buChar char="●"/>
            </a:pPr>
            <a:r>
              <a:rPr lang="it-IT" sz="2400" u="sng">
                <a:solidFill>
                  <a:srgbClr val="FFFF00"/>
                </a:solidFill>
              </a:rPr>
              <a:t>symbolic</a:t>
            </a:r>
            <a:r>
              <a:rPr lang="it-IT" sz="2400"/>
              <a:t> - textual commands with non-trivial syntax, example: </a:t>
            </a:r>
            <a:endParaRPr/>
          </a:p>
          <a:p>
            <a:pPr indent="-285750" lvl="0" marL="285750" rtl="0" algn="l">
              <a:lnSpc>
                <a:spcPct val="115000"/>
              </a:lnSpc>
              <a:spcBef>
                <a:spcPts val="480"/>
              </a:spcBef>
              <a:spcAft>
                <a:spcPts val="0"/>
              </a:spcAft>
              <a:buClr>
                <a:schemeClr val="lt1"/>
              </a:buClr>
              <a:buSzPct val="100000"/>
              <a:buFont typeface="Arial"/>
              <a:buNone/>
            </a:pPr>
            <a:r>
              <a:rPr lang="it-IT" sz="2400"/>
              <a:t>                  </a:t>
            </a:r>
            <a:r>
              <a:rPr i="1" lang="it-IT" sz="2400">
                <a:solidFill>
                  <a:srgbClr val="66FF33"/>
                </a:solidFill>
              </a:rPr>
              <a:t>delete</a:t>
            </a:r>
            <a:r>
              <a:rPr lang="it-IT" sz="2400">
                <a:solidFill>
                  <a:srgbClr val="66FF33"/>
                </a:solidFill>
              </a:rPr>
              <a:t> *.txt</a:t>
            </a:r>
            <a:r>
              <a:rPr lang="it-IT" sz="2400"/>
              <a:t>        (operation) (expression) </a:t>
            </a:r>
            <a:endParaRPr sz="2400"/>
          </a:p>
          <a:p>
            <a:pPr indent="0" lvl="0" marL="0" rtl="0" algn="l">
              <a:lnSpc>
                <a:spcPct val="115000"/>
              </a:lnSpc>
              <a:spcBef>
                <a:spcPts val="480"/>
              </a:spcBef>
              <a:spcAft>
                <a:spcPts val="0"/>
              </a:spcAft>
              <a:buClr>
                <a:schemeClr val="lt1"/>
              </a:buClr>
              <a:buSzPct val="100000"/>
              <a:buFont typeface="Arial"/>
              <a:buNone/>
            </a:pPr>
            <a:r>
              <a:rPr lang="it-IT" sz="2400"/>
              <a:t>evaluating to a list of file names ending in  </a:t>
            </a:r>
            <a:r>
              <a:rPr lang="it-IT" sz="2400">
                <a:solidFill>
                  <a:srgbClr val="66FF33"/>
                </a:solidFill>
              </a:rPr>
              <a:t>.txt</a:t>
            </a:r>
            <a:r>
              <a:rPr lang="it-IT" sz="2400"/>
              <a:t> </a:t>
            </a:r>
            <a:endParaRPr/>
          </a:p>
          <a:p>
            <a:pPr indent="-285750" lvl="0" marL="285750" rtl="0" algn="l">
              <a:lnSpc>
                <a:spcPct val="115000"/>
              </a:lnSpc>
              <a:spcBef>
                <a:spcPts val="480"/>
              </a:spcBef>
              <a:spcAft>
                <a:spcPts val="0"/>
              </a:spcAft>
              <a:buClr>
                <a:schemeClr val="lt1"/>
              </a:buClr>
              <a:buSzPct val="100000"/>
              <a:buFont typeface="Arial"/>
              <a:buNone/>
            </a:pPr>
            <a:r>
              <a:rPr lang="it-IT" sz="2400"/>
              <a:t>but this will be executed only after the user will press</a:t>
            </a:r>
            <a:endParaRPr/>
          </a:p>
          <a:p>
            <a:pPr indent="-285750" lvl="0" marL="285750" rtl="0" algn="l">
              <a:lnSpc>
                <a:spcPct val="115000"/>
              </a:lnSpc>
              <a:spcBef>
                <a:spcPts val="480"/>
              </a:spcBef>
              <a:spcAft>
                <a:spcPts val="0"/>
              </a:spcAft>
              <a:buClr>
                <a:schemeClr val="lt1"/>
              </a:buClr>
              <a:buSzPct val="100000"/>
              <a:buFont typeface="Arial"/>
              <a:buNone/>
            </a:pPr>
            <a:r>
              <a:rPr lang="it-IT" sz="2400"/>
              <a:t>                  </a:t>
            </a:r>
            <a:r>
              <a:rPr i="1" lang="it-IT" sz="2400">
                <a:solidFill>
                  <a:srgbClr val="66FF33"/>
                </a:solidFill>
              </a:rPr>
              <a:t>enter</a:t>
            </a:r>
            <a:r>
              <a:rPr i="1" lang="it-IT" sz="2400"/>
              <a:t> </a:t>
            </a:r>
            <a:r>
              <a:rPr lang="it-IT" sz="2400"/>
              <a:t> </a:t>
            </a:r>
            <a:endParaRPr/>
          </a:p>
          <a:p>
            <a:pPr indent="-285750" lvl="0" marL="285750" rtl="0" algn="l">
              <a:lnSpc>
                <a:spcPct val="115000"/>
              </a:lnSpc>
              <a:spcBef>
                <a:spcPts val="480"/>
              </a:spcBef>
              <a:spcAft>
                <a:spcPts val="0"/>
              </a:spcAft>
              <a:buClr>
                <a:schemeClr val="lt1"/>
              </a:buClr>
              <a:buSzPct val="100000"/>
              <a:buFont typeface="Arial"/>
              <a:buNone/>
            </a:pPr>
            <a:r>
              <a:rPr lang="it-IT" sz="2400"/>
              <a:t>to finally perform the </a:t>
            </a:r>
            <a:r>
              <a:rPr i="1" lang="it-IT" sz="2400">
                <a:solidFill>
                  <a:srgbClr val="66FF33"/>
                </a:solidFill>
              </a:rPr>
              <a:t>delete</a:t>
            </a:r>
            <a:r>
              <a:rPr lang="it-IT" sz="2400"/>
              <a:t>  operation.</a:t>
            </a:r>
            <a:endParaRPr sz="2400"/>
          </a:p>
          <a:p>
            <a:pPr indent="-285750" lvl="0" marL="285750" rtl="0" algn="l">
              <a:lnSpc>
                <a:spcPct val="115000"/>
              </a:lnSpc>
              <a:spcBef>
                <a:spcPts val="480"/>
              </a:spcBef>
              <a:spcAft>
                <a:spcPts val="0"/>
              </a:spcAft>
              <a:buClr>
                <a:schemeClr val="lt1"/>
              </a:buClr>
              <a:buSzPct val="100000"/>
              <a:buFont typeface="Arial"/>
              <a:buNone/>
            </a:pPr>
            <a:r>
              <a:rPr lang="it-IT" sz="2400"/>
              <a:t>Symbolic interfaces are often extensible</a:t>
            </a:r>
            <a:endParaRPr/>
          </a:p>
          <a:p>
            <a:pPr indent="-251458" lvl="0" marL="285750" rtl="0" algn="l">
              <a:lnSpc>
                <a:spcPct val="115000"/>
              </a:lnSpc>
              <a:spcBef>
                <a:spcPts val="480"/>
              </a:spcBef>
              <a:spcAft>
                <a:spcPts val="0"/>
              </a:spcAft>
              <a:buClr>
                <a:srgbClr val="FFFF00"/>
              </a:buClr>
              <a:buSzPct val="100000"/>
              <a:buFont typeface="Arial"/>
              <a:buChar char="●"/>
            </a:pPr>
            <a:r>
              <a:rPr lang="it-IT" sz="2400" u="sng">
                <a:solidFill>
                  <a:srgbClr val="FFFF00"/>
                </a:solidFill>
              </a:rPr>
              <a:t>atomic</a:t>
            </a:r>
            <a:r>
              <a:rPr lang="it-IT" sz="2400"/>
              <a:t> -   special purpose keys, perceived and executed immediately, trivial syntax, either succeed completely or have no effect, quantified, no composition available (menu interfaces are atomic)</a:t>
            </a:r>
            <a:endParaRPr/>
          </a:p>
        </p:txBody>
      </p:sp>
      <p:sp>
        <p:nvSpPr>
          <p:cNvPr id="3405" name="Google Shape;3405;p125"/>
          <p:cNvSpPr/>
          <p:nvPr/>
        </p:nvSpPr>
        <p:spPr>
          <a:xfrm>
            <a:off x="1493838" y="843700"/>
            <a:ext cx="6173700" cy="340500"/>
          </a:xfrm>
          <a:prstGeom prst="rect">
            <a:avLst/>
          </a:prstGeom>
          <a:noFill/>
          <a:ln>
            <a:noFill/>
          </a:ln>
        </p:spPr>
        <p:txBody>
          <a:bodyPr anchorCtr="0" anchor="t" bIns="44450" lIns="90475" spcFirstLastPara="1" rIns="90475" wrap="square" tIns="44450">
            <a:noAutofit/>
          </a:bodyPr>
          <a:lstStyle/>
          <a:p>
            <a:pPr indent="0" lvl="0" marL="0" marR="0" rtl="0" algn="ctr">
              <a:lnSpc>
                <a:spcPct val="100000"/>
              </a:lnSpc>
              <a:spcBef>
                <a:spcPts val="0"/>
              </a:spcBef>
              <a:spcAft>
                <a:spcPts val="0"/>
              </a:spcAft>
              <a:buClr>
                <a:srgbClr val="000000"/>
              </a:buClr>
              <a:buSzPts val="2100"/>
              <a:buFont typeface="Arial"/>
              <a:buNone/>
            </a:pPr>
            <a:r>
              <a:rPr b="1" i="0" lang="it-IT" sz="2100" u="none" cap="none" strike="noStrike">
                <a:solidFill>
                  <a:srgbClr val="FFFF00"/>
                </a:solidFill>
                <a:latin typeface="Overpass"/>
                <a:ea typeface="Overpass"/>
                <a:cs typeface="Overpass"/>
                <a:sym typeface="Overpass"/>
              </a:rPr>
              <a:t>three human modes ≡ the interface styles</a:t>
            </a:r>
            <a:endParaRPr b="0" i="0" sz="1100" u="none" cap="none" strike="noStrike">
              <a:solidFill>
                <a:srgbClr val="000000"/>
              </a:solidFill>
              <a:latin typeface="Overpass"/>
              <a:ea typeface="Overpass"/>
              <a:cs typeface="Overpass"/>
              <a:sym typeface="Overpass"/>
            </a:endParaRPr>
          </a:p>
        </p:txBody>
      </p:sp>
      <p:pic>
        <p:nvPicPr>
          <p:cNvPr id="3406" name="Google Shape;3406;p125"/>
          <p:cNvPicPr preferRelativeResize="0"/>
          <p:nvPr/>
        </p:nvPicPr>
        <p:blipFill>
          <a:blip r:embed="rId3">
            <a:alphaModFix/>
          </a:blip>
          <a:stretch>
            <a:fillRect/>
          </a:stretch>
        </p:blipFill>
        <p:spPr>
          <a:xfrm>
            <a:off x="8092275" y="3672475"/>
            <a:ext cx="873550" cy="873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0" name="Shape 3410"/>
        <p:cNvGrpSpPr/>
        <p:nvPr/>
      </p:nvGrpSpPr>
      <p:grpSpPr>
        <a:xfrm>
          <a:off x="0" y="0"/>
          <a:ext cx="0" cy="0"/>
          <a:chOff x="0" y="0"/>
          <a:chExt cx="0" cy="0"/>
        </a:xfrm>
      </p:grpSpPr>
      <p:sp>
        <p:nvSpPr>
          <p:cNvPr id="3411" name="Google Shape;3411;p126"/>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lang="it-IT"/>
              <a:t>last mode</a:t>
            </a:r>
            <a:endParaRPr/>
          </a:p>
        </p:txBody>
      </p:sp>
      <p:sp>
        <p:nvSpPr>
          <p:cNvPr id="3412" name="Google Shape;3412;p126"/>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92500" lnSpcReduction="20000"/>
          </a:bodyPr>
          <a:lstStyle/>
          <a:p>
            <a:pPr indent="-331470" lvl="0" marL="342900" rtl="0" algn="l">
              <a:lnSpc>
                <a:spcPct val="115000"/>
              </a:lnSpc>
              <a:spcBef>
                <a:spcPts val="0"/>
              </a:spcBef>
              <a:spcAft>
                <a:spcPts val="0"/>
              </a:spcAft>
              <a:buClr>
                <a:srgbClr val="FFFF00"/>
              </a:buClr>
              <a:buSzPct val="100000"/>
              <a:buFont typeface="Arial"/>
              <a:buChar char="●"/>
            </a:pPr>
            <a:r>
              <a:rPr lang="it-IT" sz="2400" u="sng">
                <a:solidFill>
                  <a:srgbClr val="FFFF00"/>
                </a:solidFill>
              </a:rPr>
              <a:t>continuous</a:t>
            </a:r>
            <a:r>
              <a:rPr lang="it-IT" sz="2400"/>
              <a:t> - using continuous input devices like a light pen, mouse, joystick with fast visual feedback for effective use - eye, finger, hand or arm movement even body</a:t>
            </a:r>
            <a:endParaRPr/>
          </a:p>
          <a:p>
            <a:pPr indent="-331470" lvl="0" marL="342900" rtl="0" algn="l">
              <a:lnSpc>
                <a:spcPct val="115000"/>
              </a:lnSpc>
              <a:spcBef>
                <a:spcPts val="480"/>
              </a:spcBef>
              <a:spcAft>
                <a:spcPts val="0"/>
              </a:spcAft>
              <a:buClr>
                <a:schemeClr val="lt1"/>
              </a:buClr>
              <a:buSzPct val="100000"/>
              <a:buFont typeface="Arial"/>
              <a:buChar char="●"/>
            </a:pPr>
            <a:r>
              <a:rPr lang="it-IT" sz="2400"/>
              <a:t>selection-oriented, they support atomic input style, also used for supplying parameters to a symbolic interface</a:t>
            </a:r>
            <a:endParaRPr/>
          </a:p>
          <a:p>
            <a:pPr indent="-331470" lvl="0" marL="342900" rtl="0" algn="l">
              <a:lnSpc>
                <a:spcPct val="115000"/>
              </a:lnSpc>
              <a:spcBef>
                <a:spcPts val="480"/>
              </a:spcBef>
              <a:spcAft>
                <a:spcPts val="0"/>
              </a:spcAft>
              <a:buClr>
                <a:schemeClr val="lt1"/>
              </a:buClr>
              <a:buSzPct val="100000"/>
              <a:buFont typeface="Arial"/>
              <a:buChar char="●"/>
            </a:pPr>
            <a:r>
              <a:rPr lang="it-IT" sz="2400"/>
              <a:t>A soft keyboard (an on-screen keyboard) allows users to input characters that might not be available on a physical keyboard, such as those from extended character sets (e.g., accented letters or special symbols).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6" name="Shape 3416"/>
        <p:cNvGrpSpPr/>
        <p:nvPr/>
      </p:nvGrpSpPr>
      <p:grpSpPr>
        <a:xfrm>
          <a:off x="0" y="0"/>
          <a:ext cx="0" cy="0"/>
          <a:chOff x="0" y="0"/>
          <a:chExt cx="0" cy="0"/>
        </a:xfrm>
      </p:grpSpPr>
      <p:sp>
        <p:nvSpPr>
          <p:cNvPr id="3417" name="Google Shape;3417;p127"/>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lang="it-IT"/>
              <a:t>interface styles, other differences</a:t>
            </a:r>
            <a:endParaRPr/>
          </a:p>
        </p:txBody>
      </p:sp>
      <p:sp>
        <p:nvSpPr>
          <p:cNvPr id="3418" name="Google Shape;3418;p127"/>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0000" lnSpcReduction="20000"/>
          </a:bodyPr>
          <a:lstStyle/>
          <a:p>
            <a:pPr indent="-297180" lvl="0" marL="342900" rtl="0" algn="l">
              <a:lnSpc>
                <a:spcPct val="115000"/>
              </a:lnSpc>
              <a:spcBef>
                <a:spcPts val="0"/>
              </a:spcBef>
              <a:spcAft>
                <a:spcPts val="0"/>
              </a:spcAft>
              <a:buClr>
                <a:schemeClr val="lt1"/>
              </a:buClr>
              <a:buSzPct val="100000"/>
              <a:buFont typeface="Arial"/>
              <a:buChar char="●"/>
            </a:pPr>
            <a:r>
              <a:rPr lang="it-IT" sz="2400"/>
              <a:t>each style is distinct, but can </a:t>
            </a:r>
            <a:r>
              <a:rPr lang="it-IT" sz="2400">
                <a:solidFill>
                  <a:srgbClr val="FFFF00"/>
                </a:solidFill>
              </a:rPr>
              <a:t>emulate</a:t>
            </a:r>
            <a:r>
              <a:rPr lang="it-IT" sz="2400"/>
              <a:t> the other two - a real interactive system will mix them all - incremental interaction is based on the atomic style - a symbolic style is supported using a timesharing system - like in banks - ideal for mainframes</a:t>
            </a:r>
            <a:endParaRPr/>
          </a:p>
          <a:p>
            <a:pPr indent="-297180" lvl="0" marL="342900" rtl="0" algn="l">
              <a:lnSpc>
                <a:spcPct val="115000"/>
              </a:lnSpc>
              <a:spcBef>
                <a:spcPts val="480"/>
              </a:spcBef>
              <a:spcAft>
                <a:spcPts val="0"/>
              </a:spcAft>
              <a:buClr>
                <a:schemeClr val="lt1"/>
              </a:buClr>
              <a:buSzPct val="100000"/>
              <a:buFont typeface="Arial"/>
              <a:buChar char="●"/>
            </a:pPr>
            <a:r>
              <a:rPr lang="it-IT" sz="2400"/>
              <a:t>once a </a:t>
            </a:r>
            <a:r>
              <a:rPr lang="it-IT" sz="2400" u="sng">
                <a:solidFill>
                  <a:srgbClr val="FFFF00"/>
                </a:solidFill>
              </a:rPr>
              <a:t>symbolic</a:t>
            </a:r>
            <a:r>
              <a:rPr lang="it-IT" sz="2400"/>
              <a:t> command is entered it may entail an arbitrary amount of number crunching without providing feedback to the user - only the final result (a receipt) - </a:t>
            </a:r>
            <a:endParaRPr/>
          </a:p>
          <a:p>
            <a:pPr indent="-297180" lvl="0" marL="342900" rtl="0" algn="l">
              <a:lnSpc>
                <a:spcPct val="115000"/>
              </a:lnSpc>
              <a:spcBef>
                <a:spcPts val="480"/>
              </a:spcBef>
              <a:spcAft>
                <a:spcPts val="0"/>
              </a:spcAft>
              <a:buClr>
                <a:schemeClr val="lt1"/>
              </a:buClr>
              <a:buSzPct val="100000"/>
              <a:buFont typeface="Arial"/>
              <a:buChar char="●"/>
            </a:pPr>
            <a:r>
              <a:rPr lang="it-IT" sz="2400"/>
              <a:t>an </a:t>
            </a:r>
            <a:r>
              <a:rPr lang="it-IT" sz="2400" u="sng">
                <a:solidFill>
                  <a:srgbClr val="FAFD00"/>
                </a:solidFill>
              </a:rPr>
              <a:t>atomic</a:t>
            </a:r>
            <a:r>
              <a:rPr lang="it-IT" sz="2400">
                <a:solidFill>
                  <a:srgbClr val="FAFD00"/>
                </a:solidFill>
              </a:rPr>
              <a:t> </a:t>
            </a:r>
            <a:r>
              <a:rPr lang="it-IT" sz="2400"/>
              <a:t>interface requires feedback to the user per stroke (about 10/second) needing more computing power</a:t>
            </a:r>
            <a:endParaRPr/>
          </a:p>
          <a:p>
            <a:pPr indent="-297180" lvl="0" marL="342900" rtl="0" algn="l">
              <a:lnSpc>
                <a:spcPct val="115000"/>
              </a:lnSpc>
              <a:spcBef>
                <a:spcPts val="480"/>
              </a:spcBef>
              <a:spcAft>
                <a:spcPts val="0"/>
              </a:spcAft>
              <a:buClr>
                <a:schemeClr val="lt1"/>
              </a:buClr>
              <a:buSzPct val="100000"/>
              <a:buFont typeface="Arial"/>
              <a:buChar char="●"/>
            </a:pPr>
            <a:r>
              <a:rPr lang="it-IT" sz="2400"/>
              <a:t>a </a:t>
            </a:r>
            <a:r>
              <a:rPr lang="it-IT" sz="2400" u="sng">
                <a:solidFill>
                  <a:srgbClr val="FFFF00"/>
                </a:solidFill>
              </a:rPr>
              <a:t>continuous</a:t>
            </a:r>
            <a:r>
              <a:rPr lang="it-IT" sz="2400"/>
              <a:t> interface requires a real-time response, the cursor must keep up with a pointing device, sometimes the user wants to move/rotate an object and more computing power is required like with a workstation or a dedicated personal computer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2" name="Shape 3422"/>
        <p:cNvGrpSpPr/>
        <p:nvPr/>
      </p:nvGrpSpPr>
      <p:grpSpPr>
        <a:xfrm>
          <a:off x="0" y="0"/>
          <a:ext cx="0" cy="0"/>
          <a:chOff x="0" y="0"/>
          <a:chExt cx="0" cy="0"/>
        </a:xfrm>
      </p:grpSpPr>
      <p:sp>
        <p:nvSpPr>
          <p:cNvPr id="3423" name="Google Shape;3423;p128"/>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lang="it-IT"/>
              <a:t>trade/offs</a:t>
            </a:r>
            <a:endParaRPr/>
          </a:p>
        </p:txBody>
      </p:sp>
      <p:sp>
        <p:nvSpPr>
          <p:cNvPr id="3424" name="Google Shape;3424;p128"/>
          <p:cNvSpPr txBox="1"/>
          <p:nvPr>
            <p:ph idx="1" type="body"/>
          </p:nvPr>
        </p:nvSpPr>
        <p:spPr>
          <a:xfrm>
            <a:off x="720000" y="1217550"/>
            <a:ext cx="7704000" cy="3323400"/>
          </a:xfrm>
          <a:prstGeom prst="rect">
            <a:avLst/>
          </a:prstGeom>
          <a:noFill/>
          <a:ln>
            <a:noFill/>
          </a:ln>
        </p:spPr>
        <p:txBody>
          <a:bodyPr anchorCtr="0" anchor="t" bIns="44450" lIns="90475" spcFirstLastPara="1" rIns="90475" wrap="square" tIns="44450">
            <a:normAutofit fontScale="85000" lnSpcReduction="20000"/>
          </a:bodyPr>
          <a:lstStyle/>
          <a:p>
            <a:pPr indent="-320040" lvl="0" marL="342900" rtl="0" algn="l">
              <a:lnSpc>
                <a:spcPct val="115000"/>
              </a:lnSpc>
              <a:spcBef>
                <a:spcPts val="0"/>
              </a:spcBef>
              <a:spcAft>
                <a:spcPts val="0"/>
              </a:spcAft>
              <a:buClr>
                <a:schemeClr val="lt1"/>
              </a:buClr>
              <a:buSzPct val="100000"/>
              <a:buFont typeface="Arial"/>
              <a:buChar char="●"/>
            </a:pPr>
            <a:r>
              <a:rPr lang="it-IT" sz="2400" u="sng"/>
              <a:t>error in a </a:t>
            </a:r>
            <a:r>
              <a:rPr lang="it-IT" sz="2400" u="sng">
                <a:solidFill>
                  <a:srgbClr val="FAFD00"/>
                </a:solidFill>
              </a:rPr>
              <a:t>symbolic </a:t>
            </a:r>
            <a:r>
              <a:rPr lang="it-IT" sz="2400" u="sng"/>
              <a:t>interaction </a:t>
            </a:r>
            <a:r>
              <a:rPr lang="it-IT" sz="2400"/>
              <a:t>results in losing the submission - it may be recovered depending on the user's LTM</a:t>
            </a:r>
            <a:endParaRPr/>
          </a:p>
          <a:p>
            <a:pPr indent="-320040" lvl="0" marL="342900" rtl="0" algn="l">
              <a:lnSpc>
                <a:spcPct val="115000"/>
              </a:lnSpc>
              <a:spcBef>
                <a:spcPts val="480"/>
              </a:spcBef>
              <a:spcAft>
                <a:spcPts val="0"/>
              </a:spcAft>
              <a:buClr>
                <a:schemeClr val="lt1"/>
              </a:buClr>
              <a:buSzPct val="100000"/>
              <a:buFont typeface="Arial"/>
              <a:buChar char="●"/>
            </a:pPr>
            <a:r>
              <a:rPr lang="it-IT" sz="2400"/>
              <a:t>a system may provide </a:t>
            </a:r>
            <a:r>
              <a:rPr lang="it-IT" sz="2400">
                <a:solidFill>
                  <a:srgbClr val="FFFF00"/>
                </a:solidFill>
              </a:rPr>
              <a:t>naming</a:t>
            </a:r>
            <a:r>
              <a:rPr lang="it-IT" sz="2400"/>
              <a:t> as a way of expediting chunking - the user may remember the name in LTM more easily - </a:t>
            </a:r>
            <a:endParaRPr/>
          </a:p>
          <a:p>
            <a:pPr indent="-320040" lvl="0" marL="342900" rtl="0" algn="l">
              <a:lnSpc>
                <a:spcPct val="115000"/>
              </a:lnSpc>
              <a:spcBef>
                <a:spcPts val="480"/>
              </a:spcBef>
              <a:spcAft>
                <a:spcPts val="0"/>
              </a:spcAft>
              <a:buClr>
                <a:schemeClr val="lt1"/>
              </a:buClr>
              <a:buSzPct val="100000"/>
              <a:buFont typeface="Arial"/>
              <a:buChar char="●"/>
            </a:pPr>
            <a:r>
              <a:rPr lang="it-IT" sz="2400" u="sng"/>
              <a:t>error in an </a:t>
            </a:r>
            <a:r>
              <a:rPr lang="it-IT" sz="2400" u="sng">
                <a:solidFill>
                  <a:srgbClr val="FFFF00"/>
                </a:solidFill>
              </a:rPr>
              <a:t>atomic</a:t>
            </a:r>
            <a:r>
              <a:rPr lang="it-IT" sz="2400" u="sng"/>
              <a:t> interaction</a:t>
            </a:r>
            <a:r>
              <a:rPr lang="it-IT" sz="2400"/>
              <a:t> causes a single action to be lost, recovery depends on STM, if the error is not reported soon enough, it may be lost from STM</a:t>
            </a:r>
            <a:endParaRPr/>
          </a:p>
          <a:p>
            <a:pPr indent="-320040" lvl="0" marL="342900" rtl="0" algn="l">
              <a:lnSpc>
                <a:spcPct val="115000"/>
              </a:lnSpc>
              <a:spcBef>
                <a:spcPts val="480"/>
              </a:spcBef>
              <a:spcAft>
                <a:spcPts val="0"/>
              </a:spcAft>
              <a:buClr>
                <a:schemeClr val="lt1"/>
              </a:buClr>
              <a:buSzPct val="100000"/>
              <a:buFont typeface="Arial"/>
              <a:buChar char="●"/>
            </a:pPr>
            <a:r>
              <a:rPr lang="it-IT" sz="2400" u="sng"/>
              <a:t>errors in a </a:t>
            </a:r>
            <a:r>
              <a:rPr lang="it-IT" sz="2400" u="sng">
                <a:solidFill>
                  <a:srgbClr val="FFFF00"/>
                </a:solidFill>
              </a:rPr>
              <a:t>continuous</a:t>
            </a:r>
            <a:r>
              <a:rPr lang="it-IT" sz="2400" u="sng"/>
              <a:t> interaction</a:t>
            </a:r>
            <a:r>
              <a:rPr lang="it-IT" sz="2400"/>
              <a:t> arise continuously...and the user keeps correcting them, these systems are reversible since over-shoots and under-shoots often occur</a:t>
            </a:r>
            <a:endParaRPr/>
          </a:p>
        </p:txBody>
      </p:sp>
      <p:sp>
        <p:nvSpPr>
          <p:cNvPr id="3425" name="Google Shape;3425;p128"/>
          <p:cNvSpPr/>
          <p:nvPr/>
        </p:nvSpPr>
        <p:spPr>
          <a:xfrm>
            <a:off x="922775" y="4440450"/>
            <a:ext cx="7396200" cy="523800"/>
          </a:xfrm>
          <a:prstGeom prst="rect">
            <a:avLst/>
          </a:prstGeom>
          <a:noFill/>
          <a:ln>
            <a:noFill/>
          </a:ln>
        </p:spPr>
        <p:txBody>
          <a:bodyPr anchorCtr="0" anchor="t" bIns="44450" lIns="90475" spcFirstLastPara="1" rIns="90475" wrap="square" tIns="44450">
            <a:noAutofit/>
          </a:bodyPr>
          <a:lstStyle/>
          <a:p>
            <a:pPr indent="0" lvl="0" marL="0" marR="0" rtl="0" algn="ctr">
              <a:lnSpc>
                <a:spcPct val="100000"/>
              </a:lnSpc>
              <a:spcBef>
                <a:spcPts val="0"/>
              </a:spcBef>
              <a:spcAft>
                <a:spcPts val="0"/>
              </a:spcAft>
              <a:buClr>
                <a:srgbClr val="000000"/>
              </a:buClr>
              <a:buSzPts val="2000"/>
              <a:buFont typeface="Arial"/>
              <a:buNone/>
            </a:pPr>
            <a:r>
              <a:rPr b="1" i="0" lang="it-IT" sz="2000" u="none" cap="none" strike="noStrike">
                <a:solidFill>
                  <a:srgbClr val="FFFF00"/>
                </a:solidFill>
                <a:latin typeface="Overpass"/>
                <a:ea typeface="Overpass"/>
                <a:cs typeface="Overpass"/>
                <a:sym typeface="Overpass"/>
              </a:rPr>
              <a:t>if the feedback is fast (per-action) we have reactive systems</a:t>
            </a:r>
            <a:endParaRPr b="0" i="0" sz="1400" u="none" cap="none" strike="noStrike">
              <a:solidFill>
                <a:srgbClr val="000000"/>
              </a:solidFill>
              <a:latin typeface="Overpass"/>
              <a:ea typeface="Overpass"/>
              <a:cs typeface="Overpass"/>
              <a:sym typeface="Overpass"/>
            </a:endParaRPr>
          </a:p>
          <a:p>
            <a:pPr indent="0" lvl="0" marL="0" marR="0" rtl="0" algn="ctr">
              <a:lnSpc>
                <a:spcPct val="100000"/>
              </a:lnSpc>
              <a:spcBef>
                <a:spcPts val="0"/>
              </a:spcBef>
              <a:spcAft>
                <a:spcPts val="0"/>
              </a:spcAft>
              <a:buClr>
                <a:srgbClr val="000000"/>
              </a:buClr>
              <a:buSzPts val="2000"/>
              <a:buFont typeface="Arial"/>
              <a:buNone/>
            </a:pPr>
            <a:r>
              <a:rPr b="1" i="0" lang="it-IT" sz="2000" u="none" cap="none" strike="noStrike">
                <a:solidFill>
                  <a:srgbClr val="FFFF00"/>
                </a:solidFill>
                <a:latin typeface="Overpass"/>
                <a:ea typeface="Overpass"/>
                <a:cs typeface="Overpass"/>
                <a:sym typeface="Overpass"/>
              </a:rPr>
              <a:t>which include the interactive ones</a:t>
            </a:r>
            <a:endParaRPr b="0" i="0" sz="1400" u="none" cap="none" strike="noStrike">
              <a:solidFill>
                <a:srgbClr val="000000"/>
              </a:solidFill>
              <a:latin typeface="Overpass"/>
              <a:ea typeface="Overpass"/>
              <a:cs typeface="Overpass"/>
              <a:sym typeface="Overpas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9" name="Shape 3429"/>
        <p:cNvGrpSpPr/>
        <p:nvPr/>
      </p:nvGrpSpPr>
      <p:grpSpPr>
        <a:xfrm>
          <a:off x="0" y="0"/>
          <a:ext cx="0" cy="0"/>
          <a:chOff x="0" y="0"/>
          <a:chExt cx="0" cy="0"/>
        </a:xfrm>
      </p:grpSpPr>
      <p:sp>
        <p:nvSpPr>
          <p:cNvPr id="3430" name="Google Shape;3430;p129"/>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lang="it-IT"/>
              <a:t>linguistic aspects</a:t>
            </a:r>
            <a:endParaRPr/>
          </a:p>
        </p:txBody>
      </p:sp>
      <p:sp>
        <p:nvSpPr>
          <p:cNvPr id="3431" name="Google Shape;3431;p129"/>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20000"/>
          </a:bodyPr>
          <a:lstStyle/>
          <a:p>
            <a:pPr indent="-308610" lvl="0" marL="342900" rtl="0" algn="l">
              <a:lnSpc>
                <a:spcPct val="115000"/>
              </a:lnSpc>
              <a:spcBef>
                <a:spcPts val="0"/>
              </a:spcBef>
              <a:spcAft>
                <a:spcPts val="0"/>
              </a:spcAft>
              <a:buClr>
                <a:srgbClr val="FF0066"/>
              </a:buClr>
              <a:buSzPct val="100000"/>
              <a:buFont typeface="Arial"/>
              <a:buChar char="●"/>
            </a:pPr>
            <a:r>
              <a:rPr lang="it-IT" sz="2400" u="sng">
                <a:solidFill>
                  <a:srgbClr val="FF0066"/>
                </a:solidFill>
              </a:rPr>
              <a:t>lexical</a:t>
            </a:r>
            <a:r>
              <a:rPr lang="it-IT" sz="2400"/>
              <a:t> 	form of commands/form of output symbols</a:t>
            </a:r>
            <a:endParaRPr/>
          </a:p>
          <a:p>
            <a:pPr indent="-308610" lvl="0" marL="342900" rtl="0" algn="l">
              <a:lnSpc>
                <a:spcPct val="115000"/>
              </a:lnSpc>
              <a:spcBef>
                <a:spcPts val="480"/>
              </a:spcBef>
              <a:spcAft>
                <a:spcPts val="0"/>
              </a:spcAft>
              <a:buClr>
                <a:srgbClr val="FFFF00"/>
              </a:buClr>
              <a:buSzPct val="100000"/>
              <a:buFont typeface="Arial"/>
              <a:buChar char="●"/>
            </a:pPr>
            <a:r>
              <a:rPr lang="it-IT" sz="2400" u="sng">
                <a:solidFill>
                  <a:srgbClr val="FFFF00"/>
                </a:solidFill>
              </a:rPr>
              <a:t>syntactic</a:t>
            </a:r>
            <a:r>
              <a:rPr lang="it-IT" sz="2400"/>
              <a:t> 	combination rules of previous commands</a:t>
            </a:r>
            <a:endParaRPr/>
          </a:p>
          <a:p>
            <a:pPr indent="-308610" lvl="0" marL="342900" rtl="0" algn="l">
              <a:lnSpc>
                <a:spcPct val="115000"/>
              </a:lnSpc>
              <a:spcBef>
                <a:spcPts val="480"/>
              </a:spcBef>
              <a:spcAft>
                <a:spcPts val="0"/>
              </a:spcAft>
              <a:buClr>
                <a:srgbClr val="66FF33"/>
              </a:buClr>
              <a:buSzPct val="100000"/>
              <a:buFont typeface="Arial"/>
              <a:buChar char="●"/>
            </a:pPr>
            <a:r>
              <a:rPr lang="it-IT" sz="2400" u="sng">
                <a:solidFill>
                  <a:srgbClr val="66FF33"/>
                </a:solidFill>
              </a:rPr>
              <a:t>semantic</a:t>
            </a:r>
            <a:r>
              <a:rPr lang="it-IT" sz="2400"/>
              <a:t> 	what do these combinations mean</a:t>
            </a:r>
            <a:endParaRPr/>
          </a:p>
          <a:p>
            <a:pPr indent="-342900" lvl="0" marL="342900" rtl="0" algn="l">
              <a:lnSpc>
                <a:spcPct val="115000"/>
              </a:lnSpc>
              <a:spcBef>
                <a:spcPts val="480"/>
              </a:spcBef>
              <a:spcAft>
                <a:spcPts val="0"/>
              </a:spcAft>
              <a:buClr>
                <a:schemeClr val="lt1"/>
              </a:buClr>
              <a:buSzPct val="100000"/>
              <a:buFont typeface="Arial"/>
              <a:buNone/>
            </a:pPr>
            <a:r>
              <a:t/>
            </a:r>
            <a:endParaRPr sz="2400"/>
          </a:p>
          <a:p>
            <a:pPr indent="0" lvl="0" marL="0" rtl="0" algn="l">
              <a:lnSpc>
                <a:spcPct val="115000"/>
              </a:lnSpc>
              <a:spcBef>
                <a:spcPts val="480"/>
              </a:spcBef>
              <a:spcAft>
                <a:spcPts val="0"/>
              </a:spcAft>
              <a:buClr>
                <a:schemeClr val="lt1"/>
              </a:buClr>
              <a:buSzPct val="100000"/>
              <a:buFont typeface="Arial"/>
              <a:buNone/>
            </a:pPr>
            <a:r>
              <a:rPr lang="it-IT" sz="2400"/>
              <a:t>When an interface processes the input, the </a:t>
            </a:r>
            <a:r>
              <a:rPr lang="it-IT" sz="2400" u="sng">
                <a:solidFill>
                  <a:srgbClr val="FF0066"/>
                </a:solidFill>
              </a:rPr>
              <a:t>lexical</a:t>
            </a:r>
            <a:r>
              <a:rPr lang="it-IT" sz="2400"/>
              <a:t> level is associated to the way symbols are presented on the screen by the system (colours, windows, widgets, menus, icons, etc.) while the </a:t>
            </a:r>
            <a:r>
              <a:rPr lang="it-IT" sz="2400" u="sng">
                <a:solidFill>
                  <a:srgbClr val="FFFF00"/>
                </a:solidFill>
              </a:rPr>
              <a:t>syntactic</a:t>
            </a:r>
            <a:r>
              <a:rPr lang="it-IT" sz="2400"/>
              <a:t> level is tied to the rules for generating such visual symbols, for displacing windows, for positioning them  and managing screen estate, for rotating, enlarging, etc. all displayed symbols; finally the </a:t>
            </a:r>
            <a:r>
              <a:rPr lang="it-IT" sz="2400" u="sng">
                <a:solidFill>
                  <a:srgbClr val="66FF33"/>
                </a:solidFill>
              </a:rPr>
              <a:t>semantic</a:t>
            </a:r>
            <a:r>
              <a:rPr lang="it-IT" sz="2400"/>
              <a:t> level cannot be defined with a-priori rules but is strictly conditioned by the tasks that must be executed</a:t>
            </a:r>
            <a:r>
              <a:rPr lang="it-IT" sz="2000"/>
              <a:t>.</a:t>
            </a:r>
            <a:endParaRPr b="0"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5" name="Shape 3435"/>
        <p:cNvGrpSpPr/>
        <p:nvPr/>
      </p:nvGrpSpPr>
      <p:grpSpPr>
        <a:xfrm>
          <a:off x="0" y="0"/>
          <a:ext cx="0" cy="0"/>
          <a:chOff x="0" y="0"/>
          <a:chExt cx="0" cy="0"/>
        </a:xfrm>
      </p:grpSpPr>
      <p:sp>
        <p:nvSpPr>
          <p:cNvPr id="3436" name="Google Shape;3436;p130"/>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lang="it-IT"/>
              <a:t>errors</a:t>
            </a:r>
            <a:endParaRPr/>
          </a:p>
        </p:txBody>
      </p:sp>
      <p:sp>
        <p:nvSpPr>
          <p:cNvPr id="3437" name="Google Shape;3437;p130"/>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85000" lnSpcReduction="20000"/>
          </a:bodyPr>
          <a:lstStyle/>
          <a:p>
            <a:pPr indent="-320040" lvl="0" marL="342900" rtl="0" algn="l">
              <a:lnSpc>
                <a:spcPct val="115000"/>
              </a:lnSpc>
              <a:spcBef>
                <a:spcPts val="0"/>
              </a:spcBef>
              <a:spcAft>
                <a:spcPts val="0"/>
              </a:spcAft>
              <a:buClr>
                <a:schemeClr val="lt1"/>
              </a:buClr>
              <a:buSzPct val="100000"/>
              <a:buFont typeface="Arial"/>
              <a:buChar char="●"/>
            </a:pPr>
            <a:r>
              <a:rPr lang="it-IT" sz="2400" u="sng"/>
              <a:t>all these levels are interwoven</a:t>
            </a:r>
            <a:r>
              <a:rPr lang="it-IT" sz="2400"/>
              <a:t>...to find out the useful levels HT suggests to distinguish them on the basis of how they fail to work in a program, i.e. how long it takes to detect an error and what are its consequences</a:t>
            </a:r>
            <a:endParaRPr/>
          </a:p>
          <a:p>
            <a:pPr indent="-320040" lvl="0" marL="342900" rtl="0" algn="l">
              <a:lnSpc>
                <a:spcPct val="115000"/>
              </a:lnSpc>
              <a:spcBef>
                <a:spcPts val="480"/>
              </a:spcBef>
              <a:spcAft>
                <a:spcPts val="0"/>
              </a:spcAft>
              <a:buClr>
                <a:srgbClr val="FF0066"/>
              </a:buClr>
              <a:buSzPct val="100000"/>
              <a:buFont typeface="Arial"/>
              <a:buChar char="●"/>
            </a:pPr>
            <a:r>
              <a:rPr lang="it-IT" sz="2400" u="sng">
                <a:solidFill>
                  <a:srgbClr val="FF0066"/>
                </a:solidFill>
              </a:rPr>
              <a:t>lexical</a:t>
            </a:r>
            <a:r>
              <a:rPr lang="it-IT" sz="2400"/>
              <a:t> errors can be detected almost immediately - next </a:t>
            </a:r>
            <a:r>
              <a:rPr lang="it-IT" sz="2400" u="sng">
                <a:solidFill>
                  <a:srgbClr val="FFFF00"/>
                </a:solidFill>
              </a:rPr>
              <a:t>syntactic</a:t>
            </a:r>
            <a:r>
              <a:rPr lang="it-IT" sz="2400"/>
              <a:t> errors may be located after checking the rules, finally, </a:t>
            </a:r>
            <a:r>
              <a:rPr lang="it-IT" sz="2400" u="sng">
                <a:solidFill>
                  <a:srgbClr val="66FF33"/>
                </a:solidFill>
              </a:rPr>
              <a:t>semantic</a:t>
            </a:r>
            <a:r>
              <a:rPr lang="it-IT" sz="2400"/>
              <a:t> errors can be found: the first error is easy to recover from (just submit the correct lexeme), the second one may have propagated backwards and forwards but the system just reports it, finally the last error (</a:t>
            </a:r>
            <a:r>
              <a:rPr lang="it-IT" sz="2400">
                <a:solidFill>
                  <a:srgbClr val="66FF33"/>
                </a:solidFill>
              </a:rPr>
              <a:t>semantic</a:t>
            </a:r>
            <a:r>
              <a:rPr lang="it-IT" sz="2400"/>
              <a:t> one) may have drastic consequences since an action was performed which was not the intended one.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1" name="Shape 3441"/>
        <p:cNvGrpSpPr/>
        <p:nvPr/>
      </p:nvGrpSpPr>
      <p:grpSpPr>
        <a:xfrm>
          <a:off x="0" y="0"/>
          <a:ext cx="0" cy="0"/>
          <a:chOff x="0" y="0"/>
          <a:chExt cx="0" cy="0"/>
        </a:xfrm>
      </p:grpSpPr>
      <p:sp>
        <p:nvSpPr>
          <p:cNvPr id="3442" name="Google Shape;3442;p131"/>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what is </a:t>
            </a:r>
            <a:r>
              <a:rPr b="1" lang="it-IT">
                <a:solidFill>
                  <a:srgbClr val="FFFF00"/>
                </a:solidFill>
              </a:rPr>
              <a:t>good</a:t>
            </a:r>
            <a:r>
              <a:rPr b="1" lang="it-IT"/>
              <a:t> design?</a:t>
            </a:r>
            <a:endParaRPr/>
          </a:p>
        </p:txBody>
      </p:sp>
      <p:sp>
        <p:nvSpPr>
          <p:cNvPr id="3443" name="Google Shape;3443;p131"/>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20000"/>
          </a:bodyPr>
          <a:lstStyle/>
          <a:p>
            <a:pPr indent="19050" lvl="0" marL="0" rtl="0" algn="l">
              <a:lnSpc>
                <a:spcPct val="115000"/>
              </a:lnSpc>
              <a:spcBef>
                <a:spcPts val="0"/>
              </a:spcBef>
              <a:spcAft>
                <a:spcPts val="0"/>
              </a:spcAft>
              <a:buClr>
                <a:schemeClr val="lt1"/>
              </a:buClr>
              <a:buSzPct val="100000"/>
              <a:buFont typeface="Arial"/>
              <a:buNone/>
            </a:pPr>
            <a:r>
              <a:rPr i="1" lang="it-IT" sz="2400"/>
              <a:t>design is a synthetic science attempting to understand synthetic worlds where users live:</a:t>
            </a:r>
            <a:endParaRPr/>
          </a:p>
          <a:p>
            <a:pPr indent="-346710" lvl="0" marL="457200" rtl="0" algn="l">
              <a:lnSpc>
                <a:spcPct val="115000"/>
              </a:lnSpc>
              <a:spcBef>
                <a:spcPts val="480"/>
              </a:spcBef>
              <a:spcAft>
                <a:spcPts val="0"/>
              </a:spcAft>
              <a:buClr>
                <a:schemeClr val="lt1"/>
              </a:buClr>
              <a:buSzPct val="100000"/>
              <a:buAutoNum type="arabicPeriod"/>
            </a:pPr>
            <a:r>
              <a:rPr lang="it-IT" sz="2400"/>
              <a:t>design should be </a:t>
            </a:r>
            <a:r>
              <a:rPr b="1" lang="it-IT" sz="2400" u="sng">
                <a:solidFill>
                  <a:srgbClr val="FFFF00"/>
                </a:solidFill>
              </a:rPr>
              <a:t>task-specific</a:t>
            </a:r>
            <a:r>
              <a:rPr lang="it-IT" sz="2400"/>
              <a:t> - and the task should be clearly stated</a:t>
            </a:r>
            <a:endParaRPr/>
          </a:p>
          <a:p>
            <a:pPr indent="-346710" lvl="0" marL="457200" rtl="0" algn="l">
              <a:lnSpc>
                <a:spcPct val="115000"/>
              </a:lnSpc>
              <a:spcBef>
                <a:spcPts val="0"/>
              </a:spcBef>
              <a:spcAft>
                <a:spcPts val="0"/>
              </a:spcAft>
              <a:buClr>
                <a:schemeClr val="lt1"/>
              </a:buClr>
              <a:buSzPct val="100000"/>
              <a:buAutoNum type="arabicPeriod"/>
            </a:pPr>
            <a:r>
              <a:rPr lang="it-IT" sz="2400"/>
              <a:t>design should have </a:t>
            </a:r>
            <a:r>
              <a:rPr b="1" lang="it-IT" sz="2400" u="sng">
                <a:solidFill>
                  <a:srgbClr val="FFFF00"/>
                </a:solidFill>
              </a:rPr>
              <a:t>predictable performance</a:t>
            </a:r>
            <a:r>
              <a:rPr lang="it-IT" sz="2400"/>
              <a:t> - in general, it is impossible to know what you buy until you break the seal</a:t>
            </a:r>
            <a:endParaRPr/>
          </a:p>
          <a:p>
            <a:pPr indent="-346710" lvl="0" marL="457200" rtl="0" algn="l">
              <a:lnSpc>
                <a:spcPct val="115000"/>
              </a:lnSpc>
              <a:spcBef>
                <a:spcPts val="0"/>
              </a:spcBef>
              <a:spcAft>
                <a:spcPts val="0"/>
              </a:spcAft>
              <a:buClr>
                <a:schemeClr val="lt1"/>
              </a:buClr>
              <a:buSzPct val="100000"/>
              <a:buAutoNum type="arabicPeriod"/>
            </a:pPr>
            <a:r>
              <a:rPr lang="it-IT" sz="2400"/>
              <a:t>design should be </a:t>
            </a:r>
            <a:r>
              <a:rPr b="1" lang="it-IT" sz="2400" u="sng">
                <a:solidFill>
                  <a:srgbClr val="FFFF00"/>
                </a:solidFill>
              </a:rPr>
              <a:t>iterative</a:t>
            </a:r>
            <a:r>
              <a:rPr b="1" lang="it-IT" sz="2400" u="sng"/>
              <a:t> </a:t>
            </a:r>
            <a:r>
              <a:rPr lang="it-IT" sz="2400"/>
              <a:t>- prototype as a starting point for a new design cycle</a:t>
            </a:r>
            <a:endParaRPr/>
          </a:p>
          <a:p>
            <a:pPr indent="-346710" lvl="0" marL="457200" rtl="0" algn="l">
              <a:lnSpc>
                <a:spcPct val="115000"/>
              </a:lnSpc>
              <a:spcBef>
                <a:spcPts val="0"/>
              </a:spcBef>
              <a:spcAft>
                <a:spcPts val="0"/>
              </a:spcAft>
              <a:buClr>
                <a:schemeClr val="lt1"/>
              </a:buClr>
              <a:buSzPct val="100000"/>
              <a:buAutoNum type="arabicPeriod"/>
            </a:pPr>
            <a:r>
              <a:rPr lang="it-IT" sz="2400"/>
              <a:t>design has </a:t>
            </a:r>
            <a:r>
              <a:rPr b="1" lang="it-IT" sz="2400" u="sng">
                <a:solidFill>
                  <a:srgbClr val="FFFF00"/>
                </a:solidFill>
              </a:rPr>
              <a:t>more control than evaluation</a:t>
            </a:r>
            <a:endParaRPr b="1" u="sng">
              <a:solidFill>
                <a:srgbClr val="FFFF00"/>
              </a:solidFill>
            </a:endParaRPr>
          </a:p>
          <a:p>
            <a:pPr indent="19050" lvl="0" marL="0" rtl="0" algn="l">
              <a:lnSpc>
                <a:spcPct val="115000"/>
              </a:lnSpc>
              <a:spcBef>
                <a:spcPts val="480"/>
              </a:spcBef>
              <a:spcAft>
                <a:spcPts val="0"/>
              </a:spcAft>
              <a:buClr>
                <a:schemeClr val="lt1"/>
              </a:buClr>
              <a:buSzPct val="100000"/>
              <a:buFont typeface="Arial"/>
              <a:buNone/>
            </a:pPr>
            <a:r>
              <a:rPr lang="it-IT" sz="2400"/>
              <a:t>Is there a theory of interface design? if yes, should such theory provides:  explanations - predictions - performance -  ???</a:t>
            </a:r>
            <a:endParaRPr/>
          </a:p>
          <a:p>
            <a:pPr indent="19050" lvl="0" marL="0" rtl="0" algn="l">
              <a:lnSpc>
                <a:spcPct val="115000"/>
              </a:lnSpc>
              <a:spcBef>
                <a:spcPts val="480"/>
              </a:spcBef>
              <a:spcAft>
                <a:spcPts val="0"/>
              </a:spcAft>
              <a:buClr>
                <a:schemeClr val="lt1"/>
              </a:buClr>
              <a:buSzPct val="100000"/>
              <a:buFont typeface="Arial"/>
              <a:buNone/>
            </a:pPr>
            <a:r>
              <a:rPr lang="it-IT" sz="2400"/>
              <a:t>the problem is: how does a human and a machine communicate?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7" name="Shape 3447"/>
        <p:cNvGrpSpPr/>
        <p:nvPr/>
      </p:nvGrpSpPr>
      <p:grpSpPr>
        <a:xfrm>
          <a:off x="0" y="0"/>
          <a:ext cx="0" cy="0"/>
          <a:chOff x="0" y="0"/>
          <a:chExt cx="0" cy="0"/>
        </a:xfrm>
      </p:grpSpPr>
      <p:sp>
        <p:nvSpPr>
          <p:cNvPr id="3448" name="Google Shape;3448;p132"/>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guidelines</a:t>
            </a:r>
            <a:endParaRPr/>
          </a:p>
        </p:txBody>
      </p:sp>
      <p:sp>
        <p:nvSpPr>
          <p:cNvPr id="3449" name="Google Shape;3449;p132"/>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a:bodyPr>
          <a:lstStyle/>
          <a:p>
            <a:pPr indent="-308610" lvl="0" marL="342900" rtl="0" algn="l">
              <a:lnSpc>
                <a:spcPct val="115000"/>
              </a:lnSpc>
              <a:spcBef>
                <a:spcPts val="0"/>
              </a:spcBef>
              <a:spcAft>
                <a:spcPts val="0"/>
              </a:spcAft>
              <a:buClr>
                <a:srgbClr val="FFFF00"/>
              </a:buClr>
              <a:buSzPct val="100000"/>
              <a:buFont typeface="Arial"/>
              <a:buChar char="●"/>
            </a:pPr>
            <a:r>
              <a:rPr lang="it-IT" sz="2400" u="sng">
                <a:solidFill>
                  <a:srgbClr val="FFFF00"/>
                </a:solidFill>
              </a:rPr>
              <a:t>attitudinal</a:t>
            </a:r>
            <a:r>
              <a:rPr lang="it-IT" sz="2400"/>
              <a:t> guidelines are meant to raise consciousness identifying issues for which there is no general answer.</a:t>
            </a:r>
            <a:endParaRPr/>
          </a:p>
          <a:p>
            <a:pPr indent="-308610" lvl="0" marL="342900" rtl="0" algn="l">
              <a:lnSpc>
                <a:spcPct val="115000"/>
              </a:lnSpc>
              <a:spcBef>
                <a:spcPts val="480"/>
              </a:spcBef>
              <a:spcAft>
                <a:spcPts val="0"/>
              </a:spcAft>
              <a:buClr>
                <a:schemeClr val="lt1"/>
              </a:buClr>
              <a:buSzPct val="100000"/>
              <a:buFont typeface="Arial"/>
              <a:buChar char="●"/>
            </a:pPr>
            <a:r>
              <a:rPr lang="it-IT" sz="2400"/>
              <a:t>a standard guideline is "present </a:t>
            </a:r>
            <a:r>
              <a:rPr lang="it-IT" sz="2400" u="sng"/>
              <a:t>informative </a:t>
            </a:r>
            <a:r>
              <a:rPr lang="it-IT" sz="2400" u="sng">
                <a:solidFill>
                  <a:srgbClr val="FFFF00"/>
                </a:solidFill>
              </a:rPr>
              <a:t>feedback</a:t>
            </a:r>
            <a:r>
              <a:rPr lang="it-IT" sz="2400"/>
              <a:t>" - but this is </a:t>
            </a:r>
            <a:r>
              <a:rPr b="1" lang="it-IT" sz="2400"/>
              <a:t>too general</a:t>
            </a:r>
            <a:r>
              <a:rPr lang="it-IT" sz="2400"/>
              <a:t> and also in some cases wrong, like when you are designing a data-safe input system and the user failed his password.</a:t>
            </a:r>
            <a:endParaRPr/>
          </a:p>
          <a:p>
            <a:pPr indent="-308610" lvl="0" marL="342900" rtl="0" algn="l">
              <a:lnSpc>
                <a:spcPct val="115000"/>
              </a:lnSpc>
              <a:spcBef>
                <a:spcPts val="480"/>
              </a:spcBef>
              <a:spcAft>
                <a:spcPts val="0"/>
              </a:spcAft>
              <a:buClr>
                <a:schemeClr val="lt1"/>
              </a:buClr>
              <a:buSzPct val="100000"/>
              <a:buFont typeface="Arial"/>
              <a:buChar char="●"/>
            </a:pPr>
            <a:r>
              <a:rPr lang="it-IT" sz="2400"/>
              <a:t>input and output should be </a:t>
            </a:r>
            <a:r>
              <a:rPr lang="it-IT" sz="2400" u="sng">
                <a:solidFill>
                  <a:srgbClr val="FFFF00"/>
                </a:solidFill>
              </a:rPr>
              <a:t>compatible</a:t>
            </a:r>
            <a:r>
              <a:rPr lang="it-IT" sz="2400"/>
              <a:t> but in some cases compatibility might be a wrong choice as when entering a date: 97/06/10 does it mean tenth of june or sixth of october? the system should respond showing "his" interpretation so that the user may check, and see if the date he entered had the correct format.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3" name="Shape 3453"/>
        <p:cNvGrpSpPr/>
        <p:nvPr/>
      </p:nvGrpSpPr>
      <p:grpSpPr>
        <a:xfrm>
          <a:off x="0" y="0"/>
          <a:ext cx="0" cy="0"/>
          <a:chOff x="0" y="0"/>
          <a:chExt cx="0" cy="0"/>
        </a:xfrm>
      </p:grpSpPr>
      <p:sp>
        <p:nvSpPr>
          <p:cNvPr id="3454" name="Google Shape;3454;p133"/>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Fitt’s law</a:t>
            </a:r>
            <a:endParaRPr/>
          </a:p>
        </p:txBody>
      </p:sp>
      <p:sp>
        <p:nvSpPr>
          <p:cNvPr id="3455" name="Google Shape;3455;p133"/>
          <p:cNvSpPr txBox="1"/>
          <p:nvPr>
            <p:ph idx="1" type="body"/>
          </p:nvPr>
        </p:nvSpPr>
        <p:spPr>
          <a:xfrm>
            <a:off x="720000" y="1217550"/>
            <a:ext cx="4875900" cy="3699600"/>
          </a:xfrm>
          <a:prstGeom prst="rect">
            <a:avLst/>
          </a:prstGeom>
          <a:noFill/>
          <a:ln>
            <a:noFill/>
          </a:ln>
        </p:spPr>
        <p:txBody>
          <a:bodyPr anchorCtr="0" anchor="t" bIns="44450" lIns="90475" spcFirstLastPara="1" rIns="90475" wrap="square" tIns="44450">
            <a:normAutofit fontScale="62500"/>
          </a:bodyPr>
          <a:lstStyle/>
          <a:p>
            <a:pPr indent="-285750" lvl="0" marL="342900" rtl="0" algn="l">
              <a:lnSpc>
                <a:spcPct val="150000"/>
              </a:lnSpc>
              <a:spcBef>
                <a:spcPts val="0"/>
              </a:spcBef>
              <a:spcAft>
                <a:spcPts val="0"/>
              </a:spcAft>
              <a:buClr>
                <a:schemeClr val="lt1"/>
              </a:buClr>
              <a:buSzPct val="100000"/>
              <a:buFont typeface="Arial"/>
              <a:buChar char="●"/>
            </a:pPr>
            <a:r>
              <a:rPr lang="it-IT" sz="2400"/>
              <a:t>the </a:t>
            </a:r>
            <a:r>
              <a:rPr b="1" lang="it-IT" sz="2400">
                <a:solidFill>
                  <a:srgbClr val="FFFF00"/>
                </a:solidFill>
              </a:rPr>
              <a:t>time</a:t>
            </a:r>
            <a:r>
              <a:rPr b="1" lang="it-IT" sz="2400"/>
              <a:t> </a:t>
            </a:r>
            <a:r>
              <a:rPr lang="it-IT" sz="2400"/>
              <a:t>to move your hand (with a mouse) depends </a:t>
            </a:r>
            <a:r>
              <a:rPr b="1" lang="it-IT" sz="2400"/>
              <a:t>logarithmically </a:t>
            </a:r>
            <a:r>
              <a:rPr lang="it-IT" sz="2400"/>
              <a:t>on the ratio of the </a:t>
            </a:r>
            <a:r>
              <a:rPr b="1" lang="it-IT" sz="2400"/>
              <a:t>target </a:t>
            </a:r>
            <a:r>
              <a:rPr lang="it-IT" sz="2400"/>
              <a:t>size to the </a:t>
            </a:r>
            <a:r>
              <a:rPr b="1" lang="it-IT" sz="2400"/>
              <a:t>distance </a:t>
            </a:r>
            <a:r>
              <a:rPr lang="it-IT" sz="2400"/>
              <a:t>you have to move the hand to hit the target - i.e. it is not a linear relationship</a:t>
            </a:r>
            <a:endParaRPr/>
          </a:p>
          <a:p>
            <a:pPr indent="-285750" lvl="0" marL="342900" rtl="0" algn="l">
              <a:lnSpc>
                <a:spcPct val="150000"/>
              </a:lnSpc>
              <a:spcBef>
                <a:spcPts val="480"/>
              </a:spcBef>
              <a:spcAft>
                <a:spcPts val="0"/>
              </a:spcAft>
              <a:buClr>
                <a:schemeClr val="lt1"/>
              </a:buClr>
              <a:buSzPct val="100000"/>
              <a:buFont typeface="Arial"/>
              <a:buChar char="●"/>
            </a:pPr>
            <a:r>
              <a:rPr lang="it-IT" sz="2400"/>
              <a:t>this law may help in deciding on sizes of more distant objects on the screen: they must be bigger</a:t>
            </a:r>
            <a:endParaRPr/>
          </a:p>
          <a:p>
            <a:pPr indent="-285750" lvl="0" marL="342900" rtl="0" algn="l">
              <a:lnSpc>
                <a:spcPct val="150000"/>
              </a:lnSpc>
              <a:spcBef>
                <a:spcPts val="480"/>
              </a:spcBef>
              <a:spcAft>
                <a:spcPts val="0"/>
              </a:spcAft>
              <a:buClr>
                <a:schemeClr val="lt1"/>
              </a:buClr>
              <a:buSzPct val="100000"/>
              <a:buFont typeface="Arial"/>
              <a:buChar char="●"/>
            </a:pPr>
            <a:r>
              <a:rPr lang="it-IT" sz="2400"/>
              <a:t>guidelines are hints - </a:t>
            </a:r>
            <a:r>
              <a:rPr lang="it-IT" sz="2400">
                <a:solidFill>
                  <a:srgbClr val="FFFF00"/>
                </a:solidFill>
              </a:rPr>
              <a:t>personal attitudes, abilities, tastes are important for designing a good interactive system</a:t>
            </a:r>
            <a:r>
              <a:rPr lang="it-IT" sz="2400"/>
              <a:t> - the designer should know the user and let him know that he cares...</a:t>
            </a:r>
            <a:endParaRPr/>
          </a:p>
        </p:txBody>
      </p:sp>
      <p:sp>
        <p:nvSpPr>
          <p:cNvPr id="3456" name="Google Shape;3456;p133"/>
          <p:cNvSpPr txBox="1"/>
          <p:nvPr/>
        </p:nvSpPr>
        <p:spPr>
          <a:xfrm>
            <a:off x="5858200" y="3748900"/>
            <a:ext cx="3035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it-IT" sz="1000" u="sng" cap="none" strike="noStrike">
                <a:solidFill>
                  <a:schemeClr val="hlink"/>
                </a:solidFill>
                <a:latin typeface="Overpass"/>
                <a:ea typeface="Overpass"/>
                <a:cs typeface="Overpass"/>
                <a:sym typeface="Overpass"/>
                <a:hlinkClick r:id="rId3"/>
              </a:rPr>
              <a:t>https://www.nngroup.com/articles/fitts-law/</a:t>
            </a:r>
            <a:r>
              <a:rPr b="0" i="0" lang="it-IT" sz="1000" u="none" cap="none" strike="noStrike">
                <a:solidFill>
                  <a:schemeClr val="dk1"/>
                </a:solidFill>
                <a:latin typeface="Overpass"/>
                <a:ea typeface="Overpass"/>
                <a:cs typeface="Overpass"/>
                <a:sym typeface="Overpass"/>
              </a:rPr>
              <a:t> </a:t>
            </a:r>
            <a:endParaRPr b="0" i="0" sz="1000" u="none" cap="none" strike="noStrike">
              <a:solidFill>
                <a:srgbClr val="000000"/>
              </a:solidFill>
              <a:latin typeface="Overpass"/>
              <a:ea typeface="Overpass"/>
              <a:cs typeface="Overpass"/>
              <a:sym typeface="Overpass"/>
            </a:endParaRPr>
          </a:p>
        </p:txBody>
      </p:sp>
      <p:pic>
        <p:nvPicPr>
          <p:cNvPr id="3457" name="Google Shape;3457;p133"/>
          <p:cNvPicPr preferRelativeResize="0"/>
          <p:nvPr/>
        </p:nvPicPr>
        <p:blipFill rotWithShape="1">
          <a:blip r:embed="rId4">
            <a:alphaModFix/>
          </a:blip>
          <a:srcRect b="0" l="0" r="0" t="0"/>
          <a:stretch/>
        </p:blipFill>
        <p:spPr>
          <a:xfrm>
            <a:off x="5858300" y="1300025"/>
            <a:ext cx="3035824" cy="2284874"/>
          </a:xfrm>
          <a:prstGeom prst="rect">
            <a:avLst/>
          </a:prstGeom>
          <a:noFill/>
          <a:ln>
            <a:noFill/>
          </a:ln>
        </p:spPr>
      </p:pic>
      <p:sp>
        <p:nvSpPr>
          <p:cNvPr id="3458" name="Google Shape;3458;p133"/>
          <p:cNvSpPr txBox="1"/>
          <p:nvPr/>
        </p:nvSpPr>
        <p:spPr>
          <a:xfrm>
            <a:off x="5959000" y="723525"/>
            <a:ext cx="791400" cy="41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it-IT" sz="1000" u="none" cap="none" strike="noStrike">
                <a:solidFill>
                  <a:schemeClr val="lt1"/>
                </a:solidFill>
                <a:latin typeface="Overpass"/>
                <a:ea typeface="Overpass"/>
                <a:cs typeface="Overpass"/>
                <a:sym typeface="Overpass"/>
              </a:rPr>
              <a:t>Time to reach the target</a:t>
            </a:r>
            <a:endParaRPr b="0" i="0" sz="1000" u="none" cap="none" strike="noStrike">
              <a:solidFill>
                <a:schemeClr val="lt1"/>
              </a:solidFill>
              <a:latin typeface="Overpass"/>
              <a:ea typeface="Overpass"/>
              <a:cs typeface="Overpass"/>
              <a:sym typeface="Overpass"/>
            </a:endParaRPr>
          </a:p>
        </p:txBody>
      </p:sp>
      <p:sp>
        <p:nvSpPr>
          <p:cNvPr id="3459" name="Google Shape;3459;p133"/>
          <p:cNvSpPr txBox="1"/>
          <p:nvPr/>
        </p:nvSpPr>
        <p:spPr>
          <a:xfrm>
            <a:off x="6836275" y="723525"/>
            <a:ext cx="791400" cy="41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it-IT" sz="1000" u="none" cap="none" strike="noStrike">
                <a:solidFill>
                  <a:schemeClr val="lt1"/>
                </a:solidFill>
                <a:latin typeface="Overpass"/>
                <a:ea typeface="Overpass"/>
                <a:cs typeface="Overpass"/>
                <a:sym typeface="Overpass"/>
              </a:rPr>
              <a:t>constants (type of pointer)</a:t>
            </a:r>
            <a:endParaRPr b="0" i="0" sz="1000" u="none" cap="none" strike="noStrike">
              <a:solidFill>
                <a:schemeClr val="lt1"/>
              </a:solidFill>
              <a:latin typeface="Overpass"/>
              <a:ea typeface="Overpass"/>
              <a:cs typeface="Overpass"/>
              <a:sym typeface="Overpass"/>
            </a:endParaRPr>
          </a:p>
        </p:txBody>
      </p:sp>
      <p:sp>
        <p:nvSpPr>
          <p:cNvPr id="3460" name="Google Shape;3460;p133"/>
          <p:cNvSpPr txBox="1"/>
          <p:nvPr/>
        </p:nvSpPr>
        <p:spPr>
          <a:xfrm>
            <a:off x="7627675" y="805050"/>
            <a:ext cx="791400" cy="41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it-IT" sz="1000" u="none" cap="none" strike="noStrike">
                <a:solidFill>
                  <a:schemeClr val="lt1"/>
                </a:solidFill>
                <a:latin typeface="Overpass"/>
                <a:ea typeface="Overpass"/>
                <a:cs typeface="Overpass"/>
                <a:sym typeface="Overpass"/>
              </a:rPr>
              <a:t>Target distance</a:t>
            </a:r>
            <a:endParaRPr b="0" i="0" sz="1000" u="none" cap="none" strike="noStrike">
              <a:solidFill>
                <a:schemeClr val="lt1"/>
              </a:solidFill>
              <a:latin typeface="Overpass"/>
              <a:ea typeface="Overpass"/>
              <a:cs typeface="Overpass"/>
              <a:sym typeface="Overpass"/>
            </a:endParaRPr>
          </a:p>
        </p:txBody>
      </p:sp>
      <p:sp>
        <p:nvSpPr>
          <p:cNvPr id="3461" name="Google Shape;3461;p133"/>
          <p:cNvSpPr txBox="1"/>
          <p:nvPr/>
        </p:nvSpPr>
        <p:spPr>
          <a:xfrm>
            <a:off x="8387400" y="928550"/>
            <a:ext cx="791400" cy="41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it-IT" sz="1000" u="none" cap="none" strike="noStrike">
                <a:solidFill>
                  <a:schemeClr val="lt1"/>
                </a:solidFill>
                <a:latin typeface="Overpass"/>
                <a:ea typeface="Overpass"/>
                <a:cs typeface="Overpass"/>
                <a:sym typeface="Overpass"/>
              </a:rPr>
              <a:t>Target width</a:t>
            </a:r>
            <a:endParaRPr b="0" i="0" sz="1000" u="none" cap="none" strike="noStrike">
              <a:solidFill>
                <a:schemeClr val="lt1"/>
              </a:solidFill>
              <a:latin typeface="Overpass"/>
              <a:ea typeface="Overpass"/>
              <a:cs typeface="Overpass"/>
              <a:sym typeface="Overpass"/>
            </a:endParaRPr>
          </a:p>
        </p:txBody>
      </p:sp>
      <p:cxnSp>
        <p:nvCxnSpPr>
          <p:cNvPr id="3462" name="Google Shape;3462;p133"/>
          <p:cNvCxnSpPr/>
          <p:nvPr/>
        </p:nvCxnSpPr>
        <p:spPr>
          <a:xfrm>
            <a:off x="6450625" y="1294625"/>
            <a:ext cx="374700" cy="217200"/>
          </a:xfrm>
          <a:prstGeom prst="straightConnector1">
            <a:avLst/>
          </a:prstGeom>
          <a:noFill/>
          <a:ln cap="flat" cmpd="sng" w="19050">
            <a:solidFill>
              <a:schemeClr val="dk2"/>
            </a:solidFill>
            <a:prstDash val="solid"/>
            <a:round/>
            <a:headEnd len="sm" w="sm" type="none"/>
            <a:tailEnd len="sm" w="sm" type="none"/>
          </a:ln>
        </p:spPr>
      </p:cxnSp>
      <p:cxnSp>
        <p:nvCxnSpPr>
          <p:cNvPr id="3463" name="Google Shape;3463;p133"/>
          <p:cNvCxnSpPr/>
          <p:nvPr/>
        </p:nvCxnSpPr>
        <p:spPr>
          <a:xfrm>
            <a:off x="7177900" y="1279625"/>
            <a:ext cx="92100" cy="278700"/>
          </a:xfrm>
          <a:prstGeom prst="straightConnector1">
            <a:avLst/>
          </a:prstGeom>
          <a:noFill/>
          <a:ln cap="flat" cmpd="sng" w="19050">
            <a:solidFill>
              <a:schemeClr val="dk2"/>
            </a:solidFill>
            <a:prstDash val="solid"/>
            <a:round/>
            <a:headEnd len="sm" w="sm" type="none"/>
            <a:tailEnd len="sm" w="sm" type="none"/>
          </a:ln>
        </p:spPr>
      </p:cxnSp>
      <p:cxnSp>
        <p:nvCxnSpPr>
          <p:cNvPr id="3464" name="Google Shape;3464;p133"/>
          <p:cNvCxnSpPr>
            <a:stCxn id="3460" idx="2"/>
          </p:cNvCxnSpPr>
          <p:nvPr/>
        </p:nvCxnSpPr>
        <p:spPr>
          <a:xfrm flipH="1">
            <a:off x="7950175" y="1217550"/>
            <a:ext cx="73200" cy="212100"/>
          </a:xfrm>
          <a:prstGeom prst="straightConnector1">
            <a:avLst/>
          </a:prstGeom>
          <a:noFill/>
          <a:ln cap="flat" cmpd="sng" w="19050">
            <a:solidFill>
              <a:schemeClr val="dk2"/>
            </a:solidFill>
            <a:prstDash val="solid"/>
            <a:round/>
            <a:headEnd len="sm" w="sm" type="none"/>
            <a:tailEnd len="sm" w="sm" type="none"/>
          </a:ln>
        </p:spPr>
      </p:cxnSp>
      <p:cxnSp>
        <p:nvCxnSpPr>
          <p:cNvPr id="3465" name="Google Shape;3465;p133"/>
          <p:cNvCxnSpPr/>
          <p:nvPr/>
        </p:nvCxnSpPr>
        <p:spPr>
          <a:xfrm flipH="1" rot="10800000">
            <a:off x="7950300" y="1332050"/>
            <a:ext cx="577200" cy="354900"/>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9" name="Shape 3469"/>
        <p:cNvGrpSpPr/>
        <p:nvPr/>
      </p:nvGrpSpPr>
      <p:grpSpPr>
        <a:xfrm>
          <a:off x="0" y="0"/>
          <a:ext cx="0" cy="0"/>
          <a:chOff x="0" y="0"/>
          <a:chExt cx="0" cy="0"/>
        </a:xfrm>
      </p:grpSpPr>
      <p:sp>
        <p:nvSpPr>
          <p:cNvPr id="3470" name="Google Shape;3470;p134"/>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vagueness</a:t>
            </a:r>
            <a:endParaRPr/>
          </a:p>
        </p:txBody>
      </p:sp>
      <p:sp>
        <p:nvSpPr>
          <p:cNvPr id="3471" name="Google Shape;3471;p134"/>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79400" lvl="0" marL="342900" rtl="0" algn="l">
              <a:lnSpc>
                <a:spcPct val="115000"/>
              </a:lnSpc>
              <a:spcBef>
                <a:spcPts val="0"/>
              </a:spcBef>
              <a:spcAft>
                <a:spcPts val="0"/>
              </a:spcAft>
              <a:buClr>
                <a:schemeClr val="lt1"/>
              </a:buClr>
              <a:buSzPts val="1800"/>
              <a:buFont typeface="Arial"/>
              <a:buChar char="●"/>
            </a:pPr>
            <a:r>
              <a:rPr lang="it-IT" sz="1850"/>
              <a:t>users </a:t>
            </a:r>
            <a:r>
              <a:rPr lang="it-IT" sz="1850">
                <a:solidFill>
                  <a:srgbClr val="FFFF00"/>
                </a:solidFill>
              </a:rPr>
              <a:t>evolve</a:t>
            </a:r>
            <a:r>
              <a:rPr lang="it-IT" sz="1850"/>
              <a:t>: from naïve to experts, from naïve to informed, from children to grown-ups, from working in an office to working at home, etc.</a:t>
            </a:r>
            <a:endParaRPr sz="1850"/>
          </a:p>
          <a:p>
            <a:pPr indent="-165100" lvl="0" marL="342900" rtl="0" algn="l">
              <a:lnSpc>
                <a:spcPct val="115000"/>
              </a:lnSpc>
              <a:spcBef>
                <a:spcPts val="560"/>
              </a:spcBef>
              <a:spcAft>
                <a:spcPts val="0"/>
              </a:spcAft>
              <a:buClr>
                <a:schemeClr val="lt1"/>
              </a:buClr>
              <a:buSzPts val="2800"/>
              <a:buFont typeface="Arial"/>
              <a:buNone/>
            </a:pPr>
            <a:r>
              <a:t/>
            </a:r>
            <a:endParaRPr sz="1850"/>
          </a:p>
          <a:p>
            <a:pPr indent="-279400" lvl="0" marL="342900" rtl="0" algn="l">
              <a:lnSpc>
                <a:spcPct val="115000"/>
              </a:lnSpc>
              <a:spcBef>
                <a:spcPts val="560"/>
              </a:spcBef>
              <a:spcAft>
                <a:spcPts val="0"/>
              </a:spcAft>
              <a:buClr>
                <a:schemeClr val="lt1"/>
              </a:buClr>
              <a:buSzPts val="1800"/>
              <a:buFont typeface="Arial"/>
              <a:buChar char="●"/>
            </a:pPr>
            <a:r>
              <a:rPr lang="it-IT" sz="1850"/>
              <a:t>vague principles allow designers to adhere to them without </a:t>
            </a:r>
            <a:r>
              <a:rPr lang="it-IT" sz="1850">
                <a:solidFill>
                  <a:srgbClr val="FFFF00"/>
                </a:solidFill>
              </a:rPr>
              <a:t>objective</a:t>
            </a:r>
            <a:r>
              <a:rPr lang="it-IT" sz="1850"/>
              <a:t> evaluation</a:t>
            </a:r>
            <a:endParaRPr sz="1850"/>
          </a:p>
          <a:p>
            <a:pPr indent="-342900" lvl="0" marL="342900" rtl="0" algn="l">
              <a:lnSpc>
                <a:spcPct val="115000"/>
              </a:lnSpc>
              <a:spcBef>
                <a:spcPts val="560"/>
              </a:spcBef>
              <a:spcAft>
                <a:spcPts val="0"/>
              </a:spcAft>
              <a:buClr>
                <a:schemeClr val="lt1"/>
              </a:buClr>
              <a:buSzPts val="2800"/>
              <a:buFont typeface="Arial"/>
              <a:buNone/>
            </a:pPr>
            <a:r>
              <a:t/>
            </a:r>
            <a:endParaRPr sz="1850"/>
          </a:p>
          <a:p>
            <a:pPr indent="-279400" lvl="0" marL="342900" rtl="0" algn="l">
              <a:lnSpc>
                <a:spcPct val="115000"/>
              </a:lnSpc>
              <a:spcBef>
                <a:spcPts val="560"/>
              </a:spcBef>
              <a:spcAft>
                <a:spcPts val="0"/>
              </a:spcAft>
              <a:buClr>
                <a:schemeClr val="lt1"/>
              </a:buClr>
              <a:buSzPts val="1800"/>
              <a:buFont typeface="Arial"/>
              <a:buChar char="●"/>
            </a:pPr>
            <a:r>
              <a:rPr lang="it-IT" sz="1850"/>
              <a:t>but vagueness is dangerous...</a:t>
            </a:r>
            <a:endParaRPr sz="185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5" name="Shape 3475"/>
        <p:cNvGrpSpPr/>
        <p:nvPr/>
      </p:nvGrpSpPr>
      <p:grpSpPr>
        <a:xfrm>
          <a:off x="0" y="0"/>
          <a:ext cx="0" cy="0"/>
          <a:chOff x="0" y="0"/>
          <a:chExt cx="0" cy="0"/>
        </a:xfrm>
      </p:grpSpPr>
      <p:sp>
        <p:nvSpPr>
          <p:cNvPr id="3476" name="Google Shape;3476;p135"/>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Sorites paradox</a:t>
            </a:r>
            <a:endParaRPr/>
          </a:p>
        </p:txBody>
      </p:sp>
      <p:sp>
        <p:nvSpPr>
          <p:cNvPr id="3477" name="Google Shape;3477;p135"/>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355600" lvl="0" marL="457200" rtl="0" algn="l">
              <a:lnSpc>
                <a:spcPct val="115000"/>
              </a:lnSpc>
              <a:spcBef>
                <a:spcPts val="0"/>
              </a:spcBef>
              <a:spcAft>
                <a:spcPts val="0"/>
              </a:spcAft>
              <a:buClr>
                <a:schemeClr val="lt1"/>
              </a:buClr>
              <a:buSzPts val="2000"/>
              <a:buChar char="➔"/>
            </a:pPr>
            <a:r>
              <a:rPr lang="it-IT" sz="1600"/>
              <a:t>an interactive system with no commands is </a:t>
            </a:r>
            <a:r>
              <a:rPr lang="it-IT" sz="1600">
                <a:solidFill>
                  <a:srgbClr val="FFFF00"/>
                </a:solidFill>
              </a:rPr>
              <a:t>not easy</a:t>
            </a:r>
            <a:r>
              <a:rPr lang="it-IT" sz="1600"/>
              <a:t> to use</a:t>
            </a:r>
            <a:endParaRPr sz="1600"/>
          </a:p>
          <a:p>
            <a:pPr indent="0" lvl="0" marL="457200" rtl="0" algn="l">
              <a:lnSpc>
                <a:spcPct val="115000"/>
              </a:lnSpc>
              <a:spcBef>
                <a:spcPts val="0"/>
              </a:spcBef>
              <a:spcAft>
                <a:spcPts val="0"/>
              </a:spcAft>
              <a:buSzPts val="1400"/>
              <a:buNone/>
            </a:pPr>
            <a:r>
              <a:t/>
            </a:r>
            <a:endParaRPr sz="1600"/>
          </a:p>
          <a:p>
            <a:pPr indent="-355600" lvl="0" marL="457200" rtl="0" algn="l">
              <a:lnSpc>
                <a:spcPct val="115000"/>
              </a:lnSpc>
              <a:spcBef>
                <a:spcPts val="560"/>
              </a:spcBef>
              <a:spcAft>
                <a:spcPts val="0"/>
              </a:spcAft>
              <a:buClr>
                <a:schemeClr val="lt1"/>
              </a:buClr>
              <a:buSzPts val="2000"/>
              <a:buChar char="➔"/>
            </a:pPr>
            <a:r>
              <a:rPr lang="it-IT" sz="1600"/>
              <a:t>adding a command to a </a:t>
            </a:r>
            <a:r>
              <a:rPr lang="it-IT" sz="1600">
                <a:solidFill>
                  <a:srgbClr val="FFFF00"/>
                </a:solidFill>
              </a:rPr>
              <a:t>difficult-to-use</a:t>
            </a:r>
            <a:r>
              <a:rPr lang="it-IT" sz="1600"/>
              <a:t> system does not make the system easy to use (adding a help command may make it easy to learn, not to use)</a:t>
            </a:r>
            <a:endParaRPr sz="1600"/>
          </a:p>
          <a:p>
            <a:pPr indent="0" lvl="0" marL="457200" rtl="0" algn="l">
              <a:lnSpc>
                <a:spcPct val="115000"/>
              </a:lnSpc>
              <a:spcBef>
                <a:spcPts val="560"/>
              </a:spcBef>
              <a:spcAft>
                <a:spcPts val="0"/>
              </a:spcAft>
              <a:buSzPts val="1400"/>
              <a:buNone/>
            </a:pPr>
            <a:r>
              <a:t/>
            </a:r>
            <a:endParaRPr sz="1600"/>
          </a:p>
          <a:p>
            <a:pPr indent="-355600" lvl="0" marL="457200" rtl="0" algn="l">
              <a:lnSpc>
                <a:spcPct val="115000"/>
              </a:lnSpc>
              <a:spcBef>
                <a:spcPts val="560"/>
              </a:spcBef>
              <a:spcAft>
                <a:spcPts val="0"/>
              </a:spcAft>
              <a:buClr>
                <a:schemeClr val="lt1"/>
              </a:buClr>
              <a:buSzPts val="2000"/>
              <a:buChar char="➔"/>
            </a:pPr>
            <a:r>
              <a:rPr lang="it-IT" sz="1600"/>
              <a:t>in this way </a:t>
            </a:r>
            <a:r>
              <a:rPr lang="it-IT" sz="1600" u="sng"/>
              <a:t>no number of commands makes a system easy to use</a:t>
            </a:r>
            <a:r>
              <a:rPr lang="it-IT" sz="1600"/>
              <a:t> - the fault is that </a:t>
            </a:r>
            <a:r>
              <a:rPr lang="it-IT" sz="1600">
                <a:solidFill>
                  <a:srgbClr val="FFFF00"/>
                </a:solidFill>
              </a:rPr>
              <a:t>'easy to use'</a:t>
            </a:r>
            <a:r>
              <a:rPr lang="it-IT" sz="1600"/>
              <a:t> is not predicated on the number of commands/that easy to use is a vague concept which, incidentally, does not help in designing a system having that property</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1" name="Shape 3481"/>
        <p:cNvGrpSpPr/>
        <p:nvPr/>
      </p:nvGrpSpPr>
      <p:grpSpPr>
        <a:xfrm>
          <a:off x="0" y="0"/>
          <a:ext cx="0" cy="0"/>
          <a:chOff x="0" y="0"/>
          <a:chExt cx="0" cy="0"/>
        </a:xfrm>
      </p:grpSpPr>
      <p:sp>
        <p:nvSpPr>
          <p:cNvPr id="3482" name="Google Shape;3482;p136"/>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sz="4000"/>
              <a:t>principle of least astonishment</a:t>
            </a:r>
            <a:endParaRPr/>
          </a:p>
        </p:txBody>
      </p:sp>
      <p:sp>
        <p:nvSpPr>
          <p:cNvPr id="3483" name="Google Shape;3483;p136"/>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79400" lvl="0" marL="342900" rtl="0" algn="l">
              <a:lnSpc>
                <a:spcPct val="115000"/>
              </a:lnSpc>
              <a:spcBef>
                <a:spcPts val="0"/>
              </a:spcBef>
              <a:spcAft>
                <a:spcPts val="0"/>
              </a:spcAft>
              <a:buClr>
                <a:schemeClr val="lt1"/>
              </a:buClr>
              <a:buSzPts val="1800"/>
              <a:buFont typeface="Arial"/>
              <a:buChar char="●"/>
            </a:pPr>
            <a:r>
              <a:rPr lang="it-IT" sz="1800"/>
              <a:t>problems arise at </a:t>
            </a:r>
            <a:r>
              <a:rPr lang="it-IT" sz="1800">
                <a:solidFill>
                  <a:srgbClr val="FFFF00"/>
                </a:solidFill>
              </a:rPr>
              <a:t>boundary</a:t>
            </a:r>
            <a:r>
              <a:rPr lang="it-IT" sz="1800"/>
              <a:t> conditions, the idea is to </a:t>
            </a:r>
            <a:r>
              <a:rPr lang="it-IT" sz="1800" u="sng"/>
              <a:t>surprise the user as little as possible</a:t>
            </a:r>
            <a:r>
              <a:rPr lang="it-IT" sz="1800"/>
              <a:t>, particularly when entering new modalities/exceptions/difficult conditions for the user</a:t>
            </a:r>
            <a:endParaRPr sz="1800"/>
          </a:p>
          <a:p>
            <a:pPr indent="-342900" lvl="0" marL="342900" rtl="0" algn="l">
              <a:lnSpc>
                <a:spcPct val="115000"/>
              </a:lnSpc>
              <a:spcBef>
                <a:spcPts val="560"/>
              </a:spcBef>
              <a:spcAft>
                <a:spcPts val="0"/>
              </a:spcAft>
              <a:buClr>
                <a:schemeClr val="lt1"/>
              </a:buClr>
              <a:buSzPts val="2800"/>
              <a:buFont typeface="Arial"/>
              <a:buNone/>
            </a:pPr>
            <a:r>
              <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for whom is astonishment minimized? subjective criteria</a:t>
            </a:r>
            <a:endParaRPr sz="1800"/>
          </a:p>
          <a:p>
            <a:pPr indent="-342900" lvl="0" marL="342900" rtl="0" algn="l">
              <a:lnSpc>
                <a:spcPct val="115000"/>
              </a:lnSpc>
              <a:spcBef>
                <a:spcPts val="560"/>
              </a:spcBef>
              <a:spcAft>
                <a:spcPts val="0"/>
              </a:spcAft>
              <a:buClr>
                <a:schemeClr val="lt1"/>
              </a:buClr>
              <a:buSzPts val="2800"/>
              <a:buFont typeface="Arial"/>
              <a:buNone/>
            </a:pPr>
            <a:r>
              <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performance against uniformity - not everything may be undone...</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7" name="Shape 3487"/>
        <p:cNvGrpSpPr/>
        <p:nvPr/>
      </p:nvGrpSpPr>
      <p:grpSpPr>
        <a:xfrm>
          <a:off x="0" y="0"/>
          <a:ext cx="0" cy="0"/>
          <a:chOff x="0" y="0"/>
          <a:chExt cx="0" cy="0"/>
        </a:xfrm>
      </p:grpSpPr>
      <p:sp>
        <p:nvSpPr>
          <p:cNvPr id="3488" name="Google Shape;3488;p137"/>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new orientation</a:t>
            </a:r>
            <a:endParaRPr/>
          </a:p>
        </p:txBody>
      </p:sp>
      <p:sp>
        <p:nvSpPr>
          <p:cNvPr id="3489" name="Google Shape;3489;p137"/>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a:bodyPr>
          <a:lstStyle/>
          <a:p>
            <a:pPr indent="-308610" lvl="0" marL="342900" rtl="0" algn="l">
              <a:lnSpc>
                <a:spcPct val="115000"/>
              </a:lnSpc>
              <a:spcBef>
                <a:spcPts val="0"/>
              </a:spcBef>
              <a:spcAft>
                <a:spcPts val="0"/>
              </a:spcAft>
              <a:buClr>
                <a:schemeClr val="lt1"/>
              </a:buClr>
              <a:buSzPct val="100000"/>
              <a:buFont typeface="Arial"/>
              <a:buChar char="●"/>
            </a:pPr>
            <a:r>
              <a:rPr lang="it-IT" sz="2400"/>
              <a:t>some people can both establish and use the </a:t>
            </a:r>
            <a:r>
              <a:rPr lang="it-IT" sz="2400">
                <a:solidFill>
                  <a:srgbClr val="FFFF00"/>
                </a:solidFill>
              </a:rPr>
              <a:t>rules</a:t>
            </a:r>
            <a:r>
              <a:rPr lang="it-IT" sz="2400"/>
              <a:t> for working - interface design has one person designing another using the result of such design</a:t>
            </a:r>
            <a:endParaRPr/>
          </a:p>
          <a:p>
            <a:pPr indent="-308610" lvl="0" marL="342900" rtl="0" algn="l">
              <a:lnSpc>
                <a:spcPct val="115000"/>
              </a:lnSpc>
              <a:spcBef>
                <a:spcPts val="480"/>
              </a:spcBef>
              <a:spcAft>
                <a:spcPts val="0"/>
              </a:spcAft>
              <a:buClr>
                <a:schemeClr val="lt1"/>
              </a:buClr>
              <a:buSzPct val="100000"/>
              <a:buFont typeface="Arial"/>
              <a:buChar char="●"/>
            </a:pPr>
            <a:r>
              <a:rPr lang="it-IT" sz="2400"/>
              <a:t>good interactive systems are born by </a:t>
            </a:r>
            <a:r>
              <a:rPr lang="it-IT" sz="2400">
                <a:solidFill>
                  <a:srgbClr val="FFFF00"/>
                </a:solidFill>
              </a:rPr>
              <a:t>inspiration</a:t>
            </a:r>
            <a:r>
              <a:rPr lang="it-IT" sz="2400"/>
              <a:t> - guided by formal considerations - partly by ad hoc accretion...generally a coherent system does NOT result which means difficulties to introduce the system to new users, particularly if they are casual or non-experts</a:t>
            </a:r>
            <a:endParaRPr/>
          </a:p>
          <a:p>
            <a:pPr indent="-308610" lvl="0" marL="342900" rtl="0" algn="l">
              <a:lnSpc>
                <a:spcPct val="115000"/>
              </a:lnSpc>
              <a:spcBef>
                <a:spcPts val="480"/>
              </a:spcBef>
              <a:spcAft>
                <a:spcPts val="0"/>
              </a:spcAft>
              <a:buClr>
                <a:srgbClr val="FFFF00"/>
              </a:buClr>
              <a:buSzPct val="100000"/>
              <a:buFont typeface="Arial"/>
              <a:buChar char="●"/>
            </a:pPr>
            <a:r>
              <a:rPr i="1" lang="it-IT" sz="2400">
                <a:solidFill>
                  <a:srgbClr val="FFFF00"/>
                </a:solidFill>
              </a:rPr>
              <a:t>Rutherford</a:t>
            </a:r>
            <a:r>
              <a:rPr lang="it-IT" sz="2400"/>
              <a:t> said that a scientist does not really know what he is doing, unless he can explain his work to the laboratory cleaner...</a:t>
            </a:r>
            <a:endParaRPr/>
          </a:p>
          <a:p>
            <a:pPr indent="-308610" lvl="0" marL="342900" rtl="0" algn="l">
              <a:lnSpc>
                <a:spcPct val="115000"/>
              </a:lnSpc>
              <a:spcBef>
                <a:spcPts val="480"/>
              </a:spcBef>
              <a:spcAft>
                <a:spcPts val="0"/>
              </a:spcAft>
              <a:buClr>
                <a:schemeClr val="lt1"/>
              </a:buClr>
              <a:buSzPct val="100000"/>
              <a:buFont typeface="Arial"/>
              <a:buChar char="●"/>
            </a:pPr>
            <a:r>
              <a:rPr lang="it-IT" sz="2400"/>
              <a:t>guidelines should be </a:t>
            </a:r>
            <a:r>
              <a:rPr lang="it-IT" sz="2400">
                <a:solidFill>
                  <a:srgbClr val="FFFF00"/>
                </a:solidFill>
              </a:rPr>
              <a:t>accessible</a:t>
            </a:r>
            <a:r>
              <a:rPr lang="it-IT" sz="2400"/>
              <a:t> to both the designer and the user</a:t>
            </a:r>
            <a:endParaRPr/>
          </a:p>
        </p:txBody>
      </p:sp>
      <p:pic>
        <p:nvPicPr>
          <p:cNvPr id="3490" name="Google Shape;3490;p137"/>
          <p:cNvPicPr preferRelativeResize="0"/>
          <p:nvPr/>
        </p:nvPicPr>
        <p:blipFill rotWithShape="1">
          <a:blip r:embed="rId3">
            <a:alphaModFix/>
          </a:blip>
          <a:srcRect b="0" l="0" r="0" t="0"/>
          <a:stretch/>
        </p:blipFill>
        <p:spPr>
          <a:xfrm>
            <a:off x="35675" y="3611425"/>
            <a:ext cx="684325" cy="6843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5" name="Shape 3495"/>
        <p:cNvGrpSpPr/>
        <p:nvPr/>
      </p:nvGrpSpPr>
      <p:grpSpPr>
        <a:xfrm>
          <a:off x="0" y="0"/>
          <a:ext cx="0" cy="0"/>
          <a:chOff x="0" y="0"/>
          <a:chExt cx="0" cy="0"/>
        </a:xfrm>
      </p:grpSpPr>
      <p:sp>
        <p:nvSpPr>
          <p:cNvPr id="3496" name="Google Shape;3496;p138"/>
          <p:cNvSpPr txBox="1"/>
          <p:nvPr>
            <p:ph type="title"/>
          </p:nvPr>
        </p:nvSpPr>
        <p:spPr>
          <a:xfrm>
            <a:off x="720000" y="325700"/>
            <a:ext cx="7704000" cy="63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it-IT"/>
              <a:t>GUEPS</a:t>
            </a:r>
            <a:r>
              <a:rPr lang="it-IT"/>
              <a:t>: a way to model principles</a:t>
            </a:r>
            <a:endParaRPr/>
          </a:p>
        </p:txBody>
      </p:sp>
      <p:sp>
        <p:nvSpPr>
          <p:cNvPr id="3497" name="Google Shape;3497;p138"/>
          <p:cNvSpPr txBox="1"/>
          <p:nvPr>
            <p:ph idx="1" type="body"/>
          </p:nvPr>
        </p:nvSpPr>
        <p:spPr>
          <a:xfrm>
            <a:off x="720000" y="1217550"/>
            <a:ext cx="7704000" cy="369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it-IT" sz="1650"/>
              <a:t>Thimbleby introduced the concept of generative user engineering principles (GUEPS). These principles have several properties:</a:t>
            </a:r>
            <a:endParaRPr sz="1650"/>
          </a:p>
          <a:p>
            <a:pPr indent="0" lvl="0" marL="0" rtl="0" algn="l">
              <a:spcBef>
                <a:spcPts val="0"/>
              </a:spcBef>
              <a:spcAft>
                <a:spcPts val="0"/>
              </a:spcAft>
              <a:buClr>
                <a:schemeClr val="dk1"/>
              </a:buClr>
              <a:buSzPts val="1100"/>
              <a:buFont typeface="Arial"/>
              <a:buNone/>
            </a:pPr>
            <a:r>
              <a:t/>
            </a:r>
            <a:endParaRPr sz="1650"/>
          </a:p>
          <a:p>
            <a:pPr indent="-333375" lvl="0" marL="457200" rtl="0" algn="l">
              <a:spcBef>
                <a:spcPts val="0"/>
              </a:spcBef>
              <a:spcAft>
                <a:spcPts val="0"/>
              </a:spcAft>
              <a:buSzPts val="1650"/>
              <a:buChar char="➔"/>
            </a:pPr>
            <a:r>
              <a:rPr lang="it-IT" sz="1650"/>
              <a:t> They apply to a large class of different systems. That is they are </a:t>
            </a:r>
            <a:r>
              <a:rPr lang="it-IT" sz="1650" u="sng"/>
              <a:t>generic</a:t>
            </a:r>
            <a:r>
              <a:rPr lang="it-IT" sz="1650"/>
              <a:t>.</a:t>
            </a:r>
            <a:endParaRPr sz="1650"/>
          </a:p>
          <a:p>
            <a:pPr indent="0" lvl="0" marL="0" rtl="0" algn="l">
              <a:spcBef>
                <a:spcPts val="0"/>
              </a:spcBef>
              <a:spcAft>
                <a:spcPts val="0"/>
              </a:spcAft>
              <a:buNone/>
            </a:pPr>
            <a:r>
              <a:t/>
            </a:r>
            <a:endParaRPr sz="1650"/>
          </a:p>
          <a:p>
            <a:pPr indent="-333375" lvl="0" marL="457200" rtl="0" algn="l">
              <a:spcBef>
                <a:spcPts val="0"/>
              </a:spcBef>
              <a:spcAft>
                <a:spcPts val="0"/>
              </a:spcAft>
              <a:buSzPts val="1650"/>
              <a:buChar char="➔"/>
            </a:pPr>
            <a:r>
              <a:rPr lang="it-IT" sz="1650"/>
              <a:t> They can be given </a:t>
            </a:r>
            <a:r>
              <a:rPr lang="it-IT" sz="1650" u="sng"/>
              <a:t>both</a:t>
            </a:r>
            <a:r>
              <a:rPr lang="it-IT" sz="1650"/>
              <a:t> an</a:t>
            </a:r>
            <a:r>
              <a:rPr lang="it-IT" sz="1650" u="sng"/>
              <a:t> informal</a:t>
            </a:r>
            <a:r>
              <a:rPr lang="it-IT" sz="1650"/>
              <a:t> colloquial statement and also a </a:t>
            </a:r>
            <a:r>
              <a:rPr lang="it-IT" sz="1650" u="sng"/>
              <a:t>formal </a:t>
            </a:r>
            <a:r>
              <a:rPr lang="it-IT" sz="1650"/>
              <a:t>statement.</a:t>
            </a:r>
            <a:endParaRPr sz="1650"/>
          </a:p>
          <a:p>
            <a:pPr indent="0" lvl="0" marL="0" rtl="0" algn="l">
              <a:spcBef>
                <a:spcPts val="0"/>
              </a:spcBef>
              <a:spcAft>
                <a:spcPts val="0"/>
              </a:spcAft>
              <a:buNone/>
            </a:pPr>
            <a:r>
              <a:t/>
            </a:r>
            <a:endParaRPr sz="1650"/>
          </a:p>
          <a:p>
            <a:pPr indent="-333375" lvl="0" marL="457200" rtl="0" algn="l">
              <a:spcBef>
                <a:spcPts val="0"/>
              </a:spcBef>
              <a:spcAft>
                <a:spcPts val="0"/>
              </a:spcAft>
              <a:buSzPts val="1650"/>
              <a:buChar char="➔"/>
            </a:pPr>
            <a:r>
              <a:rPr lang="it-IT" sz="1650"/>
              <a:t> They can be used to constrain the design of a given system. That is they </a:t>
            </a:r>
            <a:r>
              <a:rPr lang="it-IT" sz="1650" u="sng"/>
              <a:t>generate the design</a:t>
            </a:r>
            <a:r>
              <a:rPr lang="it-IT" sz="1650"/>
              <a:t>.</a:t>
            </a:r>
            <a:endParaRPr sz="165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1" name="Shape 3501"/>
        <p:cNvGrpSpPr/>
        <p:nvPr/>
      </p:nvGrpSpPr>
      <p:grpSpPr>
        <a:xfrm>
          <a:off x="0" y="0"/>
          <a:ext cx="0" cy="0"/>
          <a:chOff x="0" y="0"/>
          <a:chExt cx="0" cy="0"/>
        </a:xfrm>
      </p:grpSpPr>
      <p:sp>
        <p:nvSpPr>
          <p:cNvPr id="3502" name="Google Shape;3502;p139"/>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lang="it-IT"/>
              <a:t>Modes</a:t>
            </a:r>
            <a:endParaRPr/>
          </a:p>
        </p:txBody>
      </p:sp>
      <p:sp>
        <p:nvSpPr>
          <p:cNvPr id="3503" name="Google Shape;3503;p139"/>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79400" lvl="0" marL="342900" rtl="0" algn="l">
              <a:lnSpc>
                <a:spcPct val="115000"/>
              </a:lnSpc>
              <a:spcBef>
                <a:spcPts val="0"/>
              </a:spcBef>
              <a:spcAft>
                <a:spcPts val="0"/>
              </a:spcAft>
              <a:buClr>
                <a:schemeClr val="lt1"/>
              </a:buClr>
              <a:buSzPts val="1800"/>
              <a:buFont typeface="Arial"/>
              <a:buChar char="●"/>
            </a:pPr>
            <a:r>
              <a:rPr lang="it-IT" sz="1800"/>
              <a:t>role of hidden information - interactive system </a:t>
            </a:r>
            <a:r>
              <a:rPr i="1" lang="it-IT" sz="1800">
                <a:solidFill>
                  <a:srgbClr val="FFFF00"/>
                </a:solidFill>
              </a:rPr>
              <a:t>modes</a:t>
            </a:r>
            <a:r>
              <a:rPr lang="it-IT" sz="1800"/>
              <a:t>  which are generally used to increase versatility of the system, yet they create increasing confusion</a:t>
            </a:r>
            <a:endParaRPr sz="1800"/>
          </a:p>
          <a:p>
            <a:pPr indent="-279400" lvl="0" marL="342900" rtl="0" algn="l">
              <a:lnSpc>
                <a:spcPct val="115000"/>
              </a:lnSpc>
              <a:spcBef>
                <a:spcPts val="560"/>
              </a:spcBef>
              <a:spcAft>
                <a:spcPts val="0"/>
              </a:spcAft>
              <a:buClr>
                <a:srgbClr val="FFFF00"/>
              </a:buClr>
              <a:buSzPts val="1800"/>
              <a:buFont typeface="Arial"/>
              <a:buChar char="●"/>
            </a:pPr>
            <a:r>
              <a:rPr lang="it-IT" sz="1800" u="sng">
                <a:solidFill>
                  <a:srgbClr val="FFFF00"/>
                </a:solidFill>
              </a:rPr>
              <a:t>mode</a:t>
            </a:r>
            <a:r>
              <a:rPr lang="it-IT" sz="1800"/>
              <a:t>: variable info in the computer system affecting the meaning of what the user sees and does - editing, scrolling, drawing, zooming, etc. within the same application - also called views</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some people consider input modes but it is better to view i/o parametrically</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7" name="Shape 3507"/>
        <p:cNvGrpSpPr/>
        <p:nvPr/>
      </p:nvGrpSpPr>
      <p:grpSpPr>
        <a:xfrm>
          <a:off x="0" y="0"/>
          <a:ext cx="0" cy="0"/>
          <a:chOff x="0" y="0"/>
          <a:chExt cx="0" cy="0"/>
        </a:xfrm>
      </p:grpSpPr>
      <p:sp>
        <p:nvSpPr>
          <p:cNvPr id="3508" name="Google Shape;3508;p140"/>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mode features</a:t>
            </a:r>
            <a:endParaRPr/>
          </a:p>
        </p:txBody>
      </p:sp>
      <p:sp>
        <p:nvSpPr>
          <p:cNvPr id="3509" name="Google Shape;3509;p140"/>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79400" lvl="0" marL="342900" rtl="0" algn="l">
              <a:lnSpc>
                <a:spcPct val="90000"/>
              </a:lnSpc>
              <a:spcBef>
                <a:spcPts val="0"/>
              </a:spcBef>
              <a:spcAft>
                <a:spcPts val="0"/>
              </a:spcAft>
              <a:buClr>
                <a:schemeClr val="lt1"/>
              </a:buClr>
              <a:buSzPts val="1800"/>
              <a:buFont typeface="Arial"/>
              <a:buChar char="●"/>
            </a:pPr>
            <a:r>
              <a:rPr lang="it-IT" sz="1800"/>
              <a:t>typically the system gives no clue to the user about its present </a:t>
            </a:r>
            <a:r>
              <a:rPr lang="it-IT" sz="1800">
                <a:solidFill>
                  <a:srgbClr val="FFFF00"/>
                </a:solidFill>
              </a:rPr>
              <a:t>state</a:t>
            </a:r>
            <a:r>
              <a:rPr lang="it-IT" sz="1800"/>
              <a:t> or how it was reached (hidden info)</a:t>
            </a:r>
            <a:endParaRPr sz="1800"/>
          </a:p>
          <a:p>
            <a:pPr indent="-165100" lvl="0" marL="342900" rtl="0" algn="l">
              <a:lnSpc>
                <a:spcPct val="90000"/>
              </a:lnSpc>
              <a:spcBef>
                <a:spcPts val="560"/>
              </a:spcBef>
              <a:spcAft>
                <a:spcPts val="0"/>
              </a:spcAft>
              <a:buClr>
                <a:schemeClr val="lt1"/>
              </a:buClr>
              <a:buSzPts val="2800"/>
              <a:buFont typeface="Arial"/>
              <a:buNone/>
            </a:pPr>
            <a:r>
              <a:t/>
            </a:r>
            <a:endParaRPr sz="1800"/>
          </a:p>
          <a:p>
            <a:pPr indent="-279400" lvl="0" marL="342900" rtl="0" algn="l">
              <a:lnSpc>
                <a:spcPct val="90000"/>
              </a:lnSpc>
              <a:spcBef>
                <a:spcPts val="560"/>
              </a:spcBef>
              <a:spcAft>
                <a:spcPts val="0"/>
              </a:spcAft>
              <a:buClr>
                <a:schemeClr val="lt1"/>
              </a:buClr>
              <a:buSzPts val="1800"/>
              <a:buFont typeface="Arial"/>
              <a:buChar char="●"/>
            </a:pPr>
            <a:r>
              <a:rPr lang="it-IT" sz="1800"/>
              <a:t>nobody agrees on what a mode is: info channel in psychology/classes in logic/peaks in statistical distributions...</a:t>
            </a:r>
            <a:endParaRPr sz="1800"/>
          </a:p>
          <a:p>
            <a:pPr indent="-342900" lvl="0" marL="342900" rtl="0" algn="l">
              <a:lnSpc>
                <a:spcPct val="90000"/>
              </a:lnSpc>
              <a:spcBef>
                <a:spcPts val="560"/>
              </a:spcBef>
              <a:spcAft>
                <a:spcPts val="0"/>
              </a:spcAft>
              <a:buClr>
                <a:schemeClr val="lt1"/>
              </a:buClr>
              <a:buSzPts val="2800"/>
              <a:buFont typeface="Arial"/>
              <a:buNone/>
            </a:pPr>
            <a:r>
              <a:t/>
            </a:r>
            <a:endParaRPr sz="1800"/>
          </a:p>
          <a:p>
            <a:pPr indent="-279400" lvl="0" marL="342900" rtl="0" algn="l">
              <a:lnSpc>
                <a:spcPct val="90000"/>
              </a:lnSpc>
              <a:spcBef>
                <a:spcPts val="560"/>
              </a:spcBef>
              <a:spcAft>
                <a:spcPts val="0"/>
              </a:spcAft>
              <a:buClr>
                <a:schemeClr val="lt1"/>
              </a:buClr>
              <a:buSzPts val="1800"/>
              <a:buFont typeface="Arial"/>
              <a:buChar char="●"/>
            </a:pPr>
            <a:r>
              <a:rPr lang="it-IT" sz="1800"/>
              <a:t>mody systems can be used faster but </a:t>
            </a:r>
            <a:r>
              <a:rPr lang="it-IT" sz="1800">
                <a:solidFill>
                  <a:srgbClr val="FFFF00"/>
                </a:solidFill>
              </a:rPr>
              <a:t>ambiguity</a:t>
            </a:r>
            <a:r>
              <a:rPr lang="it-IT" sz="1800"/>
              <a:t> and </a:t>
            </a:r>
            <a:r>
              <a:rPr lang="it-IT" sz="1800">
                <a:solidFill>
                  <a:srgbClr val="FFFF00"/>
                </a:solidFill>
              </a:rPr>
              <a:t>complexity</a:t>
            </a:r>
            <a:r>
              <a:rPr lang="it-IT" sz="1800"/>
              <a:t> are the two main drawbacks</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3" name="Shape 3513"/>
        <p:cNvGrpSpPr/>
        <p:nvPr/>
      </p:nvGrpSpPr>
      <p:grpSpPr>
        <a:xfrm>
          <a:off x="0" y="0"/>
          <a:ext cx="0" cy="0"/>
          <a:chOff x="0" y="0"/>
          <a:chExt cx="0" cy="0"/>
        </a:xfrm>
      </p:grpSpPr>
      <p:sp>
        <p:nvSpPr>
          <p:cNvPr id="3514" name="Google Shape;3514;p141"/>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low mode or modeless?</a:t>
            </a:r>
            <a:endParaRPr/>
          </a:p>
        </p:txBody>
      </p:sp>
      <p:sp>
        <p:nvSpPr>
          <p:cNvPr id="3515" name="Google Shape;3515;p141"/>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79400" lvl="0" marL="342900" rtl="0" algn="l">
              <a:lnSpc>
                <a:spcPct val="115000"/>
              </a:lnSpc>
              <a:spcBef>
                <a:spcPts val="0"/>
              </a:spcBef>
              <a:spcAft>
                <a:spcPts val="0"/>
              </a:spcAft>
              <a:buClr>
                <a:schemeClr val="lt1"/>
              </a:buClr>
              <a:buSzPts val="1800"/>
              <a:buFont typeface="Arial"/>
              <a:buChar char="●"/>
            </a:pPr>
            <a:r>
              <a:rPr lang="it-IT" sz="1800"/>
              <a:t>strictly speaking, a modeless system cannot work! it should be switched </a:t>
            </a:r>
            <a:r>
              <a:rPr b="0" lang="it-IT" sz="1800">
                <a:solidFill>
                  <a:srgbClr val="66FF33"/>
                </a:solidFill>
              </a:rPr>
              <a:t>on</a:t>
            </a:r>
            <a:r>
              <a:rPr lang="it-IT" sz="1800"/>
              <a:t> - which is a ≠ mode from the </a:t>
            </a:r>
            <a:r>
              <a:rPr b="0" lang="it-IT" sz="1800">
                <a:solidFill>
                  <a:srgbClr val="FF0066"/>
                </a:solidFill>
              </a:rPr>
              <a:t>off</a:t>
            </a:r>
            <a:r>
              <a:rPr lang="it-IT" sz="1800"/>
              <a:t> condition</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yet, modelessness is perceived as a quality - in fact low mode systems is a more adequate name: the user does not perceive the modes and works without effort</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a public-access system is truly modeless: a kiosk may be always on with a few buttons for fixed queries on local information</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9" name="Shape 3519"/>
        <p:cNvGrpSpPr/>
        <p:nvPr/>
      </p:nvGrpSpPr>
      <p:grpSpPr>
        <a:xfrm>
          <a:off x="0" y="0"/>
          <a:ext cx="0" cy="0"/>
          <a:chOff x="0" y="0"/>
          <a:chExt cx="0" cy="0"/>
        </a:xfrm>
      </p:grpSpPr>
      <p:sp>
        <p:nvSpPr>
          <p:cNvPr id="3520" name="Google Shape;3520;p142"/>
          <p:cNvSpPr txBox="1"/>
          <p:nvPr>
            <p:ph type="title"/>
          </p:nvPr>
        </p:nvSpPr>
        <p:spPr>
          <a:xfrm>
            <a:off x="720000" y="3257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b="1" lang="it-IT"/>
              <a:t>Modes: a negative issue</a:t>
            </a:r>
            <a:endParaRPr/>
          </a:p>
        </p:txBody>
      </p:sp>
      <p:sp>
        <p:nvSpPr>
          <p:cNvPr id="3521" name="Google Shape;3521;p142"/>
          <p:cNvSpPr txBox="1"/>
          <p:nvPr>
            <p:ph idx="1" type="body"/>
          </p:nvPr>
        </p:nvSpPr>
        <p:spPr>
          <a:xfrm>
            <a:off x="720000" y="1217550"/>
            <a:ext cx="7704000" cy="3699600"/>
          </a:xfrm>
          <a:prstGeom prst="rect">
            <a:avLst/>
          </a:prstGeom>
          <a:noFill/>
          <a:ln>
            <a:noFill/>
          </a:ln>
        </p:spPr>
        <p:txBody>
          <a:bodyPr anchorCtr="0" anchor="t" bIns="45700" lIns="91425" spcFirstLastPara="1" rIns="91425" wrap="square" tIns="45700">
            <a:noAutofit/>
          </a:bodyPr>
          <a:lstStyle/>
          <a:p>
            <a:pPr indent="-279400" lvl="0" marL="342900" rtl="0" algn="l">
              <a:lnSpc>
                <a:spcPct val="115000"/>
              </a:lnSpc>
              <a:spcBef>
                <a:spcPts val="0"/>
              </a:spcBef>
              <a:spcAft>
                <a:spcPts val="0"/>
              </a:spcAft>
              <a:buClr>
                <a:schemeClr val="lt1"/>
              </a:buClr>
              <a:buSzPts val="1800"/>
              <a:buFont typeface="Arial"/>
              <a:buChar char="●"/>
            </a:pPr>
            <a:r>
              <a:rPr lang="it-IT" sz="1800"/>
              <a:t>if too many modes, the user loses track...difficult to remember in which mode he is - Hick's Law (1952) states that “the user's decision time is </a:t>
            </a:r>
            <a:r>
              <a:rPr lang="it-IT" sz="1800">
                <a:solidFill>
                  <a:srgbClr val="FFFF00"/>
                </a:solidFill>
              </a:rPr>
              <a:t>logarithmic</a:t>
            </a:r>
            <a:r>
              <a:rPr lang="it-IT" sz="1800"/>
              <a:t> with the number of choices known to him”...sometimes the user does not know such number nor the exact meaning of each choice</a:t>
            </a:r>
            <a:endParaRPr sz="1800"/>
          </a:p>
          <a:p>
            <a:pPr indent="-165100" lvl="0" marL="342900" rtl="0" algn="l">
              <a:lnSpc>
                <a:spcPct val="115000"/>
              </a:lnSpc>
              <a:spcBef>
                <a:spcPts val="560"/>
              </a:spcBef>
              <a:spcAft>
                <a:spcPts val="0"/>
              </a:spcAft>
              <a:buClr>
                <a:schemeClr val="lt1"/>
              </a:buClr>
              <a:buSzPts val="2800"/>
              <a:buFont typeface="Arial"/>
              <a:buNone/>
            </a:pPr>
            <a:r>
              <a:t/>
            </a:r>
            <a:endParaRPr sz="1800"/>
          </a:p>
        </p:txBody>
      </p:sp>
      <p:pic>
        <p:nvPicPr>
          <p:cNvPr id="3522" name="Google Shape;3522;p142"/>
          <p:cNvPicPr preferRelativeResize="0"/>
          <p:nvPr/>
        </p:nvPicPr>
        <p:blipFill rotWithShape="1">
          <a:blip r:embed="rId3">
            <a:alphaModFix/>
          </a:blip>
          <a:srcRect b="0" l="0" r="0" t="0"/>
          <a:stretch/>
        </p:blipFill>
        <p:spPr>
          <a:xfrm>
            <a:off x="4571999" y="2910900"/>
            <a:ext cx="2781226" cy="2006249"/>
          </a:xfrm>
          <a:prstGeom prst="rect">
            <a:avLst/>
          </a:prstGeom>
          <a:noFill/>
          <a:ln>
            <a:noFill/>
          </a:ln>
        </p:spPr>
      </p:pic>
      <p:sp>
        <p:nvSpPr>
          <p:cNvPr id="3523" name="Google Shape;3523;p142"/>
          <p:cNvSpPr txBox="1"/>
          <p:nvPr/>
        </p:nvSpPr>
        <p:spPr>
          <a:xfrm>
            <a:off x="1162175" y="4191275"/>
            <a:ext cx="3000000" cy="34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50"/>
              <a:buFont typeface="Arial"/>
              <a:buNone/>
            </a:pPr>
            <a:r>
              <a:rPr b="0" i="0" lang="it-IT" sz="1050" u="sng" cap="none" strike="noStrike">
                <a:solidFill>
                  <a:schemeClr val="hlink"/>
                </a:solidFill>
                <a:latin typeface="Arial"/>
                <a:ea typeface="Arial"/>
                <a:cs typeface="Arial"/>
                <a:sym typeface="Arial"/>
                <a:hlinkClick r:id="rId4"/>
              </a:rPr>
              <a:t>https://en.wikipedia.org/wiki/Hick's_law</a:t>
            </a:r>
            <a:r>
              <a:rPr b="0" i="0" lang="it-IT" sz="1050" u="none" cap="none" strike="noStrike">
                <a:solidFill>
                  <a:schemeClr val="lt1"/>
                </a:solidFill>
                <a:latin typeface="Arial"/>
                <a:ea typeface="Arial"/>
                <a:cs typeface="Arial"/>
                <a:sym typeface="Arial"/>
              </a:rPr>
              <a:t>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7" name="Shape 3527"/>
        <p:cNvGrpSpPr/>
        <p:nvPr/>
      </p:nvGrpSpPr>
      <p:grpSpPr>
        <a:xfrm>
          <a:off x="0" y="0"/>
          <a:ext cx="0" cy="0"/>
          <a:chOff x="0" y="0"/>
          <a:chExt cx="0" cy="0"/>
        </a:xfrm>
      </p:grpSpPr>
      <p:sp>
        <p:nvSpPr>
          <p:cNvPr id="3528" name="Google Shape;3528;p143"/>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spatial, temporal modes</a:t>
            </a:r>
            <a:endParaRPr/>
          </a:p>
        </p:txBody>
      </p:sp>
      <p:sp>
        <p:nvSpPr>
          <p:cNvPr id="3529" name="Google Shape;3529;p143"/>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20000"/>
          </a:bodyPr>
          <a:lstStyle/>
          <a:p>
            <a:pPr indent="-308610" lvl="0" marL="342900" rtl="0" algn="l">
              <a:lnSpc>
                <a:spcPct val="115000"/>
              </a:lnSpc>
              <a:spcBef>
                <a:spcPts val="0"/>
              </a:spcBef>
              <a:spcAft>
                <a:spcPts val="0"/>
              </a:spcAft>
              <a:buClr>
                <a:schemeClr val="lt1"/>
              </a:buClr>
              <a:buSzPct val="100000"/>
              <a:buFont typeface="Arial"/>
              <a:buChar char="●"/>
            </a:pPr>
            <a:r>
              <a:rPr lang="it-IT" sz="2400"/>
              <a:t>why modes? because we only have about </a:t>
            </a:r>
            <a:r>
              <a:rPr lang="it-IT" sz="2400">
                <a:solidFill>
                  <a:srgbClr val="FFFF00"/>
                </a:solidFill>
              </a:rPr>
              <a:t>70 keys</a:t>
            </a:r>
            <a:r>
              <a:rPr lang="it-IT" sz="2400"/>
              <a:t> on the keyboard, a small screen and a small bandwidth for the i/p medium (fingers/keys) with a large bandwidth for the o/p medium (eyes/screen)</a:t>
            </a:r>
            <a:endParaRPr/>
          </a:p>
          <a:p>
            <a:pPr indent="-308610" lvl="0" marL="342900" rtl="0" algn="l">
              <a:lnSpc>
                <a:spcPct val="115000"/>
              </a:lnSpc>
              <a:spcBef>
                <a:spcPts val="480"/>
              </a:spcBef>
              <a:spcAft>
                <a:spcPts val="0"/>
              </a:spcAft>
              <a:buClr>
                <a:srgbClr val="FFFF00"/>
              </a:buClr>
              <a:buSzPct val="100000"/>
              <a:buFont typeface="Arial"/>
              <a:buChar char="●"/>
            </a:pPr>
            <a:r>
              <a:rPr lang="it-IT" sz="2400">
                <a:solidFill>
                  <a:srgbClr val="FFFF00"/>
                </a:solidFill>
              </a:rPr>
              <a:t>slow</a:t>
            </a:r>
            <a:r>
              <a:rPr lang="it-IT" sz="2400"/>
              <a:t> transmission results when using few keys, fast transmission for a large number of them occupying a larger space (time vs space) but there is </a:t>
            </a:r>
            <a:r>
              <a:rPr lang="it-IT" sz="2400" u="sng"/>
              <a:t>graceful degradation if time</a:t>
            </a:r>
            <a:r>
              <a:rPr lang="it-IT" sz="2400"/>
              <a:t> is chosen while </a:t>
            </a:r>
            <a:r>
              <a:rPr lang="it-IT" sz="2400" u="sng"/>
              <a:t>abrupt degradation</a:t>
            </a:r>
            <a:r>
              <a:rPr lang="it-IT" sz="2400"/>
              <a:t> exists for a </a:t>
            </a:r>
            <a:r>
              <a:rPr lang="it-IT" sz="2400" u="sng"/>
              <a:t>space </a:t>
            </a:r>
            <a:r>
              <a:rPr lang="it-IT" sz="2400"/>
              <a:t>choice</a:t>
            </a:r>
            <a:endParaRPr/>
          </a:p>
          <a:p>
            <a:pPr indent="-308610" lvl="0" marL="342900" rtl="0" algn="l">
              <a:lnSpc>
                <a:spcPct val="115000"/>
              </a:lnSpc>
              <a:spcBef>
                <a:spcPts val="480"/>
              </a:spcBef>
              <a:spcAft>
                <a:spcPts val="0"/>
              </a:spcAft>
              <a:buClr>
                <a:schemeClr val="lt1"/>
              </a:buClr>
              <a:buSzPct val="100000"/>
              <a:buFont typeface="Arial"/>
              <a:buChar char="●"/>
            </a:pPr>
            <a:r>
              <a:rPr lang="it-IT" sz="2400"/>
              <a:t>the mode in the user head may be </a:t>
            </a:r>
            <a:r>
              <a:rPr lang="it-IT" sz="2400">
                <a:solidFill>
                  <a:srgbClr val="FFFF00"/>
                </a:solidFill>
              </a:rPr>
              <a:t>out of pace</a:t>
            </a:r>
            <a:r>
              <a:rPr lang="it-IT" sz="2400"/>
              <a:t> with the mode in the computer system...</a:t>
            </a:r>
            <a:endParaRPr/>
          </a:p>
          <a:p>
            <a:pPr indent="-308610" lvl="0" marL="342900" rtl="0" algn="l">
              <a:lnSpc>
                <a:spcPct val="115000"/>
              </a:lnSpc>
              <a:spcBef>
                <a:spcPts val="480"/>
              </a:spcBef>
              <a:spcAft>
                <a:spcPts val="0"/>
              </a:spcAft>
              <a:buClr>
                <a:schemeClr val="lt1"/>
              </a:buClr>
              <a:buSzPct val="100000"/>
              <a:buFont typeface="Arial"/>
              <a:buChar char="●"/>
            </a:pPr>
            <a:r>
              <a:rPr lang="it-IT" sz="2400"/>
              <a:t>meaning of the mouse button depends on where the mouse is </a:t>
            </a:r>
            <a:r>
              <a:rPr lang="it-IT" sz="2400">
                <a:solidFill>
                  <a:srgbClr val="FFFF00"/>
                </a:solidFill>
              </a:rPr>
              <a:t>pointing</a:t>
            </a:r>
            <a:r>
              <a:rPr lang="it-IT" sz="2400"/>
              <a:t>: spatial mode instead of temporal mode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3" name="Shape 3533"/>
        <p:cNvGrpSpPr/>
        <p:nvPr/>
      </p:nvGrpSpPr>
      <p:grpSpPr>
        <a:xfrm>
          <a:off x="0" y="0"/>
          <a:ext cx="0" cy="0"/>
          <a:chOff x="0" y="0"/>
          <a:chExt cx="0" cy="0"/>
        </a:xfrm>
      </p:grpSpPr>
      <p:sp>
        <p:nvSpPr>
          <p:cNvPr id="3534" name="Google Shape;3534;p144"/>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cumbersome modes...</a:t>
            </a:r>
            <a:endParaRPr/>
          </a:p>
        </p:txBody>
      </p:sp>
      <p:sp>
        <p:nvSpPr>
          <p:cNvPr id="3535" name="Google Shape;3535;p144"/>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79400" lvl="0" marL="342900" rtl="0" algn="l">
              <a:lnSpc>
                <a:spcPct val="115000"/>
              </a:lnSpc>
              <a:spcBef>
                <a:spcPts val="0"/>
              </a:spcBef>
              <a:spcAft>
                <a:spcPts val="0"/>
              </a:spcAft>
              <a:buClr>
                <a:schemeClr val="lt1"/>
              </a:buClr>
              <a:buSzPts val="1800"/>
              <a:buFont typeface="Arial"/>
              <a:buChar char="●"/>
            </a:pPr>
            <a:r>
              <a:rPr lang="it-IT" sz="1800"/>
              <a:t>it is difficult to provide </a:t>
            </a:r>
            <a:r>
              <a:rPr lang="it-IT" sz="1800">
                <a:solidFill>
                  <a:srgbClr val="FFFF00"/>
                </a:solidFill>
              </a:rPr>
              <a:t>cues</a:t>
            </a:r>
            <a:r>
              <a:rPr lang="it-IT" sz="1800"/>
              <a:t> (visual, aural) to the user to remind him or tell him in which mode he is moving around</a:t>
            </a:r>
            <a:endParaRPr sz="1800"/>
          </a:p>
          <a:p>
            <a:pPr indent="-342900" lvl="0" marL="342900" rtl="0" algn="l">
              <a:lnSpc>
                <a:spcPct val="115000"/>
              </a:lnSpc>
              <a:spcBef>
                <a:spcPts val="560"/>
              </a:spcBef>
              <a:spcAft>
                <a:spcPts val="0"/>
              </a:spcAft>
              <a:buClr>
                <a:schemeClr val="lt1"/>
              </a:buClr>
              <a:buSzPts val="2800"/>
              <a:buFont typeface="Arial"/>
              <a:buNone/>
            </a:pPr>
            <a:r>
              <a:t/>
            </a:r>
            <a:endParaRPr sz="1800"/>
          </a:p>
          <a:p>
            <a:pPr indent="-279400" lvl="0" marL="342900" rtl="0" algn="l">
              <a:lnSpc>
                <a:spcPct val="115000"/>
              </a:lnSpc>
              <a:spcBef>
                <a:spcPts val="560"/>
              </a:spcBef>
              <a:spcAft>
                <a:spcPts val="0"/>
              </a:spcAft>
              <a:buClr>
                <a:srgbClr val="FFFF00"/>
              </a:buClr>
              <a:buSzPts val="1800"/>
              <a:buFont typeface="Arial"/>
              <a:buChar char="●"/>
            </a:pPr>
            <a:r>
              <a:rPr lang="it-IT" sz="1800">
                <a:solidFill>
                  <a:srgbClr val="FFFF00"/>
                </a:solidFill>
              </a:rPr>
              <a:t>temporal</a:t>
            </a:r>
            <a:r>
              <a:rPr lang="it-IT" sz="1800"/>
              <a:t> modes appear when pressing a button on the mouse has a meaning depending on the menu choice (transient spatial), if no button is pressed the system reverts to a basic mode so giving a robust feeling to the user</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9" name="Shape 3539"/>
        <p:cNvGrpSpPr/>
        <p:nvPr/>
      </p:nvGrpSpPr>
      <p:grpSpPr>
        <a:xfrm>
          <a:off x="0" y="0"/>
          <a:ext cx="0" cy="0"/>
          <a:chOff x="0" y="0"/>
          <a:chExt cx="0" cy="0"/>
        </a:xfrm>
      </p:grpSpPr>
      <p:sp>
        <p:nvSpPr>
          <p:cNvPr id="3540" name="Google Shape;3540;p145"/>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illustrating modes</a:t>
            </a:r>
            <a:endParaRPr/>
          </a:p>
        </p:txBody>
      </p:sp>
      <p:sp>
        <p:nvSpPr>
          <p:cNvPr id="3541" name="Google Shape;3541;p145"/>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79400" lvl="0" marL="342900" rtl="0" algn="l">
              <a:lnSpc>
                <a:spcPct val="115000"/>
              </a:lnSpc>
              <a:spcBef>
                <a:spcPts val="0"/>
              </a:spcBef>
              <a:spcAft>
                <a:spcPts val="0"/>
              </a:spcAft>
              <a:buClr>
                <a:schemeClr val="lt1"/>
              </a:buClr>
              <a:buSzPts val="1800"/>
              <a:buFont typeface="Arial"/>
              <a:buChar char="●"/>
            </a:pPr>
            <a:r>
              <a:rPr lang="it-IT" sz="1800"/>
              <a:t>a backspace character may be misleading: what does it mean if it shows on the screen? what happens to existing characters? etc.</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let us consider a </a:t>
            </a:r>
            <a:r>
              <a:rPr lang="it-IT" sz="1800">
                <a:solidFill>
                  <a:srgbClr val="FFFF00"/>
                </a:solidFill>
              </a:rPr>
              <a:t>4-function calculator</a:t>
            </a:r>
            <a:r>
              <a:rPr lang="it-IT" sz="1800"/>
              <a:t>:</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the display is used for many different things at different times and there is no way for the user to tell which one except by remembering what he has done in the recent past...</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some significant info is never displayed and the user always has to remember...</a:t>
            </a: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5" name="Shape 3545"/>
        <p:cNvGrpSpPr/>
        <p:nvPr/>
      </p:nvGrpSpPr>
      <p:grpSpPr>
        <a:xfrm>
          <a:off x="0" y="0"/>
          <a:ext cx="0" cy="0"/>
          <a:chOff x="0" y="0"/>
          <a:chExt cx="0" cy="0"/>
        </a:xfrm>
      </p:grpSpPr>
      <p:sp>
        <p:nvSpPr>
          <p:cNvPr id="3546" name="Google Shape;3546;p146"/>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the calculator example</a:t>
            </a:r>
            <a:endParaRPr/>
          </a:p>
        </p:txBody>
      </p:sp>
      <p:sp>
        <p:nvSpPr>
          <p:cNvPr id="3547" name="Google Shape;3547;p146"/>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85000" lnSpcReduction="20000"/>
          </a:bodyPr>
          <a:lstStyle/>
          <a:p>
            <a:pPr indent="-320040" lvl="0" marL="342900" rtl="0" algn="l">
              <a:lnSpc>
                <a:spcPct val="115000"/>
              </a:lnSpc>
              <a:spcBef>
                <a:spcPts val="0"/>
              </a:spcBef>
              <a:spcAft>
                <a:spcPts val="0"/>
              </a:spcAft>
              <a:buClr>
                <a:schemeClr val="lt1"/>
              </a:buClr>
              <a:buSzPct val="100000"/>
              <a:buFont typeface="Arial"/>
              <a:buChar char="●"/>
            </a:pPr>
            <a:r>
              <a:rPr lang="it-IT" sz="2400"/>
              <a:t>this calculator has </a:t>
            </a:r>
            <a:r>
              <a:rPr lang="it-IT" sz="2400">
                <a:solidFill>
                  <a:srgbClr val="FFFF00"/>
                </a:solidFill>
              </a:rPr>
              <a:t>20 </a:t>
            </a:r>
            <a:r>
              <a:rPr lang="it-IT" sz="2400"/>
              <a:t>buttons, the </a:t>
            </a:r>
            <a:r>
              <a:rPr b="0" lang="it-IT" sz="2400">
                <a:solidFill>
                  <a:srgbClr val="FFFF00"/>
                </a:solidFill>
              </a:rPr>
              <a:t>On</a:t>
            </a:r>
            <a:r>
              <a:rPr lang="it-IT" sz="2400"/>
              <a:t> button has no use except to switch the calculator on until we want, and to switch it off by pressing the </a:t>
            </a:r>
            <a:r>
              <a:rPr b="0" lang="it-IT" sz="2400">
                <a:solidFill>
                  <a:srgbClr val="FFFF00"/>
                </a:solidFill>
              </a:rPr>
              <a:t>Off</a:t>
            </a:r>
            <a:r>
              <a:rPr lang="it-IT" sz="2400">
                <a:solidFill>
                  <a:srgbClr val="FFFF00"/>
                </a:solidFill>
              </a:rPr>
              <a:t> </a:t>
            </a:r>
            <a:r>
              <a:rPr lang="it-IT" sz="2400"/>
              <a:t>button</a:t>
            </a:r>
            <a:endParaRPr/>
          </a:p>
          <a:p>
            <a:pPr indent="-320040" lvl="0" marL="342900" rtl="0" algn="l">
              <a:lnSpc>
                <a:spcPct val="115000"/>
              </a:lnSpc>
              <a:spcBef>
                <a:spcPts val="480"/>
              </a:spcBef>
              <a:spcAft>
                <a:spcPts val="0"/>
              </a:spcAft>
              <a:buClr>
                <a:schemeClr val="lt1"/>
              </a:buClr>
              <a:buSzPct val="100000"/>
              <a:buFont typeface="Arial"/>
              <a:buChar char="●"/>
            </a:pPr>
            <a:r>
              <a:rPr lang="it-IT" sz="2400"/>
              <a:t>if you want to use this calculator and nothing is displayed press </a:t>
            </a:r>
            <a:r>
              <a:rPr b="0" lang="it-IT" sz="2400">
                <a:solidFill>
                  <a:srgbClr val="FFFF00"/>
                </a:solidFill>
              </a:rPr>
              <a:t>On</a:t>
            </a:r>
            <a:r>
              <a:rPr lang="it-IT" sz="2400"/>
              <a:t>, a </a:t>
            </a:r>
            <a:r>
              <a:rPr lang="it-IT" sz="2400">
                <a:solidFill>
                  <a:srgbClr val="66FF33"/>
                </a:solidFill>
              </a:rPr>
              <a:t>0</a:t>
            </a:r>
            <a:r>
              <a:rPr lang="it-IT" sz="2400"/>
              <a:t> will be displayed </a:t>
            </a:r>
            <a:endParaRPr/>
          </a:p>
          <a:p>
            <a:pPr indent="-320040" lvl="0" marL="342900" rtl="0" algn="l">
              <a:lnSpc>
                <a:spcPct val="115000"/>
              </a:lnSpc>
              <a:spcBef>
                <a:spcPts val="480"/>
              </a:spcBef>
              <a:spcAft>
                <a:spcPts val="0"/>
              </a:spcAft>
              <a:buClr>
                <a:schemeClr val="lt1"/>
              </a:buClr>
              <a:buSzPct val="100000"/>
              <a:buFont typeface="Arial"/>
              <a:buChar char="●"/>
            </a:pPr>
            <a:r>
              <a:rPr lang="it-IT" sz="2400"/>
              <a:t>if the user hits a digit (except for </a:t>
            </a:r>
            <a:r>
              <a:rPr lang="it-IT" sz="2400">
                <a:solidFill>
                  <a:srgbClr val="66FF33"/>
                </a:solidFill>
              </a:rPr>
              <a:t>0</a:t>
            </a:r>
            <a:r>
              <a:rPr lang="it-IT" sz="2400"/>
              <a:t>) such value is added to the display appearing from the right - as if we multiply each time by 10 - in fact adding </a:t>
            </a:r>
            <a:r>
              <a:rPr lang="it-IT" sz="2400">
                <a:solidFill>
                  <a:srgbClr val="66FF33"/>
                </a:solidFill>
              </a:rPr>
              <a:t>0</a:t>
            </a:r>
            <a:r>
              <a:rPr lang="it-IT" sz="2400"/>
              <a:t> and multiplying it by </a:t>
            </a:r>
            <a:r>
              <a:rPr lang="it-IT" sz="2400">
                <a:solidFill>
                  <a:srgbClr val="66FF33"/>
                </a:solidFill>
              </a:rPr>
              <a:t>10</a:t>
            </a:r>
            <a:r>
              <a:rPr lang="it-IT" sz="2400"/>
              <a:t> it is still </a:t>
            </a:r>
            <a:r>
              <a:rPr lang="it-IT" sz="2400">
                <a:solidFill>
                  <a:srgbClr val="66FF33"/>
                </a:solidFill>
              </a:rPr>
              <a:t>0</a:t>
            </a:r>
            <a:endParaRPr/>
          </a:p>
          <a:p>
            <a:pPr indent="-320040" lvl="0" marL="342900" rtl="0" algn="l">
              <a:lnSpc>
                <a:spcPct val="115000"/>
              </a:lnSpc>
              <a:spcBef>
                <a:spcPts val="480"/>
              </a:spcBef>
              <a:spcAft>
                <a:spcPts val="0"/>
              </a:spcAft>
              <a:buClr>
                <a:schemeClr val="lt1"/>
              </a:buClr>
              <a:buSzPct val="100000"/>
              <a:buFont typeface="Arial"/>
              <a:buChar char="●"/>
            </a:pPr>
            <a:r>
              <a:rPr lang="it-IT" sz="2400"/>
              <a:t>if the decimal point is hit (second button from the left in the bottom row) then numbers are divided by </a:t>
            </a:r>
            <a:r>
              <a:rPr lang="it-IT" sz="2400">
                <a:solidFill>
                  <a:srgbClr val="66FF33"/>
                </a:solidFill>
              </a:rPr>
              <a:t>10</a:t>
            </a:r>
            <a:r>
              <a:rPr lang="it-IT" sz="2400"/>
              <a:t> until the display is full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1" name="Shape 3551"/>
        <p:cNvGrpSpPr/>
        <p:nvPr/>
      </p:nvGrpSpPr>
      <p:grpSpPr>
        <a:xfrm>
          <a:off x="0" y="0"/>
          <a:ext cx="0" cy="0"/>
          <a:chOff x="0" y="0"/>
          <a:chExt cx="0" cy="0"/>
        </a:xfrm>
      </p:grpSpPr>
      <p:sp>
        <p:nvSpPr>
          <p:cNvPr id="3552" name="Google Shape;3552;p147"/>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lang="it-IT"/>
              <a:t>trying to use the calculator</a:t>
            </a:r>
            <a:endParaRPr/>
          </a:p>
        </p:txBody>
      </p:sp>
      <p:sp>
        <p:nvSpPr>
          <p:cNvPr id="3553" name="Google Shape;3553;p147"/>
          <p:cNvSpPr txBox="1"/>
          <p:nvPr>
            <p:ph idx="1" type="body"/>
          </p:nvPr>
        </p:nvSpPr>
        <p:spPr>
          <a:xfrm>
            <a:off x="720000" y="1217550"/>
            <a:ext cx="5191800" cy="3699600"/>
          </a:xfrm>
          <a:prstGeom prst="rect">
            <a:avLst/>
          </a:prstGeom>
          <a:noFill/>
          <a:ln>
            <a:noFill/>
          </a:ln>
        </p:spPr>
        <p:txBody>
          <a:bodyPr anchorCtr="0" anchor="t" bIns="44450" lIns="90475" spcFirstLastPara="1" rIns="90475" wrap="square" tIns="44450">
            <a:normAutofit/>
          </a:bodyPr>
          <a:lstStyle/>
          <a:p>
            <a:pPr indent="-325120" lvl="0" marL="342900" rtl="0" algn="l">
              <a:lnSpc>
                <a:spcPct val="95000"/>
              </a:lnSpc>
              <a:spcBef>
                <a:spcPts val="0"/>
              </a:spcBef>
              <a:spcAft>
                <a:spcPts val="0"/>
              </a:spcAft>
              <a:buClr>
                <a:schemeClr val="lt1"/>
              </a:buClr>
              <a:buSzPts val="2120"/>
              <a:buFont typeface="Arial"/>
              <a:buChar char="●"/>
            </a:pPr>
            <a:r>
              <a:rPr lang="it-IT" sz="2120"/>
              <a:t>what happens next (if display is full) depends on whether the user hits the decimal point: if no, the display gets jammed up, the C button must be pressed and a 0 reappears, if yes further digits are ignored and the display remains as it was</a:t>
            </a:r>
            <a:endParaRPr sz="871"/>
          </a:p>
          <a:p>
            <a:pPr indent="-325120" lvl="0" marL="342900" rtl="0" algn="l">
              <a:lnSpc>
                <a:spcPct val="95000"/>
              </a:lnSpc>
              <a:spcBef>
                <a:spcPts val="480"/>
              </a:spcBef>
              <a:spcAft>
                <a:spcPts val="0"/>
              </a:spcAft>
              <a:buClr>
                <a:schemeClr val="lt1"/>
              </a:buClr>
              <a:buSzPts val="2120"/>
              <a:buFont typeface="Arial"/>
              <a:buChar char="●"/>
            </a:pPr>
            <a:r>
              <a:rPr lang="it-IT" sz="2120"/>
              <a:t>so far it is difficult but </a:t>
            </a:r>
            <a:r>
              <a:rPr lang="it-IT" sz="2120">
                <a:solidFill>
                  <a:srgbClr val="FFFF00"/>
                </a:solidFill>
              </a:rPr>
              <a:t>understandable</a:t>
            </a:r>
            <a:r>
              <a:rPr lang="it-IT" sz="2120"/>
              <a:t> due to the knowledge users have of number representation and manipulation</a:t>
            </a:r>
            <a:endParaRPr sz="871"/>
          </a:p>
        </p:txBody>
      </p:sp>
      <p:sp>
        <p:nvSpPr>
          <p:cNvPr id="3554" name="Google Shape;3554;p147"/>
          <p:cNvSpPr/>
          <p:nvPr/>
        </p:nvSpPr>
        <p:spPr>
          <a:xfrm>
            <a:off x="6229350" y="370998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55" name="Google Shape;3555;p147"/>
          <p:cNvSpPr/>
          <p:nvPr/>
        </p:nvSpPr>
        <p:spPr>
          <a:xfrm>
            <a:off x="6229350" y="209073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56" name="Google Shape;3556;p147"/>
          <p:cNvSpPr/>
          <p:nvPr/>
        </p:nvSpPr>
        <p:spPr>
          <a:xfrm>
            <a:off x="6229350" y="262413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57" name="Google Shape;3557;p147"/>
          <p:cNvSpPr/>
          <p:nvPr/>
        </p:nvSpPr>
        <p:spPr>
          <a:xfrm>
            <a:off x="6940550" y="262413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58" name="Google Shape;3558;p147"/>
          <p:cNvSpPr/>
          <p:nvPr/>
        </p:nvSpPr>
        <p:spPr>
          <a:xfrm>
            <a:off x="7664450" y="262413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59" name="Google Shape;3559;p147"/>
          <p:cNvSpPr/>
          <p:nvPr/>
        </p:nvSpPr>
        <p:spPr>
          <a:xfrm>
            <a:off x="8388350" y="262413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60" name="Google Shape;3560;p147"/>
          <p:cNvSpPr/>
          <p:nvPr/>
        </p:nvSpPr>
        <p:spPr>
          <a:xfrm>
            <a:off x="6229350" y="3167063"/>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61" name="Google Shape;3561;p147"/>
          <p:cNvSpPr/>
          <p:nvPr/>
        </p:nvSpPr>
        <p:spPr>
          <a:xfrm>
            <a:off x="6940550" y="3167063"/>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62" name="Google Shape;3562;p147"/>
          <p:cNvSpPr/>
          <p:nvPr/>
        </p:nvSpPr>
        <p:spPr>
          <a:xfrm>
            <a:off x="7664450" y="3167063"/>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63" name="Google Shape;3563;p147"/>
          <p:cNvSpPr/>
          <p:nvPr/>
        </p:nvSpPr>
        <p:spPr>
          <a:xfrm>
            <a:off x="8388350" y="3167063"/>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64" name="Google Shape;3564;p147"/>
          <p:cNvSpPr/>
          <p:nvPr/>
        </p:nvSpPr>
        <p:spPr>
          <a:xfrm>
            <a:off x="6940550" y="370998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65" name="Google Shape;3565;p147"/>
          <p:cNvSpPr/>
          <p:nvPr/>
        </p:nvSpPr>
        <p:spPr>
          <a:xfrm>
            <a:off x="7664450" y="370998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66" name="Google Shape;3566;p147"/>
          <p:cNvSpPr/>
          <p:nvPr/>
        </p:nvSpPr>
        <p:spPr>
          <a:xfrm>
            <a:off x="8388350" y="370998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67" name="Google Shape;3567;p147"/>
          <p:cNvSpPr/>
          <p:nvPr/>
        </p:nvSpPr>
        <p:spPr>
          <a:xfrm>
            <a:off x="6108700" y="1219200"/>
            <a:ext cx="2793900" cy="3543300"/>
          </a:xfrm>
          <a:prstGeom prst="roundRect">
            <a:avLst>
              <a:gd fmla="val 6884" name="adj"/>
            </a:avLst>
          </a:prstGeom>
          <a:noFill/>
          <a:ln cap="flat" cmpd="sng" w="50800">
            <a:solidFill>
              <a:srgbClr val="66FF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68" name="Google Shape;3568;p147"/>
          <p:cNvSpPr/>
          <p:nvPr/>
        </p:nvSpPr>
        <p:spPr>
          <a:xfrm>
            <a:off x="6438900" y="1438275"/>
            <a:ext cx="2146200" cy="4764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69" name="Google Shape;3569;p147"/>
          <p:cNvSpPr/>
          <p:nvPr/>
        </p:nvSpPr>
        <p:spPr>
          <a:xfrm>
            <a:off x="6438900" y="1438275"/>
            <a:ext cx="2146200" cy="476400"/>
          </a:xfrm>
          <a:prstGeom prst="rect">
            <a:avLst/>
          </a:prstGeom>
          <a:noFill/>
          <a:ln cap="flat" cmpd="sng" w="25400">
            <a:solidFill>
              <a:srgbClr val="FF00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70" name="Google Shape;3570;p147"/>
          <p:cNvSpPr/>
          <p:nvPr/>
        </p:nvSpPr>
        <p:spPr>
          <a:xfrm>
            <a:off x="7612063" y="1527572"/>
            <a:ext cx="860400" cy="3405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2400"/>
              <a:buFont typeface="Arial"/>
              <a:buNone/>
            </a:pPr>
            <a:r>
              <a:rPr b="0" i="0" lang="it-IT" sz="2400" u="none" cap="none" strike="noStrike">
                <a:solidFill>
                  <a:srgbClr val="000000"/>
                </a:solidFill>
                <a:latin typeface="Helvetica Neue"/>
                <a:ea typeface="Helvetica Neue"/>
                <a:cs typeface="Helvetica Neue"/>
                <a:sym typeface="Helvetica Neue"/>
              </a:rPr>
              <a:t>1234</a:t>
            </a:r>
            <a:endParaRPr b="0" i="0" sz="1400" u="none" cap="none" strike="noStrike">
              <a:solidFill>
                <a:srgbClr val="000000"/>
              </a:solidFill>
              <a:latin typeface="Arial"/>
              <a:ea typeface="Arial"/>
              <a:cs typeface="Arial"/>
              <a:sym typeface="Arial"/>
            </a:endParaRPr>
          </a:p>
        </p:txBody>
      </p:sp>
      <p:sp>
        <p:nvSpPr>
          <p:cNvPr id="3571" name="Google Shape;3571;p147"/>
          <p:cNvSpPr/>
          <p:nvPr/>
        </p:nvSpPr>
        <p:spPr>
          <a:xfrm>
            <a:off x="6940550" y="209073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3572" name="Google Shape;3572;p147"/>
          <p:cNvGrpSpPr/>
          <p:nvPr/>
        </p:nvGrpSpPr>
        <p:grpSpPr>
          <a:xfrm>
            <a:off x="7653338" y="2081213"/>
            <a:ext cx="438150" cy="314325"/>
            <a:chOff x="4821" y="1748"/>
            <a:chExt cx="276" cy="264"/>
          </a:xfrm>
        </p:grpSpPr>
        <p:sp>
          <p:nvSpPr>
            <p:cNvPr id="3573" name="Google Shape;3573;p147"/>
            <p:cNvSpPr/>
            <p:nvPr/>
          </p:nvSpPr>
          <p:spPr>
            <a:xfrm>
              <a:off x="4828" y="1748"/>
              <a:ext cx="264" cy="264"/>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74" name="Google Shape;3574;p147"/>
            <p:cNvSpPr/>
            <p:nvPr/>
          </p:nvSpPr>
          <p:spPr>
            <a:xfrm>
              <a:off x="4821" y="1779"/>
              <a:ext cx="276" cy="19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400"/>
                <a:buFont typeface="Arial"/>
                <a:buNone/>
              </a:pPr>
              <a:r>
                <a:rPr b="1" i="0" lang="it-IT" sz="1400" u="none" cap="none" strike="noStrike">
                  <a:solidFill>
                    <a:srgbClr val="000000"/>
                  </a:solidFill>
                  <a:latin typeface="Helvetica Neue"/>
                  <a:ea typeface="Helvetica Neue"/>
                  <a:cs typeface="Helvetica Neue"/>
                  <a:sym typeface="Helvetica Neue"/>
                </a:rPr>
                <a:t>AC</a:t>
              </a:r>
              <a:endParaRPr b="0" i="0" sz="1400" u="none" cap="none" strike="noStrike">
                <a:solidFill>
                  <a:srgbClr val="000000"/>
                </a:solidFill>
                <a:latin typeface="Arial"/>
                <a:ea typeface="Arial"/>
                <a:cs typeface="Arial"/>
                <a:sym typeface="Arial"/>
              </a:endParaRPr>
            </a:p>
          </p:txBody>
        </p:sp>
      </p:grpSp>
      <p:sp>
        <p:nvSpPr>
          <p:cNvPr id="3575" name="Google Shape;3575;p147"/>
          <p:cNvSpPr/>
          <p:nvPr/>
        </p:nvSpPr>
        <p:spPr>
          <a:xfrm>
            <a:off x="8388350" y="209073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76" name="Google Shape;3576;p147"/>
          <p:cNvSpPr/>
          <p:nvPr/>
        </p:nvSpPr>
        <p:spPr>
          <a:xfrm>
            <a:off x="8431213" y="2146697"/>
            <a:ext cx="309600" cy="2262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400"/>
              <a:buFont typeface="Arial"/>
              <a:buNone/>
            </a:pPr>
            <a:r>
              <a:rPr b="1" i="0" lang="it-IT" sz="1400" u="none" cap="none" strike="noStrike">
                <a:solidFill>
                  <a:srgbClr val="000000"/>
                </a:solidFill>
                <a:latin typeface="Helvetica Neue"/>
                <a:ea typeface="Helvetica Neue"/>
                <a:cs typeface="Helvetica Neue"/>
                <a:sym typeface="Helvetica Neue"/>
              </a:rPr>
              <a:t>C</a:t>
            </a:r>
            <a:endParaRPr b="0" i="0" sz="1400" u="none" cap="none" strike="noStrike">
              <a:solidFill>
                <a:srgbClr val="000000"/>
              </a:solidFill>
              <a:latin typeface="Arial"/>
              <a:ea typeface="Arial"/>
              <a:cs typeface="Arial"/>
              <a:sym typeface="Arial"/>
            </a:endParaRPr>
          </a:p>
        </p:txBody>
      </p:sp>
      <p:sp>
        <p:nvSpPr>
          <p:cNvPr id="3577" name="Google Shape;3577;p147"/>
          <p:cNvSpPr/>
          <p:nvPr/>
        </p:nvSpPr>
        <p:spPr>
          <a:xfrm>
            <a:off x="7010400" y="2664619"/>
            <a:ext cx="3081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8</a:t>
            </a:r>
            <a:endParaRPr b="0" i="0" sz="1400" u="none" cap="none" strike="noStrike">
              <a:solidFill>
                <a:srgbClr val="000000"/>
              </a:solidFill>
              <a:latin typeface="Arial"/>
              <a:ea typeface="Arial"/>
              <a:cs typeface="Arial"/>
              <a:sym typeface="Arial"/>
            </a:endParaRPr>
          </a:p>
        </p:txBody>
      </p:sp>
      <p:sp>
        <p:nvSpPr>
          <p:cNvPr id="3578" name="Google Shape;3578;p147"/>
          <p:cNvSpPr/>
          <p:nvPr/>
        </p:nvSpPr>
        <p:spPr>
          <a:xfrm>
            <a:off x="7721600" y="2664619"/>
            <a:ext cx="3081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9</a:t>
            </a:r>
            <a:endParaRPr b="0" i="0" sz="1400" u="none" cap="none" strike="noStrike">
              <a:solidFill>
                <a:srgbClr val="000000"/>
              </a:solidFill>
              <a:latin typeface="Arial"/>
              <a:ea typeface="Arial"/>
              <a:cs typeface="Arial"/>
              <a:sym typeface="Arial"/>
            </a:endParaRPr>
          </a:p>
        </p:txBody>
      </p:sp>
      <p:sp>
        <p:nvSpPr>
          <p:cNvPr id="3579" name="Google Shape;3579;p147"/>
          <p:cNvSpPr/>
          <p:nvPr/>
        </p:nvSpPr>
        <p:spPr>
          <a:xfrm>
            <a:off x="6248400" y="2664619"/>
            <a:ext cx="3081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7</a:t>
            </a:r>
            <a:endParaRPr b="0" i="0" sz="1400" u="none" cap="none" strike="noStrike">
              <a:solidFill>
                <a:srgbClr val="000000"/>
              </a:solidFill>
              <a:latin typeface="Arial"/>
              <a:ea typeface="Arial"/>
              <a:cs typeface="Arial"/>
              <a:sym typeface="Arial"/>
            </a:endParaRPr>
          </a:p>
        </p:txBody>
      </p:sp>
      <p:sp>
        <p:nvSpPr>
          <p:cNvPr id="3580" name="Google Shape;3580;p147"/>
          <p:cNvSpPr/>
          <p:nvPr/>
        </p:nvSpPr>
        <p:spPr>
          <a:xfrm>
            <a:off x="6286500" y="3207544"/>
            <a:ext cx="3081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4</a:t>
            </a:r>
            <a:endParaRPr b="0" i="0" sz="1400" u="none" cap="none" strike="noStrike">
              <a:solidFill>
                <a:srgbClr val="000000"/>
              </a:solidFill>
              <a:latin typeface="Arial"/>
              <a:ea typeface="Arial"/>
              <a:cs typeface="Arial"/>
              <a:sym typeface="Arial"/>
            </a:endParaRPr>
          </a:p>
        </p:txBody>
      </p:sp>
      <p:sp>
        <p:nvSpPr>
          <p:cNvPr id="3581" name="Google Shape;3581;p147"/>
          <p:cNvSpPr/>
          <p:nvPr/>
        </p:nvSpPr>
        <p:spPr>
          <a:xfrm>
            <a:off x="6997700" y="3207544"/>
            <a:ext cx="3081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5</a:t>
            </a:r>
            <a:endParaRPr b="0" i="0" sz="1400" u="none" cap="none" strike="noStrike">
              <a:solidFill>
                <a:srgbClr val="000000"/>
              </a:solidFill>
              <a:latin typeface="Arial"/>
              <a:ea typeface="Arial"/>
              <a:cs typeface="Arial"/>
              <a:sym typeface="Arial"/>
            </a:endParaRPr>
          </a:p>
        </p:txBody>
      </p:sp>
      <p:sp>
        <p:nvSpPr>
          <p:cNvPr id="3582" name="Google Shape;3582;p147"/>
          <p:cNvSpPr/>
          <p:nvPr/>
        </p:nvSpPr>
        <p:spPr>
          <a:xfrm>
            <a:off x="7023100" y="3740944"/>
            <a:ext cx="3081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2</a:t>
            </a:r>
            <a:endParaRPr b="0" i="0" sz="1400" u="none" cap="none" strike="noStrike">
              <a:solidFill>
                <a:srgbClr val="000000"/>
              </a:solidFill>
              <a:latin typeface="Arial"/>
              <a:ea typeface="Arial"/>
              <a:cs typeface="Arial"/>
              <a:sym typeface="Arial"/>
            </a:endParaRPr>
          </a:p>
        </p:txBody>
      </p:sp>
      <p:sp>
        <p:nvSpPr>
          <p:cNvPr id="3583" name="Google Shape;3583;p147"/>
          <p:cNvSpPr/>
          <p:nvPr/>
        </p:nvSpPr>
        <p:spPr>
          <a:xfrm>
            <a:off x="7708900" y="3217069"/>
            <a:ext cx="3081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6</a:t>
            </a:r>
            <a:endParaRPr b="0" i="0" sz="1400" u="none" cap="none" strike="noStrike">
              <a:solidFill>
                <a:srgbClr val="000000"/>
              </a:solidFill>
              <a:latin typeface="Arial"/>
              <a:ea typeface="Arial"/>
              <a:cs typeface="Arial"/>
              <a:sym typeface="Arial"/>
            </a:endParaRPr>
          </a:p>
        </p:txBody>
      </p:sp>
      <p:sp>
        <p:nvSpPr>
          <p:cNvPr id="3584" name="Google Shape;3584;p147"/>
          <p:cNvSpPr/>
          <p:nvPr/>
        </p:nvSpPr>
        <p:spPr>
          <a:xfrm>
            <a:off x="7708900" y="3740944"/>
            <a:ext cx="3081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3</a:t>
            </a:r>
            <a:endParaRPr b="0" i="0" sz="1400" u="none" cap="none" strike="noStrike">
              <a:solidFill>
                <a:srgbClr val="000000"/>
              </a:solidFill>
              <a:latin typeface="Arial"/>
              <a:ea typeface="Arial"/>
              <a:cs typeface="Arial"/>
              <a:sym typeface="Arial"/>
            </a:endParaRPr>
          </a:p>
        </p:txBody>
      </p:sp>
      <p:sp>
        <p:nvSpPr>
          <p:cNvPr id="3585" name="Google Shape;3585;p147"/>
          <p:cNvSpPr/>
          <p:nvPr/>
        </p:nvSpPr>
        <p:spPr>
          <a:xfrm>
            <a:off x="8470900" y="2655094"/>
            <a:ext cx="2445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p:txBody>
      </p:sp>
      <p:sp>
        <p:nvSpPr>
          <p:cNvPr id="3586" name="Google Shape;3586;p147"/>
          <p:cNvSpPr/>
          <p:nvPr/>
        </p:nvSpPr>
        <p:spPr>
          <a:xfrm>
            <a:off x="8445500" y="3188494"/>
            <a:ext cx="2952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x</a:t>
            </a:r>
            <a:endParaRPr b="0" i="0" sz="1400" u="none" cap="none" strike="noStrike">
              <a:solidFill>
                <a:srgbClr val="000000"/>
              </a:solidFill>
              <a:latin typeface="Arial"/>
              <a:ea typeface="Arial"/>
              <a:cs typeface="Arial"/>
              <a:sym typeface="Arial"/>
            </a:endParaRPr>
          </a:p>
        </p:txBody>
      </p:sp>
      <p:sp>
        <p:nvSpPr>
          <p:cNvPr id="3587" name="Google Shape;3587;p147"/>
          <p:cNvSpPr/>
          <p:nvPr/>
        </p:nvSpPr>
        <p:spPr>
          <a:xfrm>
            <a:off x="8458200" y="3731419"/>
            <a:ext cx="2571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p:txBody>
      </p:sp>
      <p:sp>
        <p:nvSpPr>
          <p:cNvPr id="3588" name="Google Shape;3588;p147"/>
          <p:cNvSpPr/>
          <p:nvPr/>
        </p:nvSpPr>
        <p:spPr>
          <a:xfrm>
            <a:off x="6216650" y="426243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89" name="Google Shape;3589;p147"/>
          <p:cNvSpPr/>
          <p:nvPr/>
        </p:nvSpPr>
        <p:spPr>
          <a:xfrm>
            <a:off x="6940550" y="426243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90" name="Google Shape;3590;p147"/>
          <p:cNvSpPr/>
          <p:nvPr/>
        </p:nvSpPr>
        <p:spPr>
          <a:xfrm>
            <a:off x="7664450" y="426243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91" name="Google Shape;3591;p147"/>
          <p:cNvSpPr/>
          <p:nvPr/>
        </p:nvSpPr>
        <p:spPr>
          <a:xfrm>
            <a:off x="8375650" y="4262438"/>
            <a:ext cx="419100" cy="314400"/>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92" name="Google Shape;3592;p147"/>
          <p:cNvSpPr/>
          <p:nvPr/>
        </p:nvSpPr>
        <p:spPr>
          <a:xfrm>
            <a:off x="6286500" y="4293394"/>
            <a:ext cx="3081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0</a:t>
            </a:r>
            <a:endParaRPr b="0" i="0" sz="1400" u="none" cap="none" strike="noStrike">
              <a:solidFill>
                <a:srgbClr val="000000"/>
              </a:solidFill>
              <a:latin typeface="Arial"/>
              <a:ea typeface="Arial"/>
              <a:cs typeface="Arial"/>
              <a:sym typeface="Arial"/>
            </a:endParaRPr>
          </a:p>
        </p:txBody>
      </p:sp>
      <p:sp>
        <p:nvSpPr>
          <p:cNvPr id="3593" name="Google Shape;3593;p147"/>
          <p:cNvSpPr/>
          <p:nvPr/>
        </p:nvSpPr>
        <p:spPr>
          <a:xfrm>
            <a:off x="7035800" y="4274344"/>
            <a:ext cx="2445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1" i="0" lang="it-IT" sz="1800" u="none" cap="none" strike="noStrike">
                <a:solidFill>
                  <a:srgbClr val="000000"/>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p:txBody>
      </p:sp>
      <p:sp>
        <p:nvSpPr>
          <p:cNvPr id="3594" name="Google Shape;3594;p147"/>
          <p:cNvSpPr/>
          <p:nvPr/>
        </p:nvSpPr>
        <p:spPr>
          <a:xfrm>
            <a:off x="7734300" y="4293394"/>
            <a:ext cx="3144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p:txBody>
      </p:sp>
      <p:sp>
        <p:nvSpPr>
          <p:cNvPr id="3595" name="Google Shape;3595;p147"/>
          <p:cNvSpPr/>
          <p:nvPr/>
        </p:nvSpPr>
        <p:spPr>
          <a:xfrm>
            <a:off x="8439150" y="4302919"/>
            <a:ext cx="3144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p:txBody>
      </p:sp>
      <p:sp>
        <p:nvSpPr>
          <p:cNvPr id="3596" name="Google Shape;3596;p147"/>
          <p:cNvSpPr/>
          <p:nvPr/>
        </p:nvSpPr>
        <p:spPr>
          <a:xfrm>
            <a:off x="6286500" y="2171700"/>
            <a:ext cx="254100" cy="13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97" name="Google Shape;3597;p147"/>
          <p:cNvSpPr/>
          <p:nvPr/>
        </p:nvSpPr>
        <p:spPr>
          <a:xfrm>
            <a:off x="6237288" y="2146697"/>
            <a:ext cx="426900" cy="2262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400"/>
              <a:buFont typeface="Arial"/>
              <a:buNone/>
            </a:pPr>
            <a:r>
              <a:rPr b="1" i="0" lang="it-IT" sz="1400" u="none" cap="none" strike="noStrike">
                <a:solidFill>
                  <a:srgbClr val="000000"/>
                </a:solidFill>
                <a:latin typeface="Helvetica Neue"/>
                <a:ea typeface="Helvetica Neue"/>
                <a:cs typeface="Helvetica Neue"/>
                <a:sym typeface="Helvetica Neue"/>
              </a:rPr>
              <a:t>On</a:t>
            </a:r>
            <a:endParaRPr b="0" i="0" sz="1400" u="none" cap="none" strike="noStrike">
              <a:solidFill>
                <a:srgbClr val="000000"/>
              </a:solidFill>
              <a:latin typeface="Arial"/>
              <a:ea typeface="Arial"/>
              <a:cs typeface="Arial"/>
              <a:sym typeface="Arial"/>
            </a:endParaRPr>
          </a:p>
        </p:txBody>
      </p:sp>
      <p:sp>
        <p:nvSpPr>
          <p:cNvPr id="3598" name="Google Shape;3598;p147"/>
          <p:cNvSpPr/>
          <p:nvPr/>
        </p:nvSpPr>
        <p:spPr>
          <a:xfrm>
            <a:off x="7010400" y="2181225"/>
            <a:ext cx="266700" cy="13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599" name="Google Shape;3599;p147"/>
          <p:cNvSpPr/>
          <p:nvPr/>
        </p:nvSpPr>
        <p:spPr>
          <a:xfrm>
            <a:off x="6927850" y="2146697"/>
            <a:ext cx="436500" cy="2262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400"/>
              <a:buFont typeface="Arial"/>
              <a:buNone/>
            </a:pPr>
            <a:r>
              <a:rPr b="1" i="0" lang="it-IT" sz="1400" u="none" cap="none" strike="noStrike">
                <a:solidFill>
                  <a:srgbClr val="000000"/>
                </a:solidFill>
                <a:latin typeface="Helvetica Neue"/>
                <a:ea typeface="Helvetica Neue"/>
                <a:cs typeface="Helvetica Neue"/>
                <a:sym typeface="Helvetica Neue"/>
              </a:rPr>
              <a:t>Off</a:t>
            </a:r>
            <a:endParaRPr b="0" i="0" sz="1400" u="none" cap="none" strike="noStrike">
              <a:solidFill>
                <a:srgbClr val="000000"/>
              </a:solidFill>
              <a:latin typeface="Arial"/>
              <a:ea typeface="Arial"/>
              <a:cs typeface="Arial"/>
              <a:sym typeface="Arial"/>
            </a:endParaRPr>
          </a:p>
        </p:txBody>
      </p:sp>
      <p:cxnSp>
        <p:nvCxnSpPr>
          <p:cNvPr id="3600" name="Google Shape;3600;p147"/>
          <p:cNvCxnSpPr/>
          <p:nvPr/>
        </p:nvCxnSpPr>
        <p:spPr>
          <a:xfrm>
            <a:off x="6127750" y="2005013"/>
            <a:ext cx="2768700" cy="0"/>
          </a:xfrm>
          <a:prstGeom prst="straightConnector1">
            <a:avLst/>
          </a:prstGeom>
          <a:noFill/>
          <a:ln cap="flat" cmpd="sng" w="12700">
            <a:solidFill>
              <a:srgbClr val="66FF33"/>
            </a:solidFill>
            <a:prstDash val="solid"/>
            <a:round/>
            <a:headEnd len="sm" w="sm" type="none"/>
            <a:tailEnd len="sm" w="sm" type="none"/>
          </a:ln>
        </p:spPr>
      </p:cxnSp>
      <p:sp>
        <p:nvSpPr>
          <p:cNvPr id="3601" name="Google Shape;3601;p147"/>
          <p:cNvSpPr/>
          <p:nvPr/>
        </p:nvSpPr>
        <p:spPr>
          <a:xfrm>
            <a:off x="6278563" y="3740944"/>
            <a:ext cx="308100" cy="272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Helvetica Neue"/>
                <a:ea typeface="Helvetica Neue"/>
                <a:cs typeface="Helvetica Neue"/>
                <a:sym typeface="Helvetica Neue"/>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5" name="Shape 3605"/>
        <p:cNvGrpSpPr/>
        <p:nvPr/>
      </p:nvGrpSpPr>
      <p:grpSpPr>
        <a:xfrm>
          <a:off x="0" y="0"/>
          <a:ext cx="0" cy="0"/>
          <a:chOff x="0" y="0"/>
          <a:chExt cx="0" cy="0"/>
        </a:xfrm>
      </p:grpSpPr>
      <p:sp>
        <p:nvSpPr>
          <p:cNvPr id="3606" name="Google Shape;3606;p148"/>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understanding the calculator</a:t>
            </a:r>
            <a:endParaRPr/>
          </a:p>
        </p:txBody>
      </p:sp>
      <p:sp>
        <p:nvSpPr>
          <p:cNvPr id="3607" name="Google Shape;3607;p148"/>
          <p:cNvSpPr txBox="1"/>
          <p:nvPr>
            <p:ph idx="1" type="body"/>
          </p:nvPr>
        </p:nvSpPr>
        <p:spPr>
          <a:xfrm>
            <a:off x="720000" y="1217550"/>
            <a:ext cx="5130900" cy="3699600"/>
          </a:xfrm>
          <a:prstGeom prst="rect">
            <a:avLst/>
          </a:prstGeom>
          <a:noFill/>
          <a:ln>
            <a:noFill/>
          </a:ln>
        </p:spPr>
        <p:txBody>
          <a:bodyPr anchorCtr="0" anchor="t" bIns="44450" lIns="90475" spcFirstLastPara="1" rIns="90475" wrap="square" tIns="44450">
            <a:normAutofit fontScale="77500" lnSpcReduction="20000"/>
          </a:bodyPr>
          <a:lstStyle/>
          <a:p>
            <a:pPr indent="-308610" lvl="0" marL="342900" rtl="0" algn="l">
              <a:lnSpc>
                <a:spcPct val="115000"/>
              </a:lnSpc>
              <a:spcBef>
                <a:spcPts val="0"/>
              </a:spcBef>
              <a:spcAft>
                <a:spcPts val="0"/>
              </a:spcAft>
              <a:buClr>
                <a:schemeClr val="lt1"/>
              </a:buClr>
              <a:buSzPct val="100000"/>
              <a:buFont typeface="Arial"/>
              <a:buChar char="●"/>
            </a:pPr>
            <a:r>
              <a:rPr lang="it-IT" sz="2400"/>
              <a:t>if an arithmetic button is pressed, there is no effect but when another digit is pressed a new number appears - what is hidden (because we have only one display) is the fact we are working with </a:t>
            </a:r>
            <a:r>
              <a:rPr b="0" lang="it-IT" sz="2400">
                <a:solidFill>
                  <a:srgbClr val="66FF33"/>
                </a:solidFill>
              </a:rPr>
              <a:t>2</a:t>
            </a:r>
            <a:r>
              <a:rPr lang="it-IT" sz="2400"/>
              <a:t> numbers:</a:t>
            </a:r>
            <a:endParaRPr/>
          </a:p>
          <a:p>
            <a:pPr indent="-342900" lvl="0" marL="342900" rtl="0" algn="l">
              <a:lnSpc>
                <a:spcPct val="115000"/>
              </a:lnSpc>
              <a:spcBef>
                <a:spcPts val="480"/>
              </a:spcBef>
              <a:spcAft>
                <a:spcPts val="0"/>
              </a:spcAft>
              <a:buClr>
                <a:schemeClr val="lt1"/>
              </a:buClr>
              <a:buSzPct val="100000"/>
              <a:buFont typeface="Arial"/>
              <a:buNone/>
            </a:pPr>
            <a:r>
              <a:rPr b="0" lang="it-IT" sz="2400"/>
              <a:t>1	</a:t>
            </a:r>
            <a:r>
              <a:rPr lang="it-IT" sz="2400"/>
              <a:t>number being </a:t>
            </a:r>
            <a:r>
              <a:rPr lang="it-IT" sz="2400">
                <a:solidFill>
                  <a:srgbClr val="FFFF00"/>
                </a:solidFill>
              </a:rPr>
              <a:t>entered</a:t>
            </a:r>
            <a:r>
              <a:rPr lang="it-IT" sz="2400"/>
              <a:t> by user</a:t>
            </a:r>
            <a:endParaRPr/>
          </a:p>
          <a:p>
            <a:pPr indent="-342900" lvl="0" marL="342900" rtl="0" algn="l">
              <a:lnSpc>
                <a:spcPct val="115000"/>
              </a:lnSpc>
              <a:spcBef>
                <a:spcPts val="480"/>
              </a:spcBef>
              <a:spcAft>
                <a:spcPts val="0"/>
              </a:spcAft>
              <a:buClr>
                <a:schemeClr val="lt1"/>
              </a:buClr>
              <a:buSzPct val="100000"/>
              <a:buFont typeface="Arial"/>
              <a:buNone/>
            </a:pPr>
            <a:r>
              <a:rPr b="0" lang="it-IT" sz="2400"/>
              <a:t>2	</a:t>
            </a:r>
            <a:r>
              <a:rPr lang="it-IT" sz="2400"/>
              <a:t>number representing the </a:t>
            </a:r>
            <a:r>
              <a:rPr lang="it-IT" sz="2400">
                <a:solidFill>
                  <a:srgbClr val="FFFF00"/>
                </a:solidFill>
              </a:rPr>
              <a:t>running calculation</a:t>
            </a:r>
            <a:endParaRPr/>
          </a:p>
          <a:p>
            <a:pPr indent="-308610" lvl="0" marL="342900" rtl="0" algn="l">
              <a:lnSpc>
                <a:spcPct val="115000"/>
              </a:lnSpc>
              <a:spcBef>
                <a:spcPts val="480"/>
              </a:spcBef>
              <a:spcAft>
                <a:spcPts val="0"/>
              </a:spcAft>
              <a:buClr>
                <a:schemeClr val="lt1"/>
              </a:buClr>
              <a:buSzPct val="100000"/>
              <a:buFont typeface="Arial"/>
              <a:buChar char="●"/>
            </a:pPr>
            <a:r>
              <a:rPr lang="it-IT" sz="2400"/>
              <a:t>suppose we have a value (partial result) on the display, we press</a:t>
            </a:r>
            <a:r>
              <a:rPr lang="it-IT" sz="2400">
                <a:solidFill>
                  <a:srgbClr val="66FF33"/>
                </a:solidFill>
              </a:rPr>
              <a:t> +</a:t>
            </a:r>
            <a:r>
              <a:rPr lang="it-IT" sz="2400"/>
              <a:t> and then another number </a:t>
            </a:r>
            <a:r>
              <a:rPr lang="it-IT" sz="2400">
                <a:solidFill>
                  <a:srgbClr val="66FF33"/>
                </a:solidFill>
              </a:rPr>
              <a:t>=</a:t>
            </a:r>
            <a:r>
              <a:rPr lang="it-IT" sz="2400"/>
              <a:t> the total result (adding the new number to the previous value)</a:t>
            </a:r>
            <a:endParaRPr sz="2400"/>
          </a:p>
        </p:txBody>
      </p:sp>
      <p:pic>
        <p:nvPicPr>
          <p:cNvPr id="3608" name="Google Shape;3608;p148"/>
          <p:cNvPicPr preferRelativeResize="0"/>
          <p:nvPr/>
        </p:nvPicPr>
        <p:blipFill rotWithShape="1">
          <a:blip r:embed="rId3">
            <a:alphaModFix/>
          </a:blip>
          <a:srcRect b="0" l="0" r="0" t="0"/>
          <a:stretch/>
        </p:blipFill>
        <p:spPr>
          <a:xfrm>
            <a:off x="6235700" y="1285875"/>
            <a:ext cx="2152650" cy="36004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2" name="Shape 3612"/>
        <p:cNvGrpSpPr/>
        <p:nvPr/>
      </p:nvGrpSpPr>
      <p:grpSpPr>
        <a:xfrm>
          <a:off x="0" y="0"/>
          <a:ext cx="0" cy="0"/>
          <a:chOff x="0" y="0"/>
          <a:chExt cx="0" cy="0"/>
        </a:xfrm>
      </p:grpSpPr>
      <p:sp>
        <p:nvSpPr>
          <p:cNvPr id="3613" name="Google Shape;3613;p149"/>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bi-modal calculator</a:t>
            </a:r>
            <a:endParaRPr/>
          </a:p>
        </p:txBody>
      </p:sp>
      <p:sp>
        <p:nvSpPr>
          <p:cNvPr id="3614" name="Google Shape;3614;p149"/>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a:bodyPr>
          <a:lstStyle/>
          <a:p>
            <a:pPr indent="-285750" lvl="0" marL="285750" rtl="0" algn="l">
              <a:lnSpc>
                <a:spcPct val="115000"/>
              </a:lnSpc>
              <a:spcBef>
                <a:spcPts val="0"/>
              </a:spcBef>
              <a:spcAft>
                <a:spcPts val="0"/>
              </a:spcAft>
              <a:buClr>
                <a:schemeClr val="lt1"/>
              </a:buClr>
              <a:buSzPts val="2800"/>
              <a:buFont typeface="Arial"/>
              <a:buNone/>
            </a:pPr>
            <a:r>
              <a:rPr lang="it-IT" sz="1800"/>
              <a:t>1)	hitting </a:t>
            </a:r>
            <a:r>
              <a:rPr lang="it-IT" sz="1800" u="sng">
                <a:solidFill>
                  <a:srgbClr val="FFFF00"/>
                </a:solidFill>
              </a:rPr>
              <a:t>a digit</a:t>
            </a:r>
            <a:r>
              <a:rPr lang="it-IT" sz="1800"/>
              <a:t>:	display changes to current number</a:t>
            </a:r>
            <a:endParaRPr sz="1800"/>
          </a:p>
          <a:p>
            <a:pPr indent="-285750" lvl="0" marL="285750" rtl="0" algn="l">
              <a:lnSpc>
                <a:spcPct val="115000"/>
              </a:lnSpc>
              <a:spcBef>
                <a:spcPts val="560"/>
              </a:spcBef>
              <a:spcAft>
                <a:spcPts val="0"/>
              </a:spcAft>
              <a:buClr>
                <a:schemeClr val="lt1"/>
              </a:buClr>
              <a:buSzPts val="2800"/>
              <a:buFont typeface="Arial"/>
              <a:buNone/>
            </a:pPr>
            <a:r>
              <a:rPr lang="it-IT" sz="1800"/>
              <a:t>2)	hitting </a:t>
            </a:r>
            <a:r>
              <a:rPr lang="it-IT" sz="1800" u="sng">
                <a:solidFill>
                  <a:srgbClr val="FFFF00"/>
                </a:solidFill>
              </a:rPr>
              <a:t>an operator</a:t>
            </a:r>
            <a:r>
              <a:rPr lang="it-IT" sz="1800"/>
              <a:t>:	display changes to calculation</a:t>
            </a:r>
            <a:endParaRPr sz="1800"/>
          </a:p>
          <a:p>
            <a:pPr indent="-222250" lvl="0" marL="285750" rtl="0" algn="l">
              <a:lnSpc>
                <a:spcPct val="115000"/>
              </a:lnSpc>
              <a:spcBef>
                <a:spcPts val="560"/>
              </a:spcBef>
              <a:spcAft>
                <a:spcPts val="0"/>
              </a:spcAft>
              <a:buClr>
                <a:schemeClr val="lt1"/>
              </a:buClr>
              <a:buSzPts val="1800"/>
              <a:buFont typeface="Arial"/>
              <a:buChar char="●"/>
            </a:pPr>
            <a:r>
              <a:rPr lang="it-IT" sz="1800"/>
              <a:t>since buttons generally give no feedback, they are small, may be pressed too lightly, etc. the user is never certain whether he has pressed the button strongly enough, so</a:t>
            </a:r>
            <a:endParaRPr sz="1800"/>
          </a:p>
          <a:p>
            <a:pPr indent="-222250" lvl="0" marL="285750" rtl="0" algn="l">
              <a:lnSpc>
                <a:spcPct val="115000"/>
              </a:lnSpc>
              <a:spcBef>
                <a:spcPts val="560"/>
              </a:spcBef>
              <a:spcAft>
                <a:spcPts val="0"/>
              </a:spcAft>
              <a:buClr>
                <a:schemeClr val="lt1"/>
              </a:buClr>
              <a:buSzPts val="1800"/>
              <a:buFont typeface="Arial"/>
              <a:buChar char="●"/>
            </a:pPr>
            <a:r>
              <a:rPr lang="it-IT" sz="1800"/>
              <a:t>there is confusion about which value is displayed: the current number or the running calculation?</a:t>
            </a:r>
            <a:endParaRPr sz="1800"/>
          </a:p>
          <a:p>
            <a:pPr indent="-222250" lvl="0" marL="285750" rtl="0" algn="l">
              <a:lnSpc>
                <a:spcPct val="115000"/>
              </a:lnSpc>
              <a:spcBef>
                <a:spcPts val="560"/>
              </a:spcBef>
              <a:spcAft>
                <a:spcPts val="0"/>
              </a:spcAft>
              <a:buClr>
                <a:schemeClr val="lt1"/>
              </a:buClr>
              <a:buSzPts val="1800"/>
              <a:buFont typeface="Arial"/>
              <a:buChar char="●"/>
            </a:pPr>
            <a:r>
              <a:rPr lang="it-IT" sz="1800"/>
              <a:t>this calculator has </a:t>
            </a:r>
            <a:r>
              <a:rPr lang="it-IT" sz="1800" u="sng"/>
              <a:t>2 modes</a:t>
            </a:r>
            <a:r>
              <a:rPr lang="it-IT" sz="1800"/>
              <a:t> but there is </a:t>
            </a:r>
            <a:r>
              <a:rPr lang="it-IT" sz="1800">
                <a:solidFill>
                  <a:srgbClr val="FFFF00"/>
                </a:solidFill>
              </a:rPr>
              <a:t>no</a:t>
            </a:r>
            <a:r>
              <a:rPr lang="it-IT" sz="1800"/>
              <a:t> way to tell!</a:t>
            </a:r>
            <a:endParaRPr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8" name="Shape 3618"/>
        <p:cNvGrpSpPr/>
        <p:nvPr/>
      </p:nvGrpSpPr>
      <p:grpSpPr>
        <a:xfrm>
          <a:off x="0" y="0"/>
          <a:ext cx="0" cy="0"/>
          <a:chOff x="0" y="0"/>
          <a:chExt cx="0" cy="0"/>
        </a:xfrm>
      </p:grpSpPr>
      <p:sp>
        <p:nvSpPr>
          <p:cNvPr id="3619" name="Google Shape;3619;p150"/>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how many modes?</a:t>
            </a:r>
            <a:endParaRPr/>
          </a:p>
        </p:txBody>
      </p:sp>
      <p:sp>
        <p:nvSpPr>
          <p:cNvPr id="3620" name="Google Shape;3620;p150"/>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79400" lvl="0" marL="342900" rtl="0" algn="l">
              <a:lnSpc>
                <a:spcPct val="115000"/>
              </a:lnSpc>
              <a:spcBef>
                <a:spcPts val="0"/>
              </a:spcBef>
              <a:spcAft>
                <a:spcPts val="0"/>
              </a:spcAft>
              <a:buClr>
                <a:schemeClr val="lt1"/>
              </a:buClr>
              <a:buSzPts val="1800"/>
              <a:buFont typeface="Arial"/>
              <a:buChar char="●"/>
            </a:pPr>
            <a:r>
              <a:rPr lang="it-IT" sz="1800"/>
              <a:t>other calculators have even </a:t>
            </a:r>
            <a:r>
              <a:rPr lang="it-IT" sz="1800">
                <a:solidFill>
                  <a:srgbClr val="FFFF00"/>
                </a:solidFill>
              </a:rPr>
              <a:t>more</a:t>
            </a:r>
            <a:r>
              <a:rPr lang="it-IT" sz="1800"/>
              <a:t> modes: pressing an operator twice means that the running calculation may be copied to the constant register, if </a:t>
            </a:r>
            <a:r>
              <a:rPr lang="it-IT" sz="1800">
                <a:solidFill>
                  <a:srgbClr val="66FF33"/>
                </a:solidFill>
              </a:rPr>
              <a:t>/</a:t>
            </a:r>
            <a:r>
              <a:rPr lang="it-IT" sz="1800"/>
              <a:t> is pressed twice it may mean a different operator (the inverse), special keys perform percentages, etc.</a:t>
            </a:r>
            <a:endParaRPr sz="1800"/>
          </a:p>
          <a:p>
            <a:pPr indent="-342900" lvl="0" marL="342900" rtl="0" algn="l">
              <a:lnSpc>
                <a:spcPct val="115000"/>
              </a:lnSpc>
              <a:spcBef>
                <a:spcPts val="560"/>
              </a:spcBef>
              <a:spcAft>
                <a:spcPts val="0"/>
              </a:spcAft>
              <a:buClr>
                <a:schemeClr val="lt1"/>
              </a:buClr>
              <a:buSzPts val="2800"/>
              <a:buFont typeface="Arial"/>
              <a:buNone/>
            </a:pPr>
            <a:r>
              <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there is no way to find out </a:t>
            </a:r>
            <a:r>
              <a:rPr lang="it-IT" sz="1800">
                <a:solidFill>
                  <a:srgbClr val="FFFF00"/>
                </a:solidFill>
              </a:rPr>
              <a:t>which mode</a:t>
            </a:r>
            <a:r>
              <a:rPr lang="it-IT" sz="1800"/>
              <a:t> the calculator is in, without affecting it (invasive check-out)</a:t>
            </a: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4" name="Shape 3624"/>
        <p:cNvGrpSpPr/>
        <p:nvPr/>
      </p:nvGrpSpPr>
      <p:grpSpPr>
        <a:xfrm>
          <a:off x="0" y="0"/>
          <a:ext cx="0" cy="0"/>
          <a:chOff x="0" y="0"/>
          <a:chExt cx="0" cy="0"/>
        </a:xfrm>
      </p:grpSpPr>
      <p:sp>
        <p:nvSpPr>
          <p:cNvPr id="3625" name="Google Shape;3625;p151"/>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inertial modes</a:t>
            </a:r>
            <a:endParaRPr/>
          </a:p>
        </p:txBody>
      </p:sp>
      <p:sp>
        <p:nvSpPr>
          <p:cNvPr id="3626" name="Google Shape;3626;p151"/>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a:bodyPr>
          <a:lstStyle/>
          <a:p>
            <a:pPr indent="-279400" lvl="0" marL="342900" rtl="0" algn="l">
              <a:lnSpc>
                <a:spcPct val="115000"/>
              </a:lnSpc>
              <a:spcBef>
                <a:spcPts val="0"/>
              </a:spcBef>
              <a:spcAft>
                <a:spcPts val="0"/>
              </a:spcAft>
              <a:buClr>
                <a:schemeClr val="lt1"/>
              </a:buClr>
              <a:buSzPts val="1800"/>
              <a:buFont typeface="Arial"/>
              <a:buChar char="●"/>
            </a:pPr>
            <a:r>
              <a:rPr lang="it-IT" sz="1800"/>
              <a:t>the system is able to fill-in details by defaulting them, info provided by default is hidden - there are also user-supplied defaults</a:t>
            </a:r>
            <a:endParaRPr sz="1800"/>
          </a:p>
          <a:p>
            <a:pPr indent="-342900" lvl="0" marL="342900" rtl="0" algn="l">
              <a:lnSpc>
                <a:spcPct val="115000"/>
              </a:lnSpc>
              <a:spcBef>
                <a:spcPts val="560"/>
              </a:spcBef>
              <a:spcAft>
                <a:spcPts val="0"/>
              </a:spcAft>
              <a:buClr>
                <a:srgbClr val="66FF33"/>
              </a:buClr>
              <a:buSzPts val="2800"/>
              <a:buFont typeface="Arial"/>
              <a:buNone/>
            </a:pPr>
            <a:r>
              <a:rPr lang="it-IT" sz="1800" u="sng">
                <a:solidFill>
                  <a:srgbClr val="66FF33"/>
                </a:solidFill>
              </a:rPr>
              <a:t>square width</a:t>
            </a:r>
            <a:r>
              <a:rPr lang="it-IT" sz="1800">
                <a:solidFill>
                  <a:srgbClr val="66FF33"/>
                </a:solidFill>
              </a:rPr>
              <a:t> ?</a:t>
            </a:r>
            <a:r>
              <a:rPr lang="it-IT" sz="1800"/>
              <a:t> </a:t>
            </a:r>
            <a:r>
              <a:rPr i="1" lang="it-IT" sz="1800"/>
              <a:t> </a:t>
            </a:r>
            <a:r>
              <a:rPr lang="it-IT" sz="1800"/>
              <a:t> </a:t>
            </a:r>
            <a:r>
              <a:rPr i="1" lang="it-IT" sz="1800"/>
              <a:t>1.2471	</a:t>
            </a:r>
            <a:r>
              <a:rPr i="1" lang="it-IT" sz="1800">
                <a:solidFill>
                  <a:srgbClr val="66FF33"/>
                </a:solidFill>
              </a:rPr>
              <a:t>enter</a:t>
            </a:r>
            <a:endParaRPr sz="1800">
              <a:solidFill>
                <a:srgbClr val="66FF33"/>
              </a:solidFill>
            </a:endParaRPr>
          </a:p>
          <a:p>
            <a:pPr indent="-279400" lvl="0" marL="342900" rtl="0" algn="l">
              <a:lnSpc>
                <a:spcPct val="115000"/>
              </a:lnSpc>
              <a:spcBef>
                <a:spcPts val="560"/>
              </a:spcBef>
              <a:spcAft>
                <a:spcPts val="0"/>
              </a:spcAft>
              <a:buClr>
                <a:schemeClr val="lt1"/>
              </a:buClr>
              <a:buSzPts val="1800"/>
              <a:buFont typeface="Arial"/>
              <a:buChar char="●"/>
            </a:pPr>
            <a:r>
              <a:rPr lang="it-IT" sz="1800"/>
              <a:t>...</a:t>
            </a:r>
            <a:endParaRPr sz="1800"/>
          </a:p>
          <a:p>
            <a:pPr indent="-342900" lvl="0" marL="342900" rtl="0" algn="l">
              <a:lnSpc>
                <a:spcPct val="115000"/>
              </a:lnSpc>
              <a:spcBef>
                <a:spcPts val="560"/>
              </a:spcBef>
              <a:spcAft>
                <a:spcPts val="0"/>
              </a:spcAft>
              <a:buClr>
                <a:srgbClr val="66FF33"/>
              </a:buClr>
              <a:buSzPts val="2800"/>
              <a:buFont typeface="Arial"/>
              <a:buNone/>
            </a:pPr>
            <a:r>
              <a:rPr lang="it-IT" sz="1800" u="sng">
                <a:solidFill>
                  <a:srgbClr val="66FF33"/>
                </a:solidFill>
              </a:rPr>
              <a:t>square width</a:t>
            </a:r>
            <a:r>
              <a:rPr lang="it-IT" sz="1800">
                <a:solidFill>
                  <a:srgbClr val="66FF33"/>
                </a:solidFill>
              </a:rPr>
              <a:t> ?</a:t>
            </a:r>
            <a:r>
              <a:rPr lang="it-IT" sz="1800"/>
              <a:t>   </a:t>
            </a:r>
            <a:r>
              <a:rPr lang="it-IT" sz="1800" u="sng"/>
              <a:t>1.2471</a:t>
            </a:r>
            <a:r>
              <a:rPr lang="it-IT" sz="1800"/>
              <a:t>?	</a:t>
            </a:r>
            <a:r>
              <a:rPr i="1" lang="it-IT" sz="1800">
                <a:solidFill>
                  <a:srgbClr val="66FF33"/>
                </a:solidFill>
              </a:rPr>
              <a:t>enter</a:t>
            </a:r>
            <a:endParaRPr sz="1800">
              <a:solidFill>
                <a:srgbClr val="66FF33"/>
              </a:solidFill>
            </a:endParaRPr>
          </a:p>
          <a:p>
            <a:pPr indent="-342900" lvl="0" marL="342900" rtl="0" algn="l">
              <a:lnSpc>
                <a:spcPct val="115000"/>
              </a:lnSpc>
              <a:spcBef>
                <a:spcPts val="560"/>
              </a:spcBef>
              <a:spcAft>
                <a:spcPts val="0"/>
              </a:spcAft>
              <a:buClr>
                <a:schemeClr val="lt1"/>
              </a:buClr>
              <a:buSzPts val="2800"/>
              <a:buFont typeface="Arial"/>
              <a:buNone/>
            </a:pPr>
            <a:r>
              <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this is  a mechanism of </a:t>
            </a:r>
            <a:r>
              <a:rPr lang="it-IT" sz="1800" u="sng">
                <a:solidFill>
                  <a:srgbClr val="FFFF00"/>
                </a:solidFill>
              </a:rPr>
              <a:t>passive recall</a:t>
            </a:r>
            <a:r>
              <a:rPr lang="it-IT" sz="1800"/>
              <a:t> since the system will ask the user - by default - if the value he now wants is the same as the previous one (default value)</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0" name="Shape 3630"/>
        <p:cNvGrpSpPr/>
        <p:nvPr/>
      </p:nvGrpSpPr>
      <p:grpSpPr>
        <a:xfrm>
          <a:off x="0" y="0"/>
          <a:ext cx="0" cy="0"/>
          <a:chOff x="0" y="0"/>
          <a:chExt cx="0" cy="0"/>
        </a:xfrm>
      </p:grpSpPr>
      <p:sp>
        <p:nvSpPr>
          <p:cNvPr id="3631" name="Google Shape;3631;p152"/>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inertial dangers</a:t>
            </a:r>
            <a:endParaRPr/>
          </a:p>
        </p:txBody>
      </p:sp>
      <p:sp>
        <p:nvSpPr>
          <p:cNvPr id="3632" name="Google Shape;3632;p152"/>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10000"/>
          </a:bodyPr>
          <a:lstStyle/>
          <a:p>
            <a:pPr indent="-308610" lvl="0" marL="342900" rtl="0" algn="l">
              <a:lnSpc>
                <a:spcPct val="115000"/>
              </a:lnSpc>
              <a:spcBef>
                <a:spcPts val="0"/>
              </a:spcBef>
              <a:spcAft>
                <a:spcPts val="0"/>
              </a:spcAft>
              <a:buClr>
                <a:srgbClr val="FFFF00"/>
              </a:buClr>
              <a:buSzPct val="100000"/>
              <a:buFont typeface="Arial"/>
              <a:buChar char="●"/>
            </a:pPr>
            <a:r>
              <a:rPr lang="it-IT" sz="2400" u="sng">
                <a:solidFill>
                  <a:srgbClr val="FFFF00"/>
                </a:solidFill>
              </a:rPr>
              <a:t>defaulting</a:t>
            </a:r>
            <a:r>
              <a:rPr lang="it-IT" sz="2400"/>
              <a:t> is not a good choice if the result is irreversible</a:t>
            </a:r>
            <a:endParaRPr/>
          </a:p>
          <a:p>
            <a:pPr indent="-308610" lvl="0" marL="342900" rtl="0" algn="l">
              <a:lnSpc>
                <a:spcPct val="115000"/>
              </a:lnSpc>
              <a:spcBef>
                <a:spcPts val="480"/>
              </a:spcBef>
              <a:spcAft>
                <a:spcPts val="0"/>
              </a:spcAft>
              <a:buClr>
                <a:schemeClr val="lt1"/>
              </a:buClr>
              <a:buSzPct val="100000"/>
              <a:buFont typeface="Arial"/>
              <a:buChar char="●"/>
            </a:pPr>
            <a:r>
              <a:rPr lang="it-IT" sz="2400"/>
              <a:t>some menus require </a:t>
            </a:r>
            <a:r>
              <a:rPr lang="it-IT" sz="2400" u="sng"/>
              <a:t>two</a:t>
            </a:r>
            <a:r>
              <a:rPr lang="it-IT" sz="2400"/>
              <a:t> actions: </a:t>
            </a:r>
            <a:endParaRPr/>
          </a:p>
          <a:p>
            <a:pPr indent="-308610" lvl="0" marL="342900" rtl="0" algn="l">
              <a:lnSpc>
                <a:spcPct val="115000"/>
              </a:lnSpc>
              <a:spcBef>
                <a:spcPts val="480"/>
              </a:spcBef>
              <a:spcAft>
                <a:spcPts val="0"/>
              </a:spcAft>
              <a:buClr>
                <a:schemeClr val="lt1"/>
              </a:buClr>
              <a:buSzPct val="100000"/>
              <a:buFont typeface="Arial"/>
              <a:buChar char="●"/>
            </a:pPr>
            <a:r>
              <a:rPr lang="it-IT" sz="2400"/>
              <a:t>1-choice and         </a:t>
            </a:r>
            <a:endParaRPr/>
          </a:p>
          <a:p>
            <a:pPr indent="-308610" lvl="0" marL="342900" rtl="0" algn="l">
              <a:lnSpc>
                <a:spcPct val="115000"/>
              </a:lnSpc>
              <a:spcBef>
                <a:spcPts val="480"/>
              </a:spcBef>
              <a:spcAft>
                <a:spcPts val="0"/>
              </a:spcAft>
              <a:buClr>
                <a:schemeClr val="lt1"/>
              </a:buClr>
              <a:buSzPct val="100000"/>
              <a:buFont typeface="Arial"/>
              <a:buChar char="●"/>
            </a:pPr>
            <a:r>
              <a:rPr lang="it-IT" sz="2400"/>
              <a:t>2-confirmation, the last choice is inertial - the </a:t>
            </a:r>
            <a:r>
              <a:rPr lang="it-IT" sz="2400">
                <a:solidFill>
                  <a:srgbClr val="FFFF00"/>
                </a:solidFill>
              </a:rPr>
              <a:t>default</a:t>
            </a:r>
            <a:r>
              <a:rPr lang="it-IT" sz="2400"/>
              <a:t> choice is the last one the user selected</a:t>
            </a:r>
            <a:endParaRPr/>
          </a:p>
          <a:p>
            <a:pPr indent="-308610" lvl="0" marL="342900" rtl="0" algn="l">
              <a:lnSpc>
                <a:spcPct val="115000"/>
              </a:lnSpc>
              <a:spcBef>
                <a:spcPts val="480"/>
              </a:spcBef>
              <a:spcAft>
                <a:spcPts val="0"/>
              </a:spcAft>
              <a:buClr>
                <a:schemeClr val="lt1"/>
              </a:buClr>
              <a:buSzPct val="100000"/>
              <a:buFont typeface="Arial"/>
              <a:buChar char="●"/>
            </a:pPr>
            <a:r>
              <a:rPr lang="it-IT" sz="2400"/>
              <a:t>the same happens when using many </a:t>
            </a:r>
            <a:r>
              <a:rPr lang="it-IT" sz="2400">
                <a:solidFill>
                  <a:srgbClr val="FFFF00"/>
                </a:solidFill>
              </a:rPr>
              <a:t>menus</a:t>
            </a:r>
            <a:r>
              <a:rPr lang="it-IT" sz="2400"/>
              <a:t> - one after another - going back one step to a previous menu will provide the </a:t>
            </a:r>
            <a:r>
              <a:rPr lang="it-IT" sz="2400">
                <a:solidFill>
                  <a:srgbClr val="FFFF00"/>
                </a:solidFill>
              </a:rPr>
              <a:t>same choice</a:t>
            </a:r>
            <a:r>
              <a:rPr lang="it-IT" sz="2400"/>
              <a:t> made in a previous session (this is the default value)</a:t>
            </a:r>
            <a:endParaRPr/>
          </a:p>
          <a:p>
            <a:pPr indent="-308610" lvl="0" marL="342900" rtl="0" algn="l">
              <a:lnSpc>
                <a:spcPct val="115000"/>
              </a:lnSpc>
              <a:spcBef>
                <a:spcPts val="480"/>
              </a:spcBef>
              <a:spcAft>
                <a:spcPts val="0"/>
              </a:spcAft>
              <a:buClr>
                <a:schemeClr val="lt1"/>
              </a:buClr>
              <a:buSzPct val="100000"/>
              <a:buFont typeface="Arial"/>
              <a:buChar char="●"/>
            </a:pPr>
            <a:r>
              <a:rPr lang="it-IT" sz="2400"/>
              <a:t>some forms of modiness may turn useful and are called </a:t>
            </a:r>
            <a:r>
              <a:rPr lang="it-IT" sz="2400" u="sng">
                <a:solidFill>
                  <a:srgbClr val="FFFF00"/>
                </a:solidFill>
              </a:rPr>
              <a:t>inertial</a:t>
            </a:r>
            <a:r>
              <a:rPr lang="it-IT" sz="2400"/>
              <a:t> yet sometimes the user is disoriented or cannot do what he wants - then we have modes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6" name="Shape 3636"/>
        <p:cNvGrpSpPr/>
        <p:nvPr/>
      </p:nvGrpSpPr>
      <p:grpSpPr>
        <a:xfrm>
          <a:off x="0" y="0"/>
          <a:ext cx="0" cy="0"/>
          <a:chOff x="0" y="0"/>
          <a:chExt cx="0" cy="0"/>
        </a:xfrm>
      </p:grpSpPr>
      <p:sp>
        <p:nvSpPr>
          <p:cNvPr id="3637" name="Google Shape;3637;p153"/>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u="sng"/>
              <a:t>gueps</a:t>
            </a:r>
            <a:r>
              <a:rPr b="1" lang="it-IT"/>
              <a:t> for modes</a:t>
            </a:r>
            <a:endParaRPr/>
          </a:p>
        </p:txBody>
      </p:sp>
      <p:sp>
        <p:nvSpPr>
          <p:cNvPr id="3638" name="Google Shape;3638;p153"/>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20000"/>
          </a:bodyPr>
          <a:lstStyle/>
          <a:p>
            <a:pPr indent="-342900" lvl="0" marL="342900" rtl="0" algn="l">
              <a:lnSpc>
                <a:spcPct val="115000"/>
              </a:lnSpc>
              <a:spcBef>
                <a:spcPts val="0"/>
              </a:spcBef>
              <a:spcAft>
                <a:spcPts val="0"/>
              </a:spcAft>
              <a:buClr>
                <a:srgbClr val="FFFF00"/>
              </a:buClr>
              <a:buSzPct val="100000"/>
              <a:buFont typeface="Arial"/>
              <a:buNone/>
            </a:pPr>
            <a:r>
              <a:rPr lang="it-IT" sz="2400" u="sng">
                <a:solidFill>
                  <a:srgbClr val="FFFF00"/>
                </a:solidFill>
              </a:rPr>
              <a:t>input modes</a:t>
            </a:r>
            <a:endParaRPr sz="2400">
              <a:solidFill>
                <a:srgbClr val="FFFF00"/>
              </a:solidFill>
            </a:endParaRPr>
          </a:p>
          <a:p>
            <a:pPr indent="-308610" lvl="0" marL="342900" rtl="0" algn="l">
              <a:lnSpc>
                <a:spcPct val="115000"/>
              </a:lnSpc>
              <a:spcBef>
                <a:spcPts val="480"/>
              </a:spcBef>
              <a:spcAft>
                <a:spcPts val="0"/>
              </a:spcAft>
              <a:buClr>
                <a:schemeClr val="lt1"/>
              </a:buClr>
              <a:buSzPct val="100000"/>
              <a:buFont typeface="Arial"/>
              <a:buChar char="●"/>
            </a:pPr>
            <a:r>
              <a:rPr lang="it-IT" sz="2400"/>
              <a:t>the user submits </a:t>
            </a:r>
            <a:r>
              <a:rPr i="1" lang="it-IT" sz="2400">
                <a:solidFill>
                  <a:srgbClr val="66FF33"/>
                </a:solidFill>
              </a:rPr>
              <a:t>q</a:t>
            </a:r>
            <a:r>
              <a:rPr lang="it-IT" sz="2400"/>
              <a:t>  in one mode it may mean </a:t>
            </a:r>
            <a:r>
              <a:rPr lang="it-IT" sz="2400">
                <a:solidFill>
                  <a:srgbClr val="FFFF00"/>
                </a:solidFill>
              </a:rPr>
              <a:t>QUIT</a:t>
            </a:r>
            <a:r>
              <a:rPr lang="it-IT" sz="2400"/>
              <a:t>, in another “</a:t>
            </a:r>
            <a:r>
              <a:rPr lang="it-IT" sz="2400">
                <a:solidFill>
                  <a:srgbClr val="66FF33"/>
                </a:solidFill>
              </a:rPr>
              <a:t>type </a:t>
            </a:r>
            <a:r>
              <a:rPr i="1" lang="it-IT" sz="2400">
                <a:solidFill>
                  <a:srgbClr val="66FF33"/>
                </a:solidFill>
              </a:rPr>
              <a:t>q</a:t>
            </a:r>
            <a:r>
              <a:rPr lang="it-IT" sz="2400"/>
              <a:t> “ corresponds to another mode which may mean an </a:t>
            </a:r>
            <a:r>
              <a:rPr lang="it-IT" sz="2400">
                <a:solidFill>
                  <a:srgbClr val="FFFF00"/>
                </a:solidFill>
              </a:rPr>
              <a:t>ERROR</a:t>
            </a:r>
            <a:r>
              <a:rPr lang="it-IT" sz="2400"/>
              <a:t>; the corresponding guep indicates that</a:t>
            </a:r>
            <a:r>
              <a:rPr lang="it-IT" sz="2400" u="sng"/>
              <a:t> a good interactive system is one which is so consistent and predictable that it may be used without looking at the screen</a:t>
            </a:r>
            <a:endParaRPr u="sng"/>
          </a:p>
          <a:p>
            <a:pPr indent="-308610" lvl="0" marL="342900" rtl="0" algn="l">
              <a:lnSpc>
                <a:spcPct val="115000"/>
              </a:lnSpc>
              <a:spcBef>
                <a:spcPts val="480"/>
              </a:spcBef>
              <a:spcAft>
                <a:spcPts val="0"/>
              </a:spcAft>
              <a:buClr>
                <a:schemeClr val="lt1"/>
              </a:buClr>
              <a:buSzPct val="100000"/>
              <a:buFont typeface="Arial"/>
              <a:buChar char="●"/>
            </a:pPr>
            <a:r>
              <a:rPr lang="it-IT" sz="2400"/>
              <a:t>if there is more than one mode, the user may switch from one to another by fixed </a:t>
            </a:r>
            <a:r>
              <a:rPr lang="it-IT" sz="2400" u="sng">
                <a:solidFill>
                  <a:srgbClr val="FFFF00"/>
                </a:solidFill>
              </a:rPr>
              <a:t>mode-independent</a:t>
            </a:r>
            <a:r>
              <a:rPr lang="it-IT" sz="2400">
                <a:solidFill>
                  <a:srgbClr val="FFFF00"/>
                </a:solidFill>
              </a:rPr>
              <a:t> </a:t>
            </a:r>
            <a:r>
              <a:rPr lang="it-IT" sz="2400"/>
              <a:t>command sequences</a:t>
            </a:r>
            <a:endParaRPr/>
          </a:p>
          <a:p>
            <a:pPr indent="-308610" lvl="0" marL="342900" rtl="0" algn="l">
              <a:lnSpc>
                <a:spcPct val="115000"/>
              </a:lnSpc>
              <a:spcBef>
                <a:spcPts val="480"/>
              </a:spcBef>
              <a:spcAft>
                <a:spcPts val="0"/>
              </a:spcAft>
              <a:buClr>
                <a:schemeClr val="lt1"/>
              </a:buClr>
              <a:buSzPct val="100000"/>
              <a:buFont typeface="Arial"/>
              <a:buChar char="●"/>
            </a:pPr>
            <a:r>
              <a:rPr lang="it-IT" sz="2400"/>
              <a:t>for instance, </a:t>
            </a:r>
            <a:r>
              <a:rPr i="1" lang="it-IT" sz="2400">
                <a:solidFill>
                  <a:srgbClr val="66FF33"/>
                </a:solidFill>
              </a:rPr>
              <a:t>escape</a:t>
            </a:r>
            <a:r>
              <a:rPr lang="it-IT" sz="2400"/>
              <a:t>  will take the user to a fixed state - external to the currently running application - even if that action is submitted a number of times...this is the idempotence property (</a:t>
            </a:r>
            <a:r>
              <a:rPr i="1" lang="it-IT" sz="2400"/>
              <a:t>escape </a:t>
            </a:r>
            <a:r>
              <a:rPr i="1" lang="it-IT" sz="2400">
                <a:solidFill>
                  <a:srgbClr val="66FF33"/>
                </a:solidFill>
              </a:rPr>
              <a:t>escape</a:t>
            </a:r>
            <a:r>
              <a:rPr lang="it-IT" sz="2400">
                <a:solidFill>
                  <a:srgbClr val="66FF33"/>
                </a:solidFill>
              </a:rPr>
              <a:t> = </a:t>
            </a:r>
            <a:r>
              <a:rPr i="1" lang="it-IT" sz="2400">
                <a:solidFill>
                  <a:srgbClr val="66FF33"/>
                </a:solidFill>
              </a:rPr>
              <a:t>escape</a:t>
            </a:r>
            <a:r>
              <a:rPr lang="it-IT" sz="2400"/>
              <a: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42" name="Shape 3642"/>
        <p:cNvGrpSpPr/>
        <p:nvPr/>
      </p:nvGrpSpPr>
      <p:grpSpPr>
        <a:xfrm>
          <a:off x="0" y="0"/>
          <a:ext cx="0" cy="0"/>
          <a:chOff x="0" y="0"/>
          <a:chExt cx="0" cy="0"/>
        </a:xfrm>
      </p:grpSpPr>
      <p:sp>
        <p:nvSpPr>
          <p:cNvPr id="3643" name="Google Shape;3643;p154"/>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pre-emptive modes</a:t>
            </a:r>
            <a:endParaRPr/>
          </a:p>
        </p:txBody>
      </p:sp>
      <p:sp>
        <p:nvSpPr>
          <p:cNvPr id="3644" name="Google Shape;3644;p154"/>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a:bodyPr>
          <a:lstStyle/>
          <a:p>
            <a:pPr indent="-279400" lvl="0" marL="342900" rtl="0" algn="l">
              <a:lnSpc>
                <a:spcPct val="115000"/>
              </a:lnSpc>
              <a:spcBef>
                <a:spcPts val="0"/>
              </a:spcBef>
              <a:spcAft>
                <a:spcPts val="0"/>
              </a:spcAft>
              <a:buClr>
                <a:schemeClr val="lt1"/>
              </a:buClr>
              <a:buSzPts val="1800"/>
              <a:buFont typeface="Arial"/>
              <a:buChar char="●"/>
            </a:pPr>
            <a:r>
              <a:rPr lang="it-IT" sz="1800"/>
              <a:t>for outlawing pre-emptive modes you may have a </a:t>
            </a:r>
            <a:r>
              <a:rPr lang="it-IT" sz="1800" u="sng">
                <a:solidFill>
                  <a:srgbClr val="FFFF00"/>
                </a:solidFill>
              </a:rPr>
              <a:t>guep</a:t>
            </a:r>
            <a:r>
              <a:rPr lang="it-IT" sz="1800"/>
              <a:t> saying: "you may do anything anywhere"</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for non </a:t>
            </a:r>
            <a:r>
              <a:rPr lang="it-IT" sz="1800">
                <a:solidFill>
                  <a:srgbClr val="FFFF00"/>
                </a:solidFill>
              </a:rPr>
              <a:t>pre-emption</a:t>
            </a:r>
            <a:r>
              <a:rPr lang="it-IT" sz="1800"/>
              <a:t>:</a:t>
            </a:r>
            <a:endParaRPr sz="1800"/>
          </a:p>
          <a:p>
            <a:pPr indent="-279400" lvl="0" marL="342900" rtl="0" algn="l">
              <a:lnSpc>
                <a:spcPct val="115000"/>
              </a:lnSpc>
              <a:spcBef>
                <a:spcPts val="560"/>
              </a:spcBef>
              <a:spcAft>
                <a:spcPts val="0"/>
              </a:spcAft>
              <a:buClr>
                <a:schemeClr val="dk1"/>
              </a:buClr>
              <a:buSzPts val="1800"/>
              <a:buFont typeface="Arial"/>
              <a:buChar char=""/>
            </a:pPr>
            <a:r>
              <a:rPr lang="it-IT" sz="1800"/>
              <a:t>using a </a:t>
            </a:r>
            <a:r>
              <a:rPr lang="it-IT" sz="1800">
                <a:solidFill>
                  <a:srgbClr val="FFFF00"/>
                </a:solidFill>
              </a:rPr>
              <a:t>temporal</a:t>
            </a:r>
            <a:r>
              <a:rPr lang="it-IT" sz="1800"/>
              <a:t> feature: every user-command can be entered if prefixed by a cursor (</a:t>
            </a:r>
            <a:r>
              <a:rPr lang="it-IT" sz="1800">
                <a:solidFill>
                  <a:srgbClr val="66FF33"/>
                </a:solidFill>
              </a:rPr>
              <a:t>!</a:t>
            </a:r>
            <a:r>
              <a:rPr lang="it-IT" sz="1800"/>
              <a:t> for instance)</a:t>
            </a:r>
            <a:endParaRPr sz="1800"/>
          </a:p>
          <a:p>
            <a:pPr indent="-279400" lvl="0" marL="342900" rtl="0" algn="l">
              <a:lnSpc>
                <a:spcPct val="115000"/>
              </a:lnSpc>
              <a:spcBef>
                <a:spcPts val="560"/>
              </a:spcBef>
              <a:spcAft>
                <a:spcPts val="0"/>
              </a:spcAft>
              <a:buClr>
                <a:schemeClr val="dk1"/>
              </a:buClr>
              <a:buSzPts val="1800"/>
              <a:buFont typeface="Arial"/>
              <a:buChar char=""/>
            </a:pPr>
            <a:r>
              <a:rPr lang="it-IT" sz="1800"/>
              <a:t>using a </a:t>
            </a:r>
            <a:r>
              <a:rPr lang="it-IT" sz="1800">
                <a:solidFill>
                  <a:srgbClr val="FFFF00"/>
                </a:solidFill>
              </a:rPr>
              <a:t>spatial</a:t>
            </a:r>
            <a:r>
              <a:rPr lang="it-IT" sz="1800"/>
              <a:t> feature: with ≠ windows popping up one may change  mode in another part of the screen, typically inside a new window</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8" name="Shape 3648"/>
        <p:cNvGrpSpPr/>
        <p:nvPr/>
      </p:nvGrpSpPr>
      <p:grpSpPr>
        <a:xfrm>
          <a:off x="0" y="0"/>
          <a:ext cx="0" cy="0"/>
          <a:chOff x="0" y="0"/>
          <a:chExt cx="0" cy="0"/>
        </a:xfrm>
      </p:grpSpPr>
      <p:sp>
        <p:nvSpPr>
          <p:cNvPr id="3649" name="Google Shape;3649;p155"/>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output modes</a:t>
            </a:r>
            <a:endParaRPr/>
          </a:p>
        </p:txBody>
      </p:sp>
      <p:sp>
        <p:nvSpPr>
          <p:cNvPr id="3650" name="Google Shape;3650;p155"/>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a:bodyPr>
          <a:lstStyle/>
          <a:p>
            <a:pPr indent="-279400" lvl="0" marL="342900" rtl="0" algn="l">
              <a:lnSpc>
                <a:spcPct val="115000"/>
              </a:lnSpc>
              <a:spcBef>
                <a:spcPts val="0"/>
              </a:spcBef>
              <a:spcAft>
                <a:spcPts val="0"/>
              </a:spcAft>
              <a:buClr>
                <a:schemeClr val="lt1"/>
              </a:buClr>
              <a:buSzPts val="1800"/>
              <a:buFont typeface="Arial"/>
              <a:buChar char="●"/>
            </a:pPr>
            <a:r>
              <a:rPr lang="it-IT" sz="1800"/>
              <a:t>the o/p mode is typically dependent on the </a:t>
            </a:r>
            <a:r>
              <a:rPr lang="it-IT" sz="1800">
                <a:solidFill>
                  <a:srgbClr val="FFFF00"/>
                </a:solidFill>
              </a:rPr>
              <a:t>history</a:t>
            </a:r>
            <a:r>
              <a:rPr lang="it-IT" sz="1800"/>
              <a:t> </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in the calculator case an </a:t>
            </a:r>
            <a:r>
              <a:rPr lang="it-IT" sz="1800">
                <a:solidFill>
                  <a:srgbClr val="FFFF00"/>
                </a:solidFill>
              </a:rPr>
              <a:t>imperative</a:t>
            </a:r>
            <a:r>
              <a:rPr lang="it-IT" sz="1800"/>
              <a:t> paradigm was used and 2 modes were present; if the system was </a:t>
            </a:r>
            <a:r>
              <a:rPr lang="it-IT" sz="1800">
                <a:solidFill>
                  <a:srgbClr val="FFFF00"/>
                </a:solidFill>
              </a:rPr>
              <a:t>declarative</a:t>
            </a:r>
            <a:r>
              <a:rPr lang="it-IT" sz="1800"/>
              <a:t>, no</a:t>
            </a:r>
            <a:r>
              <a:rPr lang="it-IT" sz="1800">
                <a:solidFill>
                  <a:srgbClr val="FFFF00"/>
                </a:solidFill>
              </a:rPr>
              <a:t> ≠ </a:t>
            </a:r>
            <a:r>
              <a:rPr lang="it-IT" sz="1800"/>
              <a:t>modes are necessary, the user may be guided only by what he can see (on the display) / showing what is relevant</a:t>
            </a:r>
            <a:endParaRPr sz="1800"/>
          </a:p>
        </p:txBody>
      </p:sp>
      <p:pic>
        <p:nvPicPr>
          <p:cNvPr id="3651" name="Google Shape;3651;p155"/>
          <p:cNvPicPr preferRelativeResize="0"/>
          <p:nvPr/>
        </p:nvPicPr>
        <p:blipFill rotWithShape="1">
          <a:blip r:embed="rId3">
            <a:alphaModFix/>
          </a:blip>
          <a:srcRect b="0" l="0" r="0" t="0"/>
          <a:stretch/>
        </p:blipFill>
        <p:spPr>
          <a:xfrm>
            <a:off x="4973800" y="3372925"/>
            <a:ext cx="2085977" cy="8858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5" name="Shape 3655"/>
        <p:cNvGrpSpPr/>
        <p:nvPr/>
      </p:nvGrpSpPr>
      <p:grpSpPr>
        <a:xfrm>
          <a:off x="0" y="0"/>
          <a:ext cx="0" cy="0"/>
          <a:chOff x="0" y="0"/>
          <a:chExt cx="0" cy="0"/>
        </a:xfrm>
      </p:grpSpPr>
      <p:sp>
        <p:nvSpPr>
          <p:cNvPr id="3656" name="Google Shape;3656;p156"/>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a better calculator interface</a:t>
            </a:r>
            <a:endParaRPr/>
          </a:p>
        </p:txBody>
      </p:sp>
      <p:sp>
        <p:nvSpPr>
          <p:cNvPr id="3657" name="Google Shape;3657;p156"/>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a:bodyPr>
          <a:lstStyle/>
          <a:p>
            <a:pPr indent="-279400" lvl="0" marL="342900" rtl="0" algn="l">
              <a:lnSpc>
                <a:spcPct val="115000"/>
              </a:lnSpc>
              <a:spcBef>
                <a:spcPts val="0"/>
              </a:spcBef>
              <a:spcAft>
                <a:spcPts val="0"/>
              </a:spcAft>
              <a:buClr>
                <a:schemeClr val="lt1"/>
              </a:buClr>
              <a:buSzPts val="1800"/>
              <a:buFont typeface="Arial"/>
              <a:buChar char="●"/>
            </a:pPr>
            <a:r>
              <a:rPr lang="it-IT" sz="1800"/>
              <a:t>in this way, the user can do </a:t>
            </a:r>
            <a:r>
              <a:rPr lang="it-IT" sz="1800">
                <a:solidFill>
                  <a:srgbClr val="FFFF00"/>
                </a:solidFill>
              </a:rPr>
              <a:t>sums</a:t>
            </a:r>
            <a:r>
              <a:rPr lang="it-IT" sz="1800"/>
              <a:t> on what he can see alone - a good design would show </a:t>
            </a:r>
            <a:r>
              <a:rPr lang="it-IT" sz="1800">
                <a:solidFill>
                  <a:srgbClr val="FFFF00"/>
                </a:solidFill>
              </a:rPr>
              <a:t>all</a:t>
            </a:r>
            <a:r>
              <a:rPr lang="it-IT" sz="1800"/>
              <a:t> of the calculation that is relevant to the user</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nothing is </a:t>
            </a:r>
            <a:r>
              <a:rPr lang="it-IT" sz="1800">
                <a:solidFill>
                  <a:srgbClr val="FFFF00"/>
                </a:solidFill>
              </a:rPr>
              <a:t>hidden</a:t>
            </a:r>
            <a:r>
              <a:rPr lang="it-IT" sz="1800"/>
              <a:t> - every button has a well defined meaning which is shown on the display</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the only relevant entities are those that can be perceived - the "</a:t>
            </a:r>
            <a:r>
              <a:rPr lang="it-IT" sz="1800">
                <a:solidFill>
                  <a:srgbClr val="66FF33"/>
                </a:solidFill>
              </a:rPr>
              <a:t>=</a:t>
            </a:r>
            <a:r>
              <a:rPr lang="it-IT" sz="1800"/>
              <a:t>" button is now redundant</a:t>
            </a:r>
            <a:endParaRPr sz="1800"/>
          </a:p>
        </p:txBody>
      </p:sp>
      <p:pic>
        <p:nvPicPr>
          <p:cNvPr id="3658" name="Google Shape;3658;p156"/>
          <p:cNvPicPr preferRelativeResize="0"/>
          <p:nvPr/>
        </p:nvPicPr>
        <p:blipFill rotWithShape="1">
          <a:blip r:embed="rId3">
            <a:alphaModFix/>
          </a:blip>
          <a:srcRect b="0" l="0" r="0" t="0"/>
          <a:stretch/>
        </p:blipFill>
        <p:spPr>
          <a:xfrm>
            <a:off x="4928425" y="3447563"/>
            <a:ext cx="2085977" cy="8858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2" name="Shape 3662"/>
        <p:cNvGrpSpPr/>
        <p:nvPr/>
      </p:nvGrpSpPr>
      <p:grpSpPr>
        <a:xfrm>
          <a:off x="0" y="0"/>
          <a:ext cx="0" cy="0"/>
          <a:chOff x="0" y="0"/>
          <a:chExt cx="0" cy="0"/>
        </a:xfrm>
      </p:grpSpPr>
      <p:sp>
        <p:nvSpPr>
          <p:cNvPr id="3663" name="Google Shape;3663;p157"/>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WYSIWYG</a:t>
            </a:r>
            <a:endParaRPr/>
          </a:p>
        </p:txBody>
      </p:sp>
      <p:sp>
        <p:nvSpPr>
          <p:cNvPr id="3664" name="Google Shape;3664;p157"/>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20000"/>
          </a:bodyPr>
          <a:lstStyle/>
          <a:p>
            <a:pPr indent="0" lvl="0" marL="0" rtl="0" algn="l">
              <a:lnSpc>
                <a:spcPct val="115000"/>
              </a:lnSpc>
              <a:spcBef>
                <a:spcPts val="0"/>
              </a:spcBef>
              <a:spcAft>
                <a:spcPts val="0"/>
              </a:spcAft>
              <a:buClr>
                <a:schemeClr val="lt1"/>
              </a:buClr>
              <a:buSzPct val="100000"/>
              <a:buFont typeface="Arial"/>
              <a:buNone/>
            </a:pPr>
            <a:r>
              <a:rPr lang="it-IT" sz="2400">
                <a:solidFill>
                  <a:srgbClr val="FFFF00"/>
                </a:solidFill>
              </a:rPr>
              <a:t>What You See Is What You Get</a:t>
            </a:r>
            <a:r>
              <a:rPr lang="it-IT" sz="2400"/>
              <a:t> (wizzy-wig) = no hidden info</a:t>
            </a:r>
            <a:endParaRPr/>
          </a:p>
          <a:p>
            <a:pPr indent="-308610" lvl="0" marL="342900" rtl="0" algn="l">
              <a:lnSpc>
                <a:spcPct val="115000"/>
              </a:lnSpc>
              <a:spcBef>
                <a:spcPts val="480"/>
              </a:spcBef>
              <a:spcAft>
                <a:spcPts val="0"/>
              </a:spcAft>
              <a:buClr>
                <a:schemeClr val="lt1"/>
              </a:buClr>
              <a:buSzPct val="100000"/>
              <a:buFont typeface="Arial"/>
              <a:buChar char="●"/>
            </a:pPr>
            <a:r>
              <a:rPr lang="it-IT" sz="2400"/>
              <a:t>previously, for a text processor/editor one had commands (</a:t>
            </a:r>
            <a:r>
              <a:rPr lang="it-IT" sz="2400">
                <a:solidFill>
                  <a:srgbClr val="66FF33"/>
                </a:solidFill>
              </a:rPr>
              <a:t>.CENTRE</a:t>
            </a:r>
            <a:r>
              <a:rPr lang="it-IT" sz="2400"/>
              <a:t>) for centring a line, but the only way to see the effect was to print the line</a:t>
            </a:r>
            <a:endParaRPr/>
          </a:p>
          <a:p>
            <a:pPr indent="-308610" lvl="0" marL="342900" rtl="0" algn="l">
              <a:lnSpc>
                <a:spcPct val="115000"/>
              </a:lnSpc>
              <a:spcBef>
                <a:spcPts val="480"/>
              </a:spcBef>
              <a:spcAft>
                <a:spcPts val="0"/>
              </a:spcAft>
              <a:buClr>
                <a:srgbClr val="FFFF00"/>
              </a:buClr>
              <a:buSzPct val="100000"/>
              <a:buFont typeface="Arial"/>
              <a:buChar char="●"/>
            </a:pPr>
            <a:r>
              <a:rPr lang="it-IT" sz="2400">
                <a:solidFill>
                  <a:srgbClr val="FFFF00"/>
                </a:solidFill>
              </a:rPr>
              <a:t>ww</a:t>
            </a:r>
            <a:r>
              <a:rPr lang="it-IT" sz="2400"/>
              <a:t> avoids the problems of programming "</a:t>
            </a:r>
            <a:r>
              <a:rPr lang="it-IT" sz="2400">
                <a:solidFill>
                  <a:srgbClr val="FFFF00"/>
                </a:solidFill>
              </a:rPr>
              <a:t>blindly</a:t>
            </a:r>
            <a:r>
              <a:rPr lang="it-IT" sz="2400"/>
              <a:t>" to format the text as wanted but limits the control of a sophisticated programmer</a:t>
            </a:r>
            <a:endParaRPr/>
          </a:p>
          <a:p>
            <a:pPr indent="-308610" lvl="0" marL="342900" rtl="0" algn="l">
              <a:lnSpc>
                <a:spcPct val="115000"/>
              </a:lnSpc>
              <a:spcBef>
                <a:spcPts val="480"/>
              </a:spcBef>
              <a:spcAft>
                <a:spcPts val="0"/>
              </a:spcAft>
              <a:buClr>
                <a:schemeClr val="lt1"/>
              </a:buClr>
              <a:buSzPct val="100000"/>
              <a:buFont typeface="Arial"/>
              <a:buChar char="●"/>
            </a:pPr>
            <a:r>
              <a:rPr lang="it-IT" sz="2400"/>
              <a:t>a compromise is to have </a:t>
            </a:r>
            <a:r>
              <a:rPr lang="it-IT" sz="2400">
                <a:solidFill>
                  <a:srgbClr val="FFFF00"/>
                </a:solidFill>
              </a:rPr>
              <a:t>ww</a:t>
            </a:r>
            <a:r>
              <a:rPr lang="it-IT" sz="2400"/>
              <a:t> for simple things and free programming for advanced features</a:t>
            </a:r>
            <a:endParaRPr/>
          </a:p>
          <a:p>
            <a:pPr indent="-308610" lvl="0" marL="342900" rtl="0" algn="l">
              <a:lnSpc>
                <a:spcPct val="115000"/>
              </a:lnSpc>
              <a:spcBef>
                <a:spcPts val="480"/>
              </a:spcBef>
              <a:spcAft>
                <a:spcPts val="0"/>
              </a:spcAft>
              <a:buClr>
                <a:srgbClr val="FFFF00"/>
              </a:buClr>
              <a:buSzPct val="100000"/>
              <a:buFont typeface="Arial"/>
              <a:buChar char="●"/>
            </a:pPr>
            <a:r>
              <a:rPr lang="it-IT" sz="2400" u="sng">
                <a:solidFill>
                  <a:srgbClr val="FFFF00"/>
                </a:solidFill>
              </a:rPr>
              <a:t>ww </a:t>
            </a:r>
            <a:r>
              <a:rPr lang="it-IT" sz="2400" u="sng"/>
              <a:t>pushes both designer and user to share conceptualization of the interactive system</a:t>
            </a:r>
            <a:endParaRPr u="sng"/>
          </a:p>
          <a:p>
            <a:pPr indent="-308610" lvl="0" marL="342900" rtl="0" algn="l">
              <a:lnSpc>
                <a:spcPct val="115000"/>
              </a:lnSpc>
              <a:spcBef>
                <a:spcPts val="480"/>
              </a:spcBef>
              <a:spcAft>
                <a:spcPts val="0"/>
              </a:spcAft>
              <a:buClr>
                <a:schemeClr val="lt1"/>
              </a:buClr>
              <a:buSzPct val="100000"/>
              <a:buFont typeface="Arial"/>
              <a:buChar char="●"/>
            </a:pPr>
            <a:r>
              <a:rPr lang="it-IT" sz="2400"/>
              <a:t>the good features of a </a:t>
            </a:r>
            <a:r>
              <a:rPr lang="it-IT" sz="2400">
                <a:solidFill>
                  <a:srgbClr val="FFFF00"/>
                </a:solidFill>
              </a:rPr>
              <a:t>ww</a:t>
            </a:r>
            <a:r>
              <a:rPr lang="it-IT" sz="2400"/>
              <a:t> system which make it easy to use are tedious for an expert to use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8" name="Shape 3668"/>
        <p:cNvGrpSpPr/>
        <p:nvPr/>
      </p:nvGrpSpPr>
      <p:grpSpPr>
        <a:xfrm>
          <a:off x="0" y="0"/>
          <a:ext cx="0" cy="0"/>
          <a:chOff x="0" y="0"/>
          <a:chExt cx="0" cy="0"/>
        </a:xfrm>
      </p:grpSpPr>
      <p:sp>
        <p:nvSpPr>
          <p:cNvPr id="3669" name="Google Shape;3669;p158"/>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solidFill>
                  <a:srgbClr val="FFFF00"/>
                </a:solidFill>
              </a:rPr>
              <a:t>WW</a:t>
            </a:r>
            <a:endParaRPr/>
          </a:p>
        </p:txBody>
      </p:sp>
      <p:sp>
        <p:nvSpPr>
          <p:cNvPr id="3670" name="Google Shape;3670;p158"/>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a:bodyPr>
          <a:lstStyle/>
          <a:p>
            <a:pPr indent="-279400" lvl="0" marL="342900" rtl="0" algn="l">
              <a:lnSpc>
                <a:spcPct val="115000"/>
              </a:lnSpc>
              <a:spcBef>
                <a:spcPts val="0"/>
              </a:spcBef>
              <a:spcAft>
                <a:spcPts val="0"/>
              </a:spcAft>
              <a:buClr>
                <a:schemeClr val="lt1"/>
              </a:buClr>
              <a:buSzPts val="1800"/>
              <a:buFont typeface="Arial"/>
              <a:buChar char="●"/>
            </a:pPr>
            <a:r>
              <a:rPr lang="it-IT" sz="1800"/>
              <a:t>in </a:t>
            </a:r>
            <a:r>
              <a:rPr lang="it-IT" sz="1800">
                <a:solidFill>
                  <a:srgbClr val="FFFF00"/>
                </a:solidFill>
              </a:rPr>
              <a:t>ww </a:t>
            </a:r>
            <a:r>
              <a:rPr lang="it-IT" sz="1800"/>
              <a:t>you always see the end result, the user may concentrate on contents and then on form or viceversa - the system is </a:t>
            </a:r>
            <a:r>
              <a:rPr lang="it-IT" sz="1800">
                <a:solidFill>
                  <a:srgbClr val="FFFF00"/>
                </a:solidFill>
              </a:rPr>
              <a:t>underdetermined</a:t>
            </a:r>
            <a:r>
              <a:rPr lang="it-IT" sz="1800"/>
              <a:t>, you cannot see the history, i.e. the evolution of the formatting process, the process of improving a drawing (inside a text) is one of always editing the last version since the first one is lost</a:t>
            </a:r>
            <a:endParaRPr sz="1800"/>
          </a:p>
          <a:p>
            <a:pPr indent="-342900" lvl="0" marL="342900" rtl="0" algn="l">
              <a:lnSpc>
                <a:spcPct val="115000"/>
              </a:lnSpc>
              <a:spcBef>
                <a:spcPts val="560"/>
              </a:spcBef>
              <a:spcAft>
                <a:spcPts val="0"/>
              </a:spcAft>
              <a:buClr>
                <a:schemeClr val="lt1"/>
              </a:buClr>
              <a:buSzPts val="2800"/>
              <a:buFont typeface="Arial"/>
              <a:buNone/>
            </a:pPr>
            <a:r>
              <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some of these problems may be solved with </a:t>
            </a:r>
            <a:r>
              <a:rPr lang="it-IT" sz="1800" u="sng"/>
              <a:t>undo </a:t>
            </a:r>
            <a:r>
              <a:rPr lang="it-IT" sz="1800"/>
              <a:t>and </a:t>
            </a:r>
            <a:r>
              <a:rPr lang="it-IT" sz="1800" u="sng"/>
              <a:t>redo</a:t>
            </a:r>
            <a:endParaRPr sz="1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4" name="Shape 3674"/>
        <p:cNvGrpSpPr/>
        <p:nvPr/>
      </p:nvGrpSpPr>
      <p:grpSpPr>
        <a:xfrm>
          <a:off x="0" y="0"/>
          <a:ext cx="0" cy="0"/>
          <a:chOff x="0" y="0"/>
          <a:chExt cx="0" cy="0"/>
        </a:xfrm>
      </p:grpSpPr>
      <p:sp>
        <p:nvSpPr>
          <p:cNvPr id="3675" name="Google Shape;3675;p159"/>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domain independence?</a:t>
            </a:r>
            <a:endParaRPr/>
          </a:p>
        </p:txBody>
      </p:sp>
      <p:sp>
        <p:nvSpPr>
          <p:cNvPr id="3676" name="Google Shape;3676;p159"/>
          <p:cNvSpPr txBox="1"/>
          <p:nvPr>
            <p:ph idx="1" type="body"/>
          </p:nvPr>
        </p:nvSpPr>
        <p:spPr>
          <a:xfrm>
            <a:off x="720000" y="1894450"/>
            <a:ext cx="7704000" cy="3022800"/>
          </a:xfrm>
          <a:prstGeom prst="rect">
            <a:avLst/>
          </a:prstGeom>
          <a:noFill/>
          <a:ln>
            <a:noFill/>
          </a:ln>
        </p:spPr>
        <p:txBody>
          <a:bodyPr anchorCtr="0" anchor="t" bIns="44450" lIns="90475" spcFirstLastPara="1" rIns="90475" wrap="square" tIns="44450">
            <a:noAutofit/>
          </a:bodyPr>
          <a:lstStyle/>
          <a:p>
            <a:pPr indent="-279400" lvl="0" marL="342900" rtl="0" algn="l">
              <a:lnSpc>
                <a:spcPct val="115000"/>
              </a:lnSpc>
              <a:spcBef>
                <a:spcPts val="0"/>
              </a:spcBef>
              <a:spcAft>
                <a:spcPts val="0"/>
              </a:spcAft>
              <a:buClr>
                <a:schemeClr val="lt1"/>
              </a:buClr>
              <a:buSzPts val="1800"/>
              <a:buFont typeface="Arial"/>
              <a:buChar char="●"/>
            </a:pPr>
            <a:r>
              <a:rPr lang="it-IT" sz="1800"/>
              <a:t>a good guep is to </a:t>
            </a:r>
            <a:r>
              <a:rPr lang="it-IT" sz="1800">
                <a:solidFill>
                  <a:srgbClr val="FFFF00"/>
                </a:solidFill>
              </a:rPr>
              <a:t>ignore</a:t>
            </a:r>
            <a:r>
              <a:rPr lang="it-IT" sz="1800"/>
              <a:t> the application when designing the interface</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in</a:t>
            </a:r>
            <a:r>
              <a:rPr b="0" lang="it-IT" sz="1800">
                <a:solidFill>
                  <a:srgbClr val="FFFF00"/>
                </a:solidFill>
              </a:rPr>
              <a:t> </a:t>
            </a:r>
            <a:r>
              <a:rPr lang="it-IT" sz="1800">
                <a:solidFill>
                  <a:srgbClr val="FFFF00"/>
                </a:solidFill>
              </a:rPr>
              <a:t>ww</a:t>
            </a:r>
            <a:r>
              <a:rPr lang="it-IT" sz="1800"/>
              <a:t> we consider a style for interactive text processing systems but could also hold for drawing or for any application which will print out what one is obtaining as a result on the screen</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0" name="Shape 3680"/>
        <p:cNvGrpSpPr/>
        <p:nvPr/>
      </p:nvGrpSpPr>
      <p:grpSpPr>
        <a:xfrm>
          <a:off x="0" y="0"/>
          <a:ext cx="0" cy="0"/>
          <a:chOff x="0" y="0"/>
          <a:chExt cx="0" cy="0"/>
        </a:xfrm>
      </p:grpSpPr>
      <p:sp>
        <p:nvSpPr>
          <p:cNvPr id="3681" name="Google Shape;3681;p160"/>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menu systems</a:t>
            </a:r>
            <a:endParaRPr/>
          </a:p>
        </p:txBody>
      </p:sp>
      <p:sp>
        <p:nvSpPr>
          <p:cNvPr id="3682" name="Google Shape;3682;p160"/>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79400" lvl="0" marL="342900" rtl="0" algn="l">
              <a:lnSpc>
                <a:spcPct val="115000"/>
              </a:lnSpc>
              <a:spcBef>
                <a:spcPts val="0"/>
              </a:spcBef>
              <a:spcAft>
                <a:spcPts val="0"/>
              </a:spcAft>
              <a:buClr>
                <a:srgbClr val="FFFF00"/>
              </a:buClr>
              <a:buSzPts val="1800"/>
              <a:buFont typeface="Arial"/>
              <a:buChar char="●"/>
            </a:pPr>
            <a:r>
              <a:rPr lang="it-IT" sz="1800">
                <a:solidFill>
                  <a:srgbClr val="FFFF00"/>
                </a:solidFill>
              </a:rPr>
              <a:t>menu</a:t>
            </a:r>
            <a:r>
              <a:rPr lang="it-IT" sz="1800"/>
              <a:t> systems are WYSIWYG - based, all choices are given but if more than those shown are available then we do not have WYSIWYG any more!</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if typing a number which is </a:t>
            </a:r>
            <a:r>
              <a:rPr lang="it-IT" sz="1800">
                <a:solidFill>
                  <a:srgbClr val="FFFF00"/>
                </a:solidFill>
              </a:rPr>
              <a:t>higher</a:t>
            </a:r>
            <a:r>
              <a:rPr lang="it-IT" sz="1800"/>
              <a:t> than those indicating the different menu choices produces a result (unexpected) this - again - is not </a:t>
            </a:r>
            <a:r>
              <a:rPr lang="it-IT" sz="1800">
                <a:solidFill>
                  <a:srgbClr val="FFFF00"/>
                </a:solidFill>
              </a:rPr>
              <a:t>WYSIWYG</a:t>
            </a:r>
            <a:r>
              <a:rPr lang="it-IT" sz="1800"/>
              <a:t> style</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all choices should be visible on the screen when selecting the menu label on top of the different possible paths</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6" name="Shape 3686"/>
        <p:cNvGrpSpPr/>
        <p:nvPr/>
      </p:nvGrpSpPr>
      <p:grpSpPr>
        <a:xfrm>
          <a:off x="0" y="0"/>
          <a:ext cx="0" cy="0"/>
          <a:chOff x="0" y="0"/>
          <a:chExt cx="0" cy="0"/>
        </a:xfrm>
      </p:grpSpPr>
      <p:sp>
        <p:nvSpPr>
          <p:cNvPr id="3687" name="Google Shape;3687;p161"/>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interpretation of commands</a:t>
            </a:r>
            <a:endParaRPr/>
          </a:p>
        </p:txBody>
      </p:sp>
      <p:sp>
        <p:nvSpPr>
          <p:cNvPr id="3688" name="Google Shape;3688;p161"/>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lnSpcReduction="10000"/>
          </a:bodyPr>
          <a:lstStyle/>
          <a:p>
            <a:pPr indent="-279400" lvl="0" marL="342900" rtl="0" algn="l">
              <a:lnSpc>
                <a:spcPct val="115000"/>
              </a:lnSpc>
              <a:spcBef>
                <a:spcPts val="0"/>
              </a:spcBef>
              <a:spcAft>
                <a:spcPts val="0"/>
              </a:spcAft>
              <a:buClr>
                <a:schemeClr val="lt1"/>
              </a:buClr>
              <a:buSzPts val="1800"/>
              <a:buFont typeface="Arial"/>
              <a:buChar char="●"/>
            </a:pPr>
            <a:r>
              <a:rPr lang="it-IT" sz="1800"/>
              <a:t>task structuring is a </a:t>
            </a:r>
            <a:r>
              <a:rPr lang="it-IT" sz="1800">
                <a:solidFill>
                  <a:srgbClr val="FFFF00"/>
                </a:solidFill>
              </a:rPr>
              <a:t>guide</a:t>
            </a:r>
            <a:r>
              <a:rPr lang="it-IT" sz="1800"/>
              <a:t> to modes </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commands of a non-modey system (single mode) change the system state</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they map the current state into the </a:t>
            </a:r>
            <a:r>
              <a:rPr lang="it-IT" sz="1800">
                <a:solidFill>
                  <a:srgbClr val="FFFF00"/>
                </a:solidFill>
              </a:rPr>
              <a:t>next</a:t>
            </a:r>
            <a:r>
              <a:rPr lang="it-IT" sz="1800"/>
              <a:t> state which may formally be written as</a:t>
            </a:r>
            <a:endParaRPr sz="1800"/>
          </a:p>
          <a:p>
            <a:pPr indent="-342900" lvl="0" marL="342900" rtl="0" algn="l">
              <a:lnSpc>
                <a:spcPct val="115000"/>
              </a:lnSpc>
              <a:spcBef>
                <a:spcPts val="560"/>
              </a:spcBef>
              <a:spcAft>
                <a:spcPts val="0"/>
              </a:spcAft>
              <a:buClr>
                <a:schemeClr val="lt1"/>
              </a:buClr>
              <a:buSzPts val="2800"/>
              <a:buFont typeface="Arial"/>
              <a:buNone/>
            </a:pPr>
            <a:r>
              <a:rPr lang="it-IT" sz="1800"/>
              <a:t>	</a:t>
            </a:r>
            <a:r>
              <a:rPr lang="it-IT" sz="1800">
                <a:solidFill>
                  <a:srgbClr val="66FF33"/>
                </a:solidFill>
              </a:rPr>
              <a:t>I  [c ] </a:t>
            </a:r>
            <a:r>
              <a:rPr lang="it-IT" sz="1800">
                <a:solidFill>
                  <a:srgbClr val="66FF33"/>
                </a:solidFill>
                <a:latin typeface="Noto Sans Symbols"/>
                <a:ea typeface="Noto Sans Symbols"/>
                <a:cs typeface="Noto Sans Symbols"/>
                <a:sym typeface="Noto Sans Symbols"/>
              </a:rPr>
              <a:t>∈Σ → </a:t>
            </a:r>
            <a:r>
              <a:rPr lang="it-IT" sz="1800">
                <a:solidFill>
                  <a:srgbClr val="66FF33"/>
                </a:solidFill>
              </a:rPr>
              <a:t>S</a:t>
            </a:r>
            <a:r>
              <a:rPr lang="it-IT" sz="1800"/>
              <a:t> meaning that the </a:t>
            </a:r>
            <a:r>
              <a:rPr lang="it-IT" sz="1800">
                <a:solidFill>
                  <a:srgbClr val="66FF33"/>
                </a:solidFill>
              </a:rPr>
              <a:t>I</a:t>
            </a:r>
            <a:r>
              <a:rPr lang="it-IT" sz="1800"/>
              <a:t>nterpretation of the command </a:t>
            </a:r>
            <a:r>
              <a:rPr lang="it-IT" sz="1800">
                <a:solidFill>
                  <a:srgbClr val="66FF33"/>
                </a:solidFill>
              </a:rPr>
              <a:t>c</a:t>
            </a:r>
            <a:r>
              <a:rPr lang="it-IT" sz="1800"/>
              <a:t>  changes the current state of the system to the next </a:t>
            </a:r>
            <a:r>
              <a:rPr lang="it-IT" sz="1800">
                <a:solidFill>
                  <a:srgbClr val="66FF33"/>
                </a:solidFill>
              </a:rPr>
              <a:t>S</a:t>
            </a:r>
            <a:r>
              <a:rPr lang="it-IT" sz="1800"/>
              <a:t>tate</a:t>
            </a:r>
            <a:endParaRPr sz="1800"/>
          </a:p>
          <a:p>
            <a:pPr indent="-342900" lvl="0" marL="342900" rtl="0" algn="l">
              <a:lnSpc>
                <a:spcPct val="115000"/>
              </a:lnSpc>
              <a:spcBef>
                <a:spcPts val="560"/>
              </a:spcBef>
              <a:spcAft>
                <a:spcPts val="0"/>
              </a:spcAft>
              <a:buClr>
                <a:schemeClr val="lt1"/>
              </a:buClr>
              <a:buSzPts val="2800"/>
              <a:buFont typeface="Arial"/>
              <a:buNone/>
            </a:pPr>
            <a:r>
              <a:rPr lang="it-IT" sz="1800"/>
              <a:t>as an example, imagine we type </a:t>
            </a:r>
            <a:endParaRPr sz="1800"/>
          </a:p>
          <a:p>
            <a:pPr indent="-342900" lvl="0" marL="342900" rtl="0" algn="l">
              <a:lnSpc>
                <a:spcPct val="115000"/>
              </a:lnSpc>
              <a:spcBef>
                <a:spcPts val="560"/>
              </a:spcBef>
              <a:spcAft>
                <a:spcPts val="0"/>
              </a:spcAft>
              <a:buClr>
                <a:schemeClr val="lt1"/>
              </a:buClr>
              <a:buSzPts val="2800"/>
              <a:buFont typeface="Arial"/>
              <a:buNone/>
            </a:pPr>
            <a:r>
              <a:rPr lang="it-IT" sz="1800"/>
              <a:t>	</a:t>
            </a:r>
            <a:r>
              <a:rPr lang="it-IT" sz="1800">
                <a:solidFill>
                  <a:srgbClr val="66FF33"/>
                </a:solidFill>
              </a:rPr>
              <a:t>i</a:t>
            </a:r>
            <a:r>
              <a:rPr lang="it-IT" sz="1800"/>
              <a:t>     to a word processor, its meaning is</a:t>
            </a:r>
            <a:endParaRPr sz="1800"/>
          </a:p>
          <a:p>
            <a:pPr indent="-342900" lvl="0" marL="342900" rtl="0" algn="l">
              <a:lnSpc>
                <a:spcPct val="115000"/>
              </a:lnSpc>
              <a:spcBef>
                <a:spcPts val="560"/>
              </a:spcBef>
              <a:spcAft>
                <a:spcPts val="0"/>
              </a:spcAft>
              <a:buClr>
                <a:schemeClr val="lt1"/>
              </a:buClr>
              <a:buSzPts val="2800"/>
              <a:buFont typeface="Arial"/>
              <a:buNone/>
            </a:pPr>
            <a:r>
              <a:rPr lang="it-IT" sz="1800"/>
              <a:t>	</a:t>
            </a:r>
            <a:r>
              <a:rPr lang="it-IT" sz="1800">
                <a:solidFill>
                  <a:srgbClr val="66FF33"/>
                </a:solidFill>
              </a:rPr>
              <a:t>I  [i ] </a:t>
            </a:r>
            <a:r>
              <a:rPr lang="it-IT" sz="1800">
                <a:solidFill>
                  <a:srgbClr val="66FF33"/>
                </a:solidFill>
                <a:latin typeface="Noto Sans Symbols"/>
                <a:ea typeface="Noto Sans Symbols"/>
                <a:cs typeface="Noto Sans Symbols"/>
                <a:sym typeface="Noto Sans Symbols"/>
              </a:rPr>
              <a:t>∈Σ →</a:t>
            </a:r>
            <a:r>
              <a:rPr lang="it-IT" sz="1800">
                <a:solidFill>
                  <a:srgbClr val="66FF33"/>
                </a:solidFill>
              </a:rPr>
              <a:t> S</a:t>
            </a:r>
            <a:r>
              <a:rPr lang="it-IT" sz="1800"/>
              <a:t> changing the state of the word processor into the next state</a:t>
            </a: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2" name="Shape 3692"/>
        <p:cNvGrpSpPr/>
        <p:nvPr/>
      </p:nvGrpSpPr>
      <p:grpSpPr>
        <a:xfrm>
          <a:off x="0" y="0"/>
          <a:ext cx="0" cy="0"/>
          <a:chOff x="0" y="0"/>
          <a:chExt cx="0" cy="0"/>
        </a:xfrm>
      </p:grpSpPr>
      <p:sp>
        <p:nvSpPr>
          <p:cNvPr id="3693" name="Google Shape;3693;p162"/>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for the calculator case</a:t>
            </a:r>
            <a:endParaRPr/>
          </a:p>
        </p:txBody>
      </p:sp>
      <p:sp>
        <p:nvSpPr>
          <p:cNvPr id="3694" name="Google Shape;3694;p162"/>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79400" lvl="0" marL="342900" rtl="0" algn="l">
              <a:lnSpc>
                <a:spcPct val="115000"/>
              </a:lnSpc>
              <a:spcBef>
                <a:spcPts val="0"/>
              </a:spcBef>
              <a:spcAft>
                <a:spcPts val="0"/>
              </a:spcAft>
              <a:buClr>
                <a:schemeClr val="lt1"/>
              </a:buClr>
              <a:buSzPts val="1800"/>
              <a:buFont typeface="Arial"/>
              <a:buChar char="●"/>
            </a:pPr>
            <a:r>
              <a:rPr lang="it-IT" sz="1800"/>
              <a:t>suppose we are now entering number 5 into a calculator - meaning multiply whatever is on the display (s ) by 10 and adding 5 to it (if nothing is on the display 0x10=0)</a:t>
            </a:r>
            <a:endParaRPr sz="1800"/>
          </a:p>
          <a:p>
            <a:pPr indent="-342900" lvl="0" marL="342900" rtl="0" algn="l">
              <a:lnSpc>
                <a:spcPct val="115000"/>
              </a:lnSpc>
              <a:spcBef>
                <a:spcPts val="560"/>
              </a:spcBef>
              <a:spcAft>
                <a:spcPts val="0"/>
              </a:spcAft>
              <a:buClr>
                <a:schemeClr val="lt1"/>
              </a:buClr>
              <a:buSzPts val="2800"/>
              <a:buFont typeface="Arial"/>
              <a:buNone/>
            </a:pPr>
            <a:r>
              <a:rPr lang="it-IT" sz="1800"/>
              <a:t>	</a:t>
            </a:r>
            <a:r>
              <a:rPr lang="it-IT" sz="1800">
                <a:solidFill>
                  <a:srgbClr val="66FF33"/>
                </a:solidFill>
              </a:rPr>
              <a:t>I  [</a:t>
            </a:r>
            <a:r>
              <a:rPr i="1" lang="it-IT" sz="1800">
                <a:solidFill>
                  <a:srgbClr val="66FF33"/>
                </a:solidFill>
              </a:rPr>
              <a:t>5</a:t>
            </a:r>
            <a:r>
              <a:rPr lang="it-IT" sz="1800">
                <a:solidFill>
                  <a:srgbClr val="66FF33"/>
                </a:solidFill>
              </a:rPr>
              <a:t> ]  = s </a:t>
            </a:r>
            <a:r>
              <a:rPr lang="it-IT" sz="1800">
                <a:solidFill>
                  <a:srgbClr val="66FF33"/>
                </a:solidFill>
                <a:latin typeface="Noto Sans Symbols"/>
                <a:ea typeface="Noto Sans Symbols"/>
                <a:cs typeface="Noto Sans Symbols"/>
                <a:sym typeface="Noto Sans Symbols"/>
              </a:rPr>
              <a:t>⇒</a:t>
            </a:r>
            <a:r>
              <a:rPr lang="it-IT" sz="1800">
                <a:solidFill>
                  <a:srgbClr val="66FF33"/>
                </a:solidFill>
              </a:rPr>
              <a:t> 10s + 5</a:t>
            </a:r>
            <a:endParaRPr sz="1800"/>
          </a:p>
          <a:p>
            <a:pPr indent="-342900" lvl="0" marL="342900" rtl="0" algn="l">
              <a:lnSpc>
                <a:spcPct val="115000"/>
              </a:lnSpc>
              <a:spcBef>
                <a:spcPts val="560"/>
              </a:spcBef>
              <a:spcAft>
                <a:spcPts val="0"/>
              </a:spcAft>
              <a:buClr>
                <a:schemeClr val="lt1"/>
              </a:buClr>
              <a:buSzPts val="2800"/>
              <a:buFont typeface="Arial"/>
              <a:buNone/>
            </a:pPr>
            <a:r>
              <a:rPr lang="it-IT" sz="1800"/>
              <a:t>in general</a:t>
            </a:r>
            <a:endParaRPr sz="1800"/>
          </a:p>
          <a:p>
            <a:pPr indent="-342900" lvl="0" marL="342900" rtl="0" algn="l">
              <a:lnSpc>
                <a:spcPct val="115000"/>
              </a:lnSpc>
              <a:spcBef>
                <a:spcPts val="560"/>
              </a:spcBef>
              <a:spcAft>
                <a:spcPts val="0"/>
              </a:spcAft>
              <a:buClr>
                <a:schemeClr val="lt1"/>
              </a:buClr>
              <a:buSzPts val="2800"/>
              <a:buFont typeface="Arial"/>
              <a:buNone/>
            </a:pPr>
            <a:r>
              <a:rPr lang="it-IT" sz="1800"/>
              <a:t>	</a:t>
            </a:r>
            <a:r>
              <a:rPr lang="it-IT" sz="1800">
                <a:solidFill>
                  <a:srgbClr val="66FF33"/>
                </a:solidFill>
              </a:rPr>
              <a:t>I  [</a:t>
            </a:r>
            <a:r>
              <a:rPr i="1" lang="it-IT" sz="1800">
                <a:solidFill>
                  <a:srgbClr val="66FF33"/>
                </a:solidFill>
              </a:rPr>
              <a:t>d</a:t>
            </a:r>
            <a:r>
              <a:rPr lang="it-IT" sz="1800">
                <a:solidFill>
                  <a:srgbClr val="66FF33"/>
                </a:solidFill>
              </a:rPr>
              <a:t> ]  = s </a:t>
            </a:r>
            <a:r>
              <a:rPr lang="it-IT" sz="1800">
                <a:solidFill>
                  <a:srgbClr val="66FF33"/>
                </a:solidFill>
                <a:latin typeface="Noto Sans Symbols"/>
                <a:ea typeface="Noto Sans Symbols"/>
                <a:cs typeface="Noto Sans Symbols"/>
                <a:sym typeface="Noto Sans Symbols"/>
              </a:rPr>
              <a:t>⇒</a:t>
            </a:r>
            <a:r>
              <a:rPr lang="it-IT" sz="1800">
                <a:solidFill>
                  <a:srgbClr val="66FF33"/>
                </a:solidFill>
              </a:rPr>
              <a:t> 10s + val(</a:t>
            </a:r>
            <a:r>
              <a:rPr i="1" lang="it-IT" sz="1800">
                <a:solidFill>
                  <a:srgbClr val="66FF33"/>
                </a:solidFill>
              </a:rPr>
              <a:t>d</a:t>
            </a:r>
            <a:r>
              <a:rPr lang="it-IT" sz="1800">
                <a:solidFill>
                  <a:srgbClr val="66FF33"/>
                </a:solidFill>
              </a:rPr>
              <a:t> )</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but if the system is modey a command may </a:t>
            </a:r>
            <a:r>
              <a:rPr lang="it-IT" sz="1800">
                <a:solidFill>
                  <a:srgbClr val="FFFF00"/>
                </a:solidFill>
              </a:rPr>
              <a:t>both</a:t>
            </a:r>
            <a:r>
              <a:rPr lang="it-IT" sz="1800"/>
              <a:t> change the state of the system and its mode, i.e. the meanings of the commands that follow</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8" name="Shape 3698"/>
        <p:cNvGrpSpPr/>
        <p:nvPr/>
      </p:nvGrpSpPr>
      <p:grpSpPr>
        <a:xfrm>
          <a:off x="0" y="0"/>
          <a:ext cx="0" cy="0"/>
          <a:chOff x="0" y="0"/>
          <a:chExt cx="0" cy="0"/>
        </a:xfrm>
      </p:grpSpPr>
      <p:sp>
        <p:nvSpPr>
          <p:cNvPr id="3699" name="Google Shape;3699;p163"/>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seeing through modes</a:t>
            </a:r>
            <a:endParaRPr/>
          </a:p>
        </p:txBody>
      </p:sp>
      <p:sp>
        <p:nvSpPr>
          <p:cNvPr id="3700" name="Google Shape;3700;p163"/>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79400" lvl="0" marL="342900" rtl="0" algn="l">
              <a:lnSpc>
                <a:spcPct val="115000"/>
              </a:lnSpc>
              <a:spcBef>
                <a:spcPts val="0"/>
              </a:spcBef>
              <a:spcAft>
                <a:spcPts val="0"/>
              </a:spcAft>
              <a:buClr>
                <a:schemeClr val="lt1"/>
              </a:buClr>
              <a:buSzPts val="1800"/>
              <a:buFont typeface="Arial"/>
              <a:buChar char="●"/>
            </a:pPr>
            <a:r>
              <a:rPr lang="it-IT" sz="1800"/>
              <a:t>a mode information must also be taken into account (</a:t>
            </a:r>
            <a:r>
              <a:rPr lang="it-IT" sz="1800">
                <a:solidFill>
                  <a:srgbClr val="66FF33"/>
                </a:solidFill>
              </a:rPr>
              <a:t>m </a:t>
            </a:r>
            <a:r>
              <a:rPr lang="it-IT" sz="1800">
                <a:solidFill>
                  <a:srgbClr val="66FF33"/>
                </a:solidFill>
                <a:latin typeface="Noto Sans Symbols"/>
                <a:ea typeface="Noto Sans Symbols"/>
                <a:cs typeface="Noto Sans Symbols"/>
                <a:sym typeface="Noto Sans Symbols"/>
              </a:rPr>
              <a:t>∈</a:t>
            </a:r>
            <a:r>
              <a:rPr lang="it-IT" sz="1800">
                <a:solidFill>
                  <a:srgbClr val="66FF33"/>
                </a:solidFill>
              </a:rPr>
              <a:t> M</a:t>
            </a:r>
            <a:r>
              <a:rPr lang="it-IT" sz="1800"/>
              <a:t>) for the interpretation of a command</a:t>
            </a:r>
            <a:endParaRPr sz="1800"/>
          </a:p>
          <a:p>
            <a:pPr indent="-342900" lvl="0" marL="342900" rtl="0" algn="l">
              <a:lnSpc>
                <a:spcPct val="115000"/>
              </a:lnSpc>
              <a:spcBef>
                <a:spcPts val="560"/>
              </a:spcBef>
              <a:spcAft>
                <a:spcPts val="0"/>
              </a:spcAft>
              <a:buClr>
                <a:schemeClr val="lt1"/>
              </a:buClr>
              <a:buSzPts val="2800"/>
              <a:buFont typeface="Arial"/>
              <a:buNone/>
            </a:pPr>
            <a:r>
              <a:rPr lang="it-IT" sz="1800"/>
              <a:t>	</a:t>
            </a:r>
            <a:r>
              <a:rPr lang="it-IT" sz="1800">
                <a:solidFill>
                  <a:srgbClr val="66FF33"/>
                </a:solidFill>
              </a:rPr>
              <a:t>I  [</a:t>
            </a:r>
            <a:r>
              <a:rPr i="1" lang="it-IT" sz="1800">
                <a:solidFill>
                  <a:srgbClr val="66FF33"/>
                </a:solidFill>
              </a:rPr>
              <a:t>c</a:t>
            </a:r>
            <a:r>
              <a:rPr lang="it-IT" sz="1800">
                <a:solidFill>
                  <a:srgbClr val="66FF33"/>
                </a:solidFill>
              </a:rPr>
              <a:t> ] m </a:t>
            </a:r>
            <a:r>
              <a:rPr lang="it-IT" sz="1800">
                <a:solidFill>
                  <a:srgbClr val="66FF33"/>
                </a:solidFill>
                <a:latin typeface="Noto Sans Symbols"/>
                <a:ea typeface="Noto Sans Symbols"/>
                <a:cs typeface="Noto Sans Symbols"/>
                <a:sym typeface="Noto Sans Symbols"/>
              </a:rPr>
              <a:t>∈ </a:t>
            </a:r>
            <a:r>
              <a:rPr lang="it-IT" sz="1800">
                <a:solidFill>
                  <a:srgbClr val="66FF33"/>
                </a:solidFill>
              </a:rPr>
              <a:t>S </a:t>
            </a:r>
            <a:r>
              <a:rPr lang="it-IT" sz="1800">
                <a:solidFill>
                  <a:srgbClr val="66FF33"/>
                </a:solidFill>
                <a:latin typeface="Noto Sans Symbols"/>
                <a:ea typeface="Noto Sans Symbols"/>
                <a:cs typeface="Noto Sans Symbols"/>
                <a:sym typeface="Noto Sans Symbols"/>
              </a:rPr>
              <a:t>→</a:t>
            </a:r>
            <a:r>
              <a:rPr lang="it-IT" sz="1800">
                <a:solidFill>
                  <a:srgbClr val="66FF33"/>
                </a:solidFill>
              </a:rPr>
              <a:t> (SxM)</a:t>
            </a:r>
            <a:r>
              <a:rPr lang="it-IT" sz="1800"/>
              <a:t> or equivalently</a:t>
            </a:r>
            <a:endParaRPr sz="1800"/>
          </a:p>
          <a:p>
            <a:pPr indent="-342900" lvl="0" marL="342900" rtl="0" algn="l">
              <a:lnSpc>
                <a:spcPct val="115000"/>
              </a:lnSpc>
              <a:spcBef>
                <a:spcPts val="560"/>
              </a:spcBef>
              <a:spcAft>
                <a:spcPts val="0"/>
              </a:spcAft>
              <a:buClr>
                <a:srgbClr val="66FF33"/>
              </a:buClr>
              <a:buSzPts val="2800"/>
              <a:buFont typeface="Arial"/>
              <a:buNone/>
            </a:pPr>
            <a:r>
              <a:rPr lang="it-IT" sz="1800">
                <a:solidFill>
                  <a:srgbClr val="66FF33"/>
                </a:solidFill>
              </a:rPr>
              <a:t>	I  [</a:t>
            </a:r>
            <a:r>
              <a:rPr i="1" lang="it-IT" sz="1800">
                <a:solidFill>
                  <a:srgbClr val="66FF33"/>
                </a:solidFill>
              </a:rPr>
              <a:t>c</a:t>
            </a:r>
            <a:r>
              <a:rPr lang="it-IT" sz="1800">
                <a:solidFill>
                  <a:srgbClr val="66FF33"/>
                </a:solidFill>
              </a:rPr>
              <a:t> ] m </a:t>
            </a:r>
            <a:r>
              <a:rPr lang="it-IT" sz="1800">
                <a:solidFill>
                  <a:srgbClr val="66FF33"/>
                </a:solidFill>
                <a:latin typeface="Noto Sans Symbols"/>
                <a:ea typeface="Noto Sans Symbols"/>
                <a:cs typeface="Noto Sans Symbols"/>
                <a:sym typeface="Noto Sans Symbols"/>
              </a:rPr>
              <a:t>→</a:t>
            </a:r>
            <a:r>
              <a:rPr lang="it-IT" sz="1800">
                <a:solidFill>
                  <a:srgbClr val="66FF33"/>
                </a:solidFill>
              </a:rPr>
              <a:t> (SxM)  </a:t>
            </a:r>
            <a:r>
              <a:rPr lang="it-IT" sz="1800">
                <a:solidFill>
                  <a:srgbClr val="66FF33"/>
                </a:solidFill>
                <a:latin typeface="Noto Sans Symbols"/>
                <a:ea typeface="Noto Sans Symbols"/>
                <a:cs typeface="Noto Sans Symbols"/>
                <a:sym typeface="Noto Sans Symbols"/>
              </a:rPr>
              <a:t>→</a:t>
            </a:r>
            <a:r>
              <a:rPr lang="it-IT" sz="1800">
                <a:solidFill>
                  <a:srgbClr val="66FF33"/>
                </a:solidFill>
              </a:rPr>
              <a:t> (SxM)</a:t>
            </a:r>
            <a:r>
              <a:rPr lang="it-IT" sz="1800"/>
              <a:t> </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example: a calculator may operate in "decimal" mode or in "hexadecimal" mode, the input digit does not alter the mode m (10 or 16)</a:t>
            </a:r>
            <a:endParaRPr sz="1800"/>
          </a:p>
          <a:p>
            <a:pPr indent="-342900" lvl="0" marL="342900" rtl="0" algn="l">
              <a:lnSpc>
                <a:spcPct val="115000"/>
              </a:lnSpc>
              <a:spcBef>
                <a:spcPts val="560"/>
              </a:spcBef>
              <a:spcAft>
                <a:spcPts val="0"/>
              </a:spcAft>
              <a:buClr>
                <a:schemeClr val="lt1"/>
              </a:buClr>
              <a:buSzPts val="2800"/>
              <a:buFont typeface="Arial"/>
              <a:buNone/>
            </a:pPr>
            <a:r>
              <a:rPr lang="it-IT" sz="1800"/>
              <a:t>	</a:t>
            </a:r>
            <a:r>
              <a:rPr lang="it-IT" sz="1800">
                <a:solidFill>
                  <a:srgbClr val="66FF33"/>
                </a:solidFill>
              </a:rPr>
              <a:t>I  [</a:t>
            </a:r>
            <a:r>
              <a:rPr i="1" lang="it-IT" sz="1800">
                <a:solidFill>
                  <a:srgbClr val="66FF33"/>
                </a:solidFill>
              </a:rPr>
              <a:t>d</a:t>
            </a:r>
            <a:r>
              <a:rPr lang="it-IT" sz="1800">
                <a:solidFill>
                  <a:srgbClr val="66FF33"/>
                </a:solidFill>
              </a:rPr>
              <a:t> ] m = s </a:t>
            </a:r>
            <a:r>
              <a:rPr lang="it-IT" sz="1800">
                <a:solidFill>
                  <a:srgbClr val="66FF33"/>
                </a:solidFill>
                <a:latin typeface="Noto Sans Symbols"/>
                <a:ea typeface="Noto Sans Symbols"/>
                <a:cs typeface="Noto Sans Symbols"/>
                <a:sym typeface="Noto Sans Symbols"/>
              </a:rPr>
              <a:t>⇒</a:t>
            </a:r>
            <a:r>
              <a:rPr lang="it-IT" sz="1800">
                <a:solidFill>
                  <a:srgbClr val="66FF33"/>
                </a:solidFill>
              </a:rPr>
              <a:t> (ms + val(</a:t>
            </a:r>
            <a:r>
              <a:rPr i="1" lang="it-IT" sz="1800">
                <a:solidFill>
                  <a:srgbClr val="66FF33"/>
                </a:solidFill>
              </a:rPr>
              <a:t>d </a:t>
            </a:r>
            <a:r>
              <a:rPr lang="it-IT" sz="1800">
                <a:solidFill>
                  <a:srgbClr val="66FF33"/>
                </a:solidFill>
              </a:rPr>
              <a:t>), m)</a:t>
            </a:r>
            <a:endParaRPr sz="1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4" name="Shape 3704"/>
        <p:cNvGrpSpPr/>
        <p:nvPr/>
      </p:nvGrpSpPr>
      <p:grpSpPr>
        <a:xfrm>
          <a:off x="0" y="0"/>
          <a:ext cx="0" cy="0"/>
          <a:chOff x="0" y="0"/>
          <a:chExt cx="0" cy="0"/>
        </a:xfrm>
      </p:grpSpPr>
      <p:sp>
        <p:nvSpPr>
          <p:cNvPr id="3705" name="Google Shape;3705;p164"/>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insert or type?</a:t>
            </a:r>
            <a:endParaRPr/>
          </a:p>
        </p:txBody>
      </p:sp>
      <p:sp>
        <p:nvSpPr>
          <p:cNvPr id="3706" name="Google Shape;3706;p164"/>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10000"/>
          </a:bodyPr>
          <a:lstStyle/>
          <a:p>
            <a:pPr indent="-308610" lvl="0" marL="342900" rtl="0" algn="l">
              <a:lnSpc>
                <a:spcPct val="115000"/>
              </a:lnSpc>
              <a:spcBef>
                <a:spcPts val="0"/>
              </a:spcBef>
              <a:spcAft>
                <a:spcPts val="0"/>
              </a:spcAft>
              <a:buClr>
                <a:schemeClr val="lt1"/>
              </a:buClr>
              <a:buSzPct val="100000"/>
              <a:buFont typeface="Arial"/>
              <a:buChar char="●"/>
            </a:pPr>
            <a:r>
              <a:rPr lang="it-IT" sz="2400"/>
              <a:t>another example: a word processor may use</a:t>
            </a:r>
            <a:r>
              <a:rPr lang="it-IT" sz="2400">
                <a:solidFill>
                  <a:srgbClr val="66FF33"/>
                </a:solidFill>
              </a:rPr>
              <a:t> </a:t>
            </a:r>
            <a:r>
              <a:rPr i="1" lang="it-IT" sz="2400">
                <a:solidFill>
                  <a:srgbClr val="66FF33"/>
                </a:solidFill>
              </a:rPr>
              <a:t>i</a:t>
            </a:r>
            <a:r>
              <a:rPr lang="it-IT" sz="2400">
                <a:solidFill>
                  <a:srgbClr val="66FF33"/>
                </a:solidFill>
              </a:rPr>
              <a:t>  </a:t>
            </a:r>
            <a:r>
              <a:rPr lang="it-IT" sz="2400"/>
              <a:t>as a command for "</a:t>
            </a:r>
            <a:r>
              <a:rPr lang="it-IT" sz="2400">
                <a:solidFill>
                  <a:srgbClr val="FFFF00"/>
                </a:solidFill>
              </a:rPr>
              <a:t>insert</a:t>
            </a:r>
            <a:r>
              <a:rPr lang="it-IT" sz="2400"/>
              <a:t>" or</a:t>
            </a:r>
            <a:r>
              <a:rPr i="1" lang="it-IT" sz="2400"/>
              <a:t> </a:t>
            </a:r>
            <a:r>
              <a:rPr i="1" lang="it-IT" sz="2400">
                <a:solidFill>
                  <a:srgbClr val="66FF33"/>
                </a:solidFill>
              </a:rPr>
              <a:t>i</a:t>
            </a:r>
            <a:r>
              <a:rPr lang="it-IT" sz="2400"/>
              <a:t>  as a letter to be </a:t>
            </a:r>
            <a:r>
              <a:rPr lang="it-IT" sz="2400">
                <a:solidFill>
                  <a:srgbClr val="FFFF00"/>
                </a:solidFill>
              </a:rPr>
              <a:t>written</a:t>
            </a:r>
            <a:r>
              <a:rPr lang="it-IT" sz="2400"/>
              <a:t> in the text ... very confusing!</a:t>
            </a:r>
            <a:endParaRPr/>
          </a:p>
          <a:p>
            <a:pPr indent="-342900" lvl="0" marL="342900" rtl="0" algn="l">
              <a:lnSpc>
                <a:spcPct val="115000"/>
              </a:lnSpc>
              <a:spcBef>
                <a:spcPts val="480"/>
              </a:spcBef>
              <a:spcAft>
                <a:spcPts val="0"/>
              </a:spcAft>
              <a:buClr>
                <a:schemeClr val="lt1"/>
              </a:buClr>
              <a:buSzPct val="100000"/>
              <a:buFont typeface="Arial"/>
              <a:buNone/>
            </a:pPr>
            <a:r>
              <a:t/>
            </a:r>
            <a:endParaRPr sz="2400"/>
          </a:p>
          <a:p>
            <a:pPr indent="-342900" lvl="0" marL="342900" rtl="0" algn="l">
              <a:lnSpc>
                <a:spcPct val="115000"/>
              </a:lnSpc>
              <a:spcBef>
                <a:spcPts val="480"/>
              </a:spcBef>
              <a:spcAft>
                <a:spcPts val="0"/>
              </a:spcAft>
              <a:buClr>
                <a:schemeClr val="lt1"/>
              </a:buClr>
              <a:buSzPct val="100000"/>
              <a:buFont typeface="Arial"/>
              <a:buNone/>
            </a:pPr>
            <a:r>
              <a:rPr lang="it-IT" sz="2400"/>
              <a:t>	</a:t>
            </a:r>
            <a:r>
              <a:rPr lang="it-IT" sz="2400">
                <a:solidFill>
                  <a:srgbClr val="66FF33"/>
                </a:solidFill>
              </a:rPr>
              <a:t>I  [</a:t>
            </a:r>
            <a:r>
              <a:rPr i="1" lang="it-IT" sz="2400">
                <a:solidFill>
                  <a:srgbClr val="66FF33"/>
                </a:solidFill>
              </a:rPr>
              <a:t>i</a:t>
            </a:r>
            <a:r>
              <a:rPr lang="it-IT" sz="2400">
                <a:solidFill>
                  <a:srgbClr val="66FF33"/>
                </a:solidFill>
              </a:rPr>
              <a:t> ] m = s </a:t>
            </a:r>
            <a:r>
              <a:rPr lang="it-IT" sz="2400">
                <a:solidFill>
                  <a:srgbClr val="66FF33"/>
                </a:solidFill>
                <a:latin typeface="Noto Sans Symbols"/>
                <a:ea typeface="Noto Sans Symbols"/>
                <a:cs typeface="Noto Sans Symbols"/>
                <a:sym typeface="Noto Sans Symbols"/>
              </a:rPr>
              <a:t>⇒</a:t>
            </a:r>
            <a:r>
              <a:rPr lang="it-IT" sz="2400">
                <a:solidFill>
                  <a:srgbClr val="66FF33"/>
                </a:solidFill>
              </a:rPr>
              <a:t> (s '+ val(</a:t>
            </a:r>
            <a:r>
              <a:rPr i="1" lang="it-IT" sz="2400">
                <a:solidFill>
                  <a:srgbClr val="66FF33"/>
                </a:solidFill>
              </a:rPr>
              <a:t>i</a:t>
            </a:r>
            <a:r>
              <a:rPr lang="it-IT" sz="2400">
                <a:solidFill>
                  <a:srgbClr val="66FF33"/>
                </a:solidFill>
              </a:rPr>
              <a:t> ), m+1)</a:t>
            </a:r>
            <a:endParaRPr/>
          </a:p>
          <a:p>
            <a:pPr indent="-342900" lvl="0" marL="342900" rtl="0" algn="l">
              <a:lnSpc>
                <a:spcPct val="115000"/>
              </a:lnSpc>
              <a:spcBef>
                <a:spcPts val="480"/>
              </a:spcBef>
              <a:spcAft>
                <a:spcPts val="0"/>
              </a:spcAft>
              <a:buClr>
                <a:schemeClr val="lt1"/>
              </a:buClr>
              <a:buSzPct val="100000"/>
              <a:buFont typeface="Arial"/>
              <a:buNone/>
            </a:pPr>
            <a:r>
              <a:t/>
            </a:r>
            <a:endParaRPr sz="2400">
              <a:solidFill>
                <a:srgbClr val="66FF33"/>
              </a:solidFill>
            </a:endParaRPr>
          </a:p>
          <a:p>
            <a:pPr indent="-308610" lvl="0" marL="342900" rtl="0" algn="l">
              <a:lnSpc>
                <a:spcPct val="115000"/>
              </a:lnSpc>
              <a:spcBef>
                <a:spcPts val="480"/>
              </a:spcBef>
              <a:spcAft>
                <a:spcPts val="0"/>
              </a:spcAft>
              <a:buClr>
                <a:schemeClr val="lt1"/>
              </a:buClr>
              <a:buSzPct val="100000"/>
              <a:buFont typeface="Arial"/>
              <a:buChar char="●"/>
            </a:pPr>
            <a:r>
              <a:rPr lang="it-IT" sz="2400"/>
              <a:t>the</a:t>
            </a:r>
            <a:r>
              <a:rPr lang="it-IT" sz="2400">
                <a:solidFill>
                  <a:srgbClr val="66FF33"/>
                </a:solidFill>
              </a:rPr>
              <a:t> </a:t>
            </a:r>
            <a:r>
              <a:rPr i="1" lang="it-IT" sz="2400">
                <a:solidFill>
                  <a:srgbClr val="66FF33"/>
                </a:solidFill>
              </a:rPr>
              <a:t>i </a:t>
            </a:r>
            <a:r>
              <a:rPr lang="it-IT" sz="2400"/>
              <a:t> key has a meaning which depends on where it is inserted and it affects the meaning of the subsequent commands, the cursor position being represented by </a:t>
            </a:r>
            <a:r>
              <a:rPr lang="it-IT" sz="2400">
                <a:solidFill>
                  <a:srgbClr val="66FF33"/>
                </a:solidFill>
              </a:rPr>
              <a:t>m</a:t>
            </a:r>
            <a:endParaRPr/>
          </a:p>
          <a:p>
            <a:pPr indent="-308610" lvl="0" marL="342900" rtl="0" algn="l">
              <a:lnSpc>
                <a:spcPct val="115000"/>
              </a:lnSpc>
              <a:spcBef>
                <a:spcPts val="480"/>
              </a:spcBef>
              <a:spcAft>
                <a:spcPts val="0"/>
              </a:spcAft>
              <a:buClr>
                <a:schemeClr val="lt1"/>
              </a:buClr>
              <a:buSzPct val="100000"/>
              <a:buFont typeface="Arial"/>
              <a:buChar char="●"/>
            </a:pPr>
            <a:r>
              <a:rPr lang="it-IT" sz="2400"/>
              <a:t>if we have typed</a:t>
            </a:r>
            <a:r>
              <a:rPr i="1" lang="it-IT" sz="2400"/>
              <a:t> </a:t>
            </a:r>
            <a:r>
              <a:rPr i="1" lang="it-IT" sz="2400">
                <a:solidFill>
                  <a:srgbClr val="66FF33"/>
                </a:solidFill>
              </a:rPr>
              <a:t>i</a:t>
            </a:r>
            <a:r>
              <a:rPr lang="it-IT" sz="2400"/>
              <a:t>  what happens next is that any letter will be inserted to the right of the cursor position </a:t>
            </a:r>
            <a:r>
              <a:rPr lang="it-IT" sz="2400">
                <a:solidFill>
                  <a:srgbClr val="66FF33"/>
                </a:solidFill>
              </a:rPr>
              <a:t>(m+1)</a:t>
            </a:r>
            <a:r>
              <a:rPr lang="it-IT" sz="2400"/>
              <a:t>, </a:t>
            </a:r>
            <a:r>
              <a:rPr lang="it-IT" sz="2400">
                <a:solidFill>
                  <a:srgbClr val="66FF33"/>
                </a:solidFill>
              </a:rPr>
              <a:t>s'</a:t>
            </a:r>
            <a:r>
              <a:rPr lang="it-IT" sz="2400"/>
              <a:t> would be the new state based on the old </a:t>
            </a:r>
            <a:r>
              <a:rPr lang="it-IT" sz="2400">
                <a:solidFill>
                  <a:srgbClr val="66FF33"/>
                </a:solidFill>
              </a:rPr>
              <a:t>s</a:t>
            </a:r>
            <a:r>
              <a:rPr lang="it-IT" sz="2400"/>
              <a:t> but including the letter </a:t>
            </a:r>
            <a:r>
              <a:rPr lang="it-IT" sz="2400">
                <a:solidFill>
                  <a:srgbClr val="66FF33"/>
                </a:solidFill>
              </a:rPr>
              <a:t>i</a:t>
            </a:r>
            <a:r>
              <a:rPr lang="it-IT" sz="2400"/>
              <a:t>  at position m</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0" name="Shape 3710"/>
        <p:cNvGrpSpPr/>
        <p:nvPr/>
      </p:nvGrpSpPr>
      <p:grpSpPr>
        <a:xfrm>
          <a:off x="0" y="0"/>
          <a:ext cx="0" cy="0"/>
          <a:chOff x="0" y="0"/>
          <a:chExt cx="0" cy="0"/>
        </a:xfrm>
      </p:grpSpPr>
      <p:sp>
        <p:nvSpPr>
          <p:cNvPr id="3711" name="Google Shape;3711;p165"/>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solution</a:t>
            </a:r>
            <a:endParaRPr/>
          </a:p>
        </p:txBody>
      </p:sp>
      <p:sp>
        <p:nvSpPr>
          <p:cNvPr id="3712" name="Google Shape;3712;p165"/>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79400" lvl="0" marL="342900" rtl="0" algn="l">
              <a:lnSpc>
                <a:spcPct val="115000"/>
              </a:lnSpc>
              <a:spcBef>
                <a:spcPts val="0"/>
              </a:spcBef>
              <a:spcAft>
                <a:spcPts val="0"/>
              </a:spcAft>
              <a:buClr>
                <a:schemeClr val="lt1"/>
              </a:buClr>
              <a:buSzPts val="1800"/>
              <a:buFont typeface="Arial"/>
              <a:buChar char="●"/>
            </a:pPr>
            <a:r>
              <a:rPr lang="it-IT" sz="1800"/>
              <a:t>the cursor position is always visible to the user, we could include it in the state</a:t>
            </a:r>
            <a:r>
              <a:rPr lang="it-IT" sz="1800">
                <a:solidFill>
                  <a:srgbClr val="66FF33"/>
                </a:solidFill>
              </a:rPr>
              <a:t> S</a:t>
            </a:r>
            <a:r>
              <a:rPr lang="it-IT" sz="1800"/>
              <a:t> so as to make the word processor modeless, in this case we would have</a:t>
            </a:r>
            <a:endParaRPr sz="1800"/>
          </a:p>
          <a:p>
            <a:pPr indent="-342900" lvl="0" marL="342900" rtl="0" algn="l">
              <a:lnSpc>
                <a:spcPct val="115000"/>
              </a:lnSpc>
              <a:spcBef>
                <a:spcPts val="560"/>
              </a:spcBef>
              <a:spcAft>
                <a:spcPts val="0"/>
              </a:spcAft>
              <a:buClr>
                <a:schemeClr val="lt1"/>
              </a:buClr>
              <a:buSzPts val="2800"/>
              <a:buFont typeface="Arial"/>
              <a:buNone/>
            </a:pPr>
            <a:r>
              <a:t/>
            </a:r>
            <a:endParaRPr sz="1800"/>
          </a:p>
          <a:p>
            <a:pPr indent="-342900" lvl="0" marL="342900" rtl="0" algn="l">
              <a:lnSpc>
                <a:spcPct val="115000"/>
              </a:lnSpc>
              <a:spcBef>
                <a:spcPts val="560"/>
              </a:spcBef>
              <a:spcAft>
                <a:spcPts val="0"/>
              </a:spcAft>
              <a:buClr>
                <a:schemeClr val="lt1"/>
              </a:buClr>
              <a:buSzPts val="2800"/>
              <a:buFont typeface="Arial"/>
              <a:buNone/>
            </a:pPr>
            <a:r>
              <a:rPr lang="it-IT" sz="1800"/>
              <a:t>	</a:t>
            </a:r>
            <a:r>
              <a:rPr lang="it-IT" sz="1800">
                <a:solidFill>
                  <a:srgbClr val="66FF33"/>
                </a:solidFill>
              </a:rPr>
              <a:t>I' [</a:t>
            </a:r>
            <a:r>
              <a:rPr i="1" lang="it-IT" sz="1800">
                <a:solidFill>
                  <a:srgbClr val="66FF33"/>
                </a:solidFill>
              </a:rPr>
              <a:t>c</a:t>
            </a:r>
            <a:r>
              <a:rPr lang="it-IT" sz="1800">
                <a:solidFill>
                  <a:srgbClr val="66FF33"/>
                </a:solidFill>
              </a:rPr>
              <a:t> ] </a:t>
            </a:r>
            <a:r>
              <a:rPr lang="it-IT" sz="1800">
                <a:solidFill>
                  <a:srgbClr val="66FF33"/>
                </a:solidFill>
                <a:latin typeface="Noto Sans Symbols"/>
                <a:ea typeface="Noto Sans Symbols"/>
                <a:cs typeface="Noto Sans Symbols"/>
                <a:sym typeface="Noto Sans Symbols"/>
              </a:rPr>
              <a:t>∈</a:t>
            </a:r>
            <a:r>
              <a:rPr lang="it-IT" sz="1800">
                <a:solidFill>
                  <a:srgbClr val="66FF33"/>
                </a:solidFill>
              </a:rPr>
              <a:t>S' </a:t>
            </a:r>
            <a:r>
              <a:rPr lang="it-IT" sz="1800">
                <a:solidFill>
                  <a:srgbClr val="66FF33"/>
                </a:solidFill>
                <a:latin typeface="Noto Sans Symbols"/>
                <a:ea typeface="Noto Sans Symbols"/>
                <a:cs typeface="Noto Sans Symbols"/>
                <a:sym typeface="Noto Sans Symbols"/>
              </a:rPr>
              <a:t>→ </a:t>
            </a:r>
            <a:r>
              <a:rPr lang="it-IT" sz="1800">
                <a:solidFill>
                  <a:srgbClr val="66FF33"/>
                </a:solidFill>
              </a:rPr>
              <a:t>S '</a:t>
            </a:r>
            <a:r>
              <a:rPr lang="it-IT" sz="1800"/>
              <a:t>  where </a:t>
            </a:r>
            <a:r>
              <a:rPr lang="it-IT" sz="1800">
                <a:solidFill>
                  <a:srgbClr val="66FF33"/>
                </a:solidFill>
              </a:rPr>
              <a:t>S'= SxM</a:t>
            </a:r>
            <a:r>
              <a:rPr lang="it-IT" sz="1800"/>
              <a:t> this new state set conceals the mode</a:t>
            </a:r>
            <a:r>
              <a:rPr lang="it-IT" sz="1800">
                <a:solidFill>
                  <a:srgbClr val="66FF33"/>
                </a:solidFill>
              </a:rPr>
              <a:t> M</a:t>
            </a:r>
            <a:r>
              <a:rPr lang="it-IT" sz="1800"/>
              <a:t> and now </a:t>
            </a:r>
            <a:r>
              <a:rPr lang="it-IT" sz="1800">
                <a:solidFill>
                  <a:srgbClr val="66FF33"/>
                </a:solidFill>
              </a:rPr>
              <a:t>I'</a:t>
            </a:r>
            <a:r>
              <a:rPr lang="it-IT" sz="1800"/>
              <a:t>  has a modeless form</a:t>
            </a:r>
            <a:endParaRPr sz="18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6" name="Shape 3716"/>
        <p:cNvGrpSpPr/>
        <p:nvPr/>
      </p:nvGrpSpPr>
      <p:grpSpPr>
        <a:xfrm>
          <a:off x="0" y="0"/>
          <a:ext cx="0" cy="0"/>
          <a:chOff x="0" y="0"/>
          <a:chExt cx="0" cy="0"/>
        </a:xfrm>
      </p:grpSpPr>
      <p:sp>
        <p:nvSpPr>
          <p:cNvPr id="3717" name="Google Shape;3717;p166"/>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bottlenecks locate modes</a:t>
            </a:r>
            <a:endParaRPr/>
          </a:p>
        </p:txBody>
      </p:sp>
      <p:sp>
        <p:nvSpPr>
          <p:cNvPr id="3718" name="Google Shape;3718;p166"/>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79400" lvl="0" marL="342900" rtl="0" algn="l">
              <a:lnSpc>
                <a:spcPct val="115000"/>
              </a:lnSpc>
              <a:spcBef>
                <a:spcPts val="0"/>
              </a:spcBef>
              <a:spcAft>
                <a:spcPts val="0"/>
              </a:spcAft>
              <a:buClr>
                <a:schemeClr val="lt1"/>
              </a:buClr>
              <a:buSzPts val="1800"/>
              <a:buFont typeface="Arial"/>
              <a:buChar char="●"/>
            </a:pPr>
            <a:r>
              <a:rPr lang="it-IT" sz="1800"/>
              <a:t>to what extent can the mode be treated as a part of the system's state? the state can be factored in many ways...</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perhaps we may define the mode as a </a:t>
            </a:r>
            <a:r>
              <a:rPr lang="it-IT" sz="1800">
                <a:solidFill>
                  <a:srgbClr val="FFFF00"/>
                </a:solidFill>
              </a:rPr>
              <a:t>dependence on any info</a:t>
            </a:r>
            <a:r>
              <a:rPr lang="it-IT" sz="1800"/>
              <a:t>, data or procedure that is </a:t>
            </a:r>
            <a:r>
              <a:rPr lang="it-IT" sz="1800" u="sng"/>
              <a:t>not apparent to the user</a:t>
            </a:r>
            <a:r>
              <a:rPr lang="it-IT" sz="1800"/>
              <a:t> (usability point of view)</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	</a:t>
            </a:r>
            <a:r>
              <a:rPr lang="it-IT" sz="1800">
                <a:solidFill>
                  <a:srgbClr val="66FF33"/>
                </a:solidFill>
              </a:rPr>
              <a:t>I'  [c ] </a:t>
            </a:r>
            <a:r>
              <a:rPr lang="it-IT" sz="1800">
                <a:solidFill>
                  <a:srgbClr val="66FF33"/>
                </a:solidFill>
                <a:latin typeface="Noto Sans Symbols"/>
                <a:ea typeface="Noto Sans Symbols"/>
                <a:cs typeface="Noto Sans Symbols"/>
                <a:sym typeface="Noto Sans Symbols"/>
              </a:rPr>
              <a:t>∈</a:t>
            </a:r>
            <a:r>
              <a:rPr lang="it-IT" sz="1800">
                <a:solidFill>
                  <a:srgbClr val="66FF33"/>
                </a:solidFill>
              </a:rPr>
              <a:t>S' </a:t>
            </a:r>
            <a:r>
              <a:rPr lang="it-IT" sz="1800">
                <a:solidFill>
                  <a:srgbClr val="66FF33"/>
                </a:solidFill>
                <a:latin typeface="Noto Sans Symbols"/>
                <a:ea typeface="Noto Sans Symbols"/>
                <a:cs typeface="Noto Sans Symbols"/>
                <a:sym typeface="Noto Sans Symbols"/>
              </a:rPr>
              <a:t>→ </a:t>
            </a:r>
            <a:r>
              <a:rPr lang="it-IT" sz="1800">
                <a:solidFill>
                  <a:srgbClr val="66FF33"/>
                </a:solidFill>
              </a:rPr>
              <a:t>S '</a:t>
            </a:r>
            <a:r>
              <a:rPr lang="it-IT" sz="1800"/>
              <a:t>  is modeless but if the component</a:t>
            </a:r>
            <a:r>
              <a:rPr lang="it-IT" sz="1800">
                <a:solidFill>
                  <a:srgbClr val="66FF33"/>
                </a:solidFill>
              </a:rPr>
              <a:t> M</a:t>
            </a:r>
            <a:r>
              <a:rPr lang="it-IT" sz="1800"/>
              <a:t> of </a:t>
            </a:r>
            <a:r>
              <a:rPr lang="it-IT" sz="1800">
                <a:solidFill>
                  <a:srgbClr val="66FF33"/>
                </a:solidFill>
              </a:rPr>
              <a:t>S'</a:t>
            </a:r>
            <a:r>
              <a:rPr lang="it-IT" sz="1800"/>
              <a:t> is concealed to the user then, the system is modey</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what to </a:t>
            </a:r>
            <a:r>
              <a:rPr lang="it-IT" sz="1800">
                <a:solidFill>
                  <a:srgbClr val="FFFF00"/>
                </a:solidFill>
              </a:rPr>
              <a:t>conceal</a:t>
            </a:r>
            <a:r>
              <a:rPr lang="it-IT" sz="1800"/>
              <a:t> and what to </a:t>
            </a:r>
            <a:r>
              <a:rPr lang="it-IT" sz="1800">
                <a:solidFill>
                  <a:srgbClr val="FFFF00"/>
                </a:solidFill>
              </a:rPr>
              <a:t>show</a:t>
            </a:r>
            <a:r>
              <a:rPr lang="it-IT" sz="1800"/>
              <a:t> this is Hamlet's dilemma in interface design</a:t>
            </a:r>
            <a:endParaRPr sz="18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2" name="Shape 3722"/>
        <p:cNvGrpSpPr/>
        <p:nvPr/>
      </p:nvGrpSpPr>
      <p:grpSpPr>
        <a:xfrm>
          <a:off x="0" y="0"/>
          <a:ext cx="0" cy="0"/>
          <a:chOff x="0" y="0"/>
          <a:chExt cx="0" cy="0"/>
        </a:xfrm>
      </p:grpSpPr>
      <p:sp>
        <p:nvSpPr>
          <p:cNvPr id="3723" name="Google Shape;3723;p167"/>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Some conclusions</a:t>
            </a:r>
            <a:endParaRPr/>
          </a:p>
        </p:txBody>
      </p:sp>
      <p:sp>
        <p:nvSpPr>
          <p:cNvPr id="3724" name="Google Shape;3724;p167"/>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20000"/>
          </a:bodyPr>
          <a:lstStyle/>
          <a:p>
            <a:pPr indent="-308610" lvl="0" marL="342900" rtl="0" algn="l">
              <a:lnSpc>
                <a:spcPct val="115000"/>
              </a:lnSpc>
              <a:spcBef>
                <a:spcPts val="0"/>
              </a:spcBef>
              <a:spcAft>
                <a:spcPts val="0"/>
              </a:spcAft>
              <a:buClr>
                <a:schemeClr val="lt1"/>
              </a:buClr>
              <a:buSzPct val="100000"/>
              <a:buFont typeface="Arial"/>
              <a:buChar char="●"/>
            </a:pPr>
            <a:r>
              <a:rPr lang="it-IT" sz="2400"/>
              <a:t>the quickest way to make something </a:t>
            </a:r>
            <a:r>
              <a:rPr lang="it-IT" sz="2400">
                <a:solidFill>
                  <a:srgbClr val="FFFF00"/>
                </a:solidFill>
              </a:rPr>
              <a:t>incomprehensible</a:t>
            </a:r>
            <a:r>
              <a:rPr lang="it-IT" sz="2400"/>
              <a:t> is to conceal something from the user, even better if what is concealed keeps changing: modes</a:t>
            </a:r>
            <a:endParaRPr/>
          </a:p>
          <a:p>
            <a:pPr indent="-308610" lvl="0" marL="342900" rtl="0" algn="l">
              <a:lnSpc>
                <a:spcPct val="115000"/>
              </a:lnSpc>
              <a:spcBef>
                <a:spcPts val="480"/>
              </a:spcBef>
              <a:spcAft>
                <a:spcPts val="0"/>
              </a:spcAft>
              <a:buClr>
                <a:schemeClr val="lt1"/>
              </a:buClr>
              <a:buSzPct val="100000"/>
              <a:buFont typeface="Arial"/>
              <a:buChar char="●"/>
            </a:pPr>
            <a:r>
              <a:rPr lang="it-IT" sz="2400"/>
              <a:t>information not transferred between user &amp; computer increases </a:t>
            </a:r>
            <a:r>
              <a:rPr lang="it-IT" sz="2400">
                <a:solidFill>
                  <a:srgbClr val="FFFF00"/>
                </a:solidFill>
              </a:rPr>
              <a:t>modiness</a:t>
            </a:r>
            <a:endParaRPr/>
          </a:p>
          <a:p>
            <a:pPr indent="-308610" lvl="0" marL="342900" rtl="0" algn="l">
              <a:lnSpc>
                <a:spcPct val="115000"/>
              </a:lnSpc>
              <a:spcBef>
                <a:spcPts val="480"/>
              </a:spcBef>
              <a:spcAft>
                <a:spcPts val="0"/>
              </a:spcAft>
              <a:buClr>
                <a:srgbClr val="FFFF00"/>
              </a:buClr>
              <a:buSzPct val="100000"/>
              <a:buFont typeface="Arial"/>
              <a:buChar char="●"/>
            </a:pPr>
            <a:r>
              <a:rPr lang="it-IT" sz="2400">
                <a:solidFill>
                  <a:srgbClr val="FFFF00"/>
                </a:solidFill>
              </a:rPr>
              <a:t>WYSIWYG</a:t>
            </a:r>
            <a:r>
              <a:rPr lang="it-IT" sz="2400"/>
              <a:t> is a protypical guep</a:t>
            </a:r>
            <a:endParaRPr/>
          </a:p>
          <a:p>
            <a:pPr indent="-308610" lvl="0" marL="342900" rtl="0" algn="l">
              <a:lnSpc>
                <a:spcPct val="115000"/>
              </a:lnSpc>
              <a:spcBef>
                <a:spcPts val="480"/>
              </a:spcBef>
              <a:spcAft>
                <a:spcPts val="0"/>
              </a:spcAft>
              <a:buClr>
                <a:schemeClr val="lt1"/>
              </a:buClr>
              <a:buSzPct val="100000"/>
              <a:buFont typeface="Arial"/>
              <a:buChar char="●"/>
            </a:pPr>
            <a:r>
              <a:rPr lang="it-IT" sz="2400"/>
              <a:t>the user is inspired to confidence (no hidden tricks)</a:t>
            </a:r>
            <a:endParaRPr/>
          </a:p>
          <a:p>
            <a:pPr indent="-308610" lvl="0" marL="342900" rtl="0" algn="l">
              <a:lnSpc>
                <a:spcPct val="115000"/>
              </a:lnSpc>
              <a:spcBef>
                <a:spcPts val="480"/>
              </a:spcBef>
              <a:spcAft>
                <a:spcPts val="0"/>
              </a:spcAft>
              <a:buClr>
                <a:schemeClr val="lt1"/>
              </a:buClr>
              <a:buSzPct val="100000"/>
              <a:buFont typeface="Arial"/>
              <a:buChar char="●"/>
            </a:pPr>
            <a:r>
              <a:rPr lang="it-IT" sz="2400"/>
              <a:t>system model can be understood</a:t>
            </a:r>
            <a:endParaRPr/>
          </a:p>
          <a:p>
            <a:pPr indent="-308610" lvl="0" marL="342900" rtl="0" algn="l">
              <a:lnSpc>
                <a:spcPct val="115000"/>
              </a:lnSpc>
              <a:spcBef>
                <a:spcPts val="480"/>
              </a:spcBef>
              <a:spcAft>
                <a:spcPts val="0"/>
              </a:spcAft>
              <a:buClr>
                <a:schemeClr val="lt1"/>
              </a:buClr>
              <a:buSzPct val="100000"/>
              <a:buFont typeface="Arial"/>
              <a:buChar char="●"/>
            </a:pPr>
            <a:r>
              <a:rPr lang="it-IT" sz="2400"/>
              <a:t>user may generalize his knowledge</a:t>
            </a:r>
            <a:endParaRPr/>
          </a:p>
          <a:p>
            <a:pPr indent="-308610" lvl="0" marL="342900" rtl="0" algn="l">
              <a:lnSpc>
                <a:spcPct val="115000"/>
              </a:lnSpc>
              <a:spcBef>
                <a:spcPts val="480"/>
              </a:spcBef>
              <a:spcAft>
                <a:spcPts val="0"/>
              </a:spcAft>
              <a:buClr>
                <a:schemeClr val="lt1"/>
              </a:buClr>
              <a:buSzPct val="100000"/>
              <a:buFont typeface="Arial"/>
              <a:buChar char="●"/>
            </a:pPr>
            <a:r>
              <a:rPr lang="it-IT" sz="2400"/>
              <a:t>"out of sight out of mind": if something is out of sight make sure the user can operate with it out of mind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History of Internet Class for College by Slidesgo">
  <a:themeElements>
    <a:clrScheme name="Simple Light">
      <a:dk1>
        <a:srgbClr val="000000"/>
      </a:dk1>
      <a:lt1>
        <a:srgbClr val="F3F3F3"/>
      </a:lt1>
      <a:dk2>
        <a:srgbClr val="00183A"/>
      </a:dk2>
      <a:lt2>
        <a:srgbClr val="012060"/>
      </a:lt2>
      <a:accent1>
        <a:srgbClr val="022E88"/>
      </a:accent1>
      <a:accent2>
        <a:srgbClr val="006AFF"/>
      </a:accent2>
      <a:accent3>
        <a:srgbClr val="0182AA"/>
      </a:accent3>
      <a:accent4>
        <a:srgbClr val="20F8FD"/>
      </a:accent4>
      <a:accent5>
        <a:srgbClr val="748BFF"/>
      </a:accent5>
      <a:accent6>
        <a:srgbClr val="7659FF"/>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istory of Internet Class for College by Slidesgo">
  <a:themeElements>
    <a:clrScheme name="Simple Light">
      <a:dk1>
        <a:srgbClr val="000000"/>
      </a:dk1>
      <a:lt1>
        <a:srgbClr val="F3F3F3"/>
      </a:lt1>
      <a:dk2>
        <a:srgbClr val="00183A"/>
      </a:dk2>
      <a:lt2>
        <a:srgbClr val="012060"/>
      </a:lt2>
      <a:accent1>
        <a:srgbClr val="022E88"/>
      </a:accent1>
      <a:accent2>
        <a:srgbClr val="006AFF"/>
      </a:accent2>
      <a:accent3>
        <a:srgbClr val="0182AA"/>
      </a:accent3>
      <a:accent4>
        <a:srgbClr val="20F8FD"/>
      </a:accent4>
      <a:accent5>
        <a:srgbClr val="748BFF"/>
      </a:accent5>
      <a:accent6>
        <a:srgbClr val="7659FF"/>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History of Internet Class for College by Slidesgo">
  <a:themeElements>
    <a:clrScheme name="Simple Light">
      <a:dk1>
        <a:srgbClr val="000000"/>
      </a:dk1>
      <a:lt1>
        <a:srgbClr val="F3F3F3"/>
      </a:lt1>
      <a:dk2>
        <a:srgbClr val="00183A"/>
      </a:dk2>
      <a:lt2>
        <a:srgbClr val="012060"/>
      </a:lt2>
      <a:accent1>
        <a:srgbClr val="022E88"/>
      </a:accent1>
      <a:accent2>
        <a:srgbClr val="006AFF"/>
      </a:accent2>
      <a:accent3>
        <a:srgbClr val="0182AA"/>
      </a:accent3>
      <a:accent4>
        <a:srgbClr val="20F8FD"/>
      </a:accent4>
      <a:accent5>
        <a:srgbClr val="748BFF"/>
      </a:accent5>
      <a:accent6>
        <a:srgbClr val="7659FF"/>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